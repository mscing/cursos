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D10EA3-2BCE-4C34-BE25-B17E68BC23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9181AA-8237-4065-8B4B-C78117A899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1382E9-E15B-4112-9F91-A3D2AF324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06D9A-CA67-42F5-9BCE-EC32432B217E}" type="datetimeFigureOut">
              <a:rPr lang="es-PE" smtClean="0"/>
              <a:t>18/12/2024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FB439C-8315-41D0-BB70-FB6FF099F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B41E64-9725-4E60-AA50-F73C3FF1D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DA30-ECC1-48FA-AEEF-B43CA403713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19363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119158-0ED4-4C4F-BE21-7CA55C1B8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F7EFF3-2A89-4711-B644-6D473A0C5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2424DB-80E1-4C15-9171-83B0AE94D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06D9A-CA67-42F5-9BCE-EC32432B217E}" type="datetimeFigureOut">
              <a:rPr lang="es-PE" smtClean="0"/>
              <a:t>18/12/2024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3CF8AF-659B-4E75-81ED-23A94648E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513F0E-465D-4E61-A619-0164C8CDB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DA30-ECC1-48FA-AEEF-B43CA403713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33351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F1702C-FAF1-453B-BD48-5B385ECDB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029E18A-05B0-4EE5-967C-E9AC7F859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D5939D-D2B8-4D5D-B9A9-456225215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06D9A-CA67-42F5-9BCE-EC32432B217E}" type="datetimeFigureOut">
              <a:rPr lang="es-PE" smtClean="0"/>
              <a:t>18/12/2024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B1E6EE-5BA1-488F-873B-B2E370437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FE898D-F893-4562-80D6-D50327B7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DA30-ECC1-48FA-AEEF-B43CA403713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00809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179F77-5416-4141-AA09-4CB61D959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0065F6-7182-4EA6-8E33-C621CEF709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F5E61C1-4500-41EF-87C1-39721CB10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2614AA6-F544-420D-9E2A-2516CA935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06D9A-CA67-42F5-9BCE-EC32432B217E}" type="datetimeFigureOut">
              <a:rPr lang="es-PE" smtClean="0"/>
              <a:t>18/12/2024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6117EAE-FF6F-4990-A577-A9DE1EE5E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2756403-2739-4896-8164-02B32933E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DA30-ECC1-48FA-AEEF-B43CA403713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15790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E1F94D-8372-4A53-A0D7-78446E3B3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3E6BADC-DCBE-426F-9B0F-2A17E67ED0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E0B145A-C34A-4674-859A-0FB00604F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55C596C-B098-4583-B49F-6AAAA72B5B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49568FF-5592-4744-B1A6-40289C92C0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4F14674-92C0-4C09-938B-564C3B184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06D9A-CA67-42F5-9BCE-EC32432B217E}" type="datetimeFigureOut">
              <a:rPr lang="es-PE" smtClean="0"/>
              <a:t>18/12/2024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68F39FA-FCAA-4BFA-9B2D-BD1930F82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18E53AA-5D36-48E0-905A-3E1C90B11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DA30-ECC1-48FA-AEEF-B43CA403713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38234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5D1854-0EF8-4DBD-8D23-CBADB0101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2ECF9A6-9051-4B4C-92B3-E4F35144C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06D9A-CA67-42F5-9BCE-EC32432B217E}" type="datetimeFigureOut">
              <a:rPr lang="es-PE" smtClean="0"/>
              <a:t>18/12/2024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ED1C838-97DF-4742-AF39-ABE37317D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FBC9544-5C13-4999-BBD5-484FF5CF3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DA30-ECC1-48FA-AEEF-B43CA403713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67037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2D37F54-3720-4D0C-A55F-21F7A0774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06D9A-CA67-42F5-9BCE-EC32432B217E}" type="datetimeFigureOut">
              <a:rPr lang="es-PE" smtClean="0"/>
              <a:t>18/12/2024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182BC01-9F14-4FF7-82BB-7651122FD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096DC9-9076-4534-A888-1B0761F08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DA30-ECC1-48FA-AEEF-B43CA403713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75985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482A02-08A8-422F-8E9D-9EE43E61F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5BF687-C5D5-44FD-B128-D415F2D1C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4E2C789-C7E7-485F-8FA8-9F23A6D854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10E1C7B-AFCF-4D23-91B7-97187FD5E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06D9A-CA67-42F5-9BCE-EC32432B217E}" type="datetimeFigureOut">
              <a:rPr lang="es-PE" smtClean="0"/>
              <a:t>18/12/2024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3B2ADE7-7EC0-45D1-AE86-DF35E4629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B61B927-7BB4-45CF-A5BB-CD95D8C81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DA30-ECC1-48FA-AEEF-B43CA403713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44375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8AB990-7E49-4DD9-B0B4-98D600E37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68FB4D9-2D2B-495A-9B22-63CBB681D6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32F1B26-CC5D-49A4-8B93-88ADE0F1FC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811A3A-493F-418B-ACE9-9ECB45F17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06D9A-CA67-42F5-9BCE-EC32432B217E}" type="datetimeFigureOut">
              <a:rPr lang="es-PE" smtClean="0"/>
              <a:t>18/12/2024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AC4903-C432-4F80-A64B-8C53173AE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E7433B-5433-4448-98F7-17C627B53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DA30-ECC1-48FA-AEEF-B43CA403713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76139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EDD21E-2B50-4D64-B355-B2314C4EC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91DC280-2D39-4542-9ECE-B196F9D476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A9D589-1CCE-4A85-A666-AE473980B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06D9A-CA67-42F5-9BCE-EC32432B217E}" type="datetimeFigureOut">
              <a:rPr lang="es-PE" smtClean="0"/>
              <a:t>18/12/2024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3909F2-A401-4351-AAFF-BEF0DD795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921FE5-C1D6-4853-9389-908F6810C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DA30-ECC1-48FA-AEEF-B43CA403713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7943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9EBB3E5-77C1-4094-902A-6E3352AB20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185E44F-4283-4138-8674-B70EF7A5A8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288053-24A9-4D1F-BDEE-2BA7A4240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06D9A-CA67-42F5-9BCE-EC32432B217E}" type="datetimeFigureOut">
              <a:rPr lang="es-PE" smtClean="0"/>
              <a:t>18/12/2024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C5AD7D-EF36-4FB2-BA20-3C1D1AD17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7788BC-8396-4858-A65F-5D0961246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2DA30-ECC1-48FA-AEEF-B43CA403713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54924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3C99C54-6E2D-47BC-BFF9-BDA028111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18FEC6-05B2-4D6A-91CC-AAB86131F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AA2308-5ABC-4141-A53B-F3942CC1BD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506D9A-CA67-42F5-9BCE-EC32432B217E}" type="datetimeFigureOut">
              <a:rPr lang="es-PE" smtClean="0"/>
              <a:t>18/12/2024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B66CC4-AFD4-43D3-AF5D-C85D1F3745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12133B-505B-4964-BD2B-0FC4E2D352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52DA30-ECC1-48FA-AEEF-B43CA403713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54279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D7D0C5-A37E-4235-850D-9A9870557D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BD010A-6B86-4BF7-80E3-B033DDFBEC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DCAF598-8276-4E66-B62B-63D2CE1BC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C539B86E-BCF7-4B8C-8052-7E0A58DEA982}"/>
              </a:ext>
            </a:extLst>
          </p:cNvPr>
          <p:cNvCxnSpPr>
            <a:cxnSpLocks/>
          </p:cNvCxnSpPr>
          <p:nvPr/>
        </p:nvCxnSpPr>
        <p:spPr>
          <a:xfrm flipH="1" flipV="1">
            <a:off x="4706472" y="3953436"/>
            <a:ext cx="977152" cy="968188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52281C3E-CA05-4AE0-A5BB-5F79DFE83E10}"/>
              </a:ext>
            </a:extLst>
          </p:cNvPr>
          <p:cNvSpPr txBox="1"/>
          <p:nvPr/>
        </p:nvSpPr>
        <p:spPr>
          <a:xfrm>
            <a:off x="5620870" y="4736958"/>
            <a:ext cx="3710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Click en importar datos de SQL Server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88437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024878-8ED7-41F6-A572-5625CAD18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8D926F-6C42-4B05-BDFB-56CBEA0D7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5DF07A0-C0E5-4FEE-99F0-CD9860B8F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B5CB9C38-FE0C-41F1-872B-9FFF2101EC57}"/>
              </a:ext>
            </a:extLst>
          </p:cNvPr>
          <p:cNvSpPr txBox="1"/>
          <p:nvPr/>
        </p:nvSpPr>
        <p:spPr>
          <a:xfrm>
            <a:off x="5907740" y="2369578"/>
            <a:ext cx="3415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Nos aparecerá este recuadro, luego nos vamos al SQL Server 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493045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6A0E43-9E9A-4A60-9C3D-B3DEFD956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F00CBA-4346-4309-BCFD-9A4A7D378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FF46A13-CE79-49C5-873A-884F39CD1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8248E7B4-4C24-45FA-B31A-DB36C1A82685}"/>
              </a:ext>
            </a:extLst>
          </p:cNvPr>
          <p:cNvCxnSpPr>
            <a:cxnSpLocks/>
          </p:cNvCxnSpPr>
          <p:nvPr/>
        </p:nvCxnSpPr>
        <p:spPr>
          <a:xfrm flipH="1">
            <a:off x="1559861" y="1823892"/>
            <a:ext cx="3845857" cy="49729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430FC371-875D-4461-8756-0F7E5D694767}"/>
              </a:ext>
            </a:extLst>
          </p:cNvPr>
          <p:cNvSpPr txBox="1"/>
          <p:nvPr/>
        </p:nvSpPr>
        <p:spPr>
          <a:xfrm>
            <a:off x="5405720" y="1469577"/>
            <a:ext cx="3119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Estos son el nombre del servidor y el nombre de la BD </a:t>
            </a:r>
            <a:endParaRPr lang="es-PE" dirty="0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12E90515-1285-43C0-85FA-07E22EA75821}"/>
              </a:ext>
            </a:extLst>
          </p:cNvPr>
          <p:cNvCxnSpPr>
            <a:cxnSpLocks/>
          </p:cNvCxnSpPr>
          <p:nvPr/>
        </p:nvCxnSpPr>
        <p:spPr>
          <a:xfrm flipH="1" flipV="1">
            <a:off x="582710" y="1341531"/>
            <a:ext cx="4823008" cy="482361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4156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07D7BF-AD27-4924-A198-2B4D40F06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CCFF03-33C0-4F53-AB42-F84EF1D6F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307796B-78F5-4762-A17D-2B4E08EC6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99744A5A-063D-42F4-AC97-D94E596F6DAF}"/>
              </a:ext>
            </a:extLst>
          </p:cNvPr>
          <p:cNvCxnSpPr>
            <a:cxnSpLocks/>
          </p:cNvCxnSpPr>
          <p:nvPr/>
        </p:nvCxnSpPr>
        <p:spPr>
          <a:xfrm flipH="1" flipV="1">
            <a:off x="5405719" y="2572871"/>
            <a:ext cx="977152" cy="968188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43127F67-2A10-49C4-A7F6-352F4ADA2542}"/>
              </a:ext>
            </a:extLst>
          </p:cNvPr>
          <p:cNvSpPr txBox="1"/>
          <p:nvPr/>
        </p:nvSpPr>
        <p:spPr>
          <a:xfrm>
            <a:off x="6320118" y="3356393"/>
            <a:ext cx="29673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Colocamos los nombres vistos en la diapositiva anterior</a:t>
            </a:r>
            <a:endParaRPr lang="es-PE" dirty="0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C6B31627-F69C-4EAE-B74B-402F21C5A64E}"/>
              </a:ext>
            </a:extLst>
          </p:cNvPr>
          <p:cNvCxnSpPr>
            <a:cxnSpLocks/>
          </p:cNvCxnSpPr>
          <p:nvPr/>
        </p:nvCxnSpPr>
        <p:spPr>
          <a:xfrm flipH="1" flipV="1">
            <a:off x="5405719" y="2944906"/>
            <a:ext cx="977152" cy="596153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8BB20FE9-B34B-42A6-B597-B789F28C16F3}"/>
              </a:ext>
            </a:extLst>
          </p:cNvPr>
          <p:cNvCxnSpPr>
            <a:cxnSpLocks/>
          </p:cNvCxnSpPr>
          <p:nvPr/>
        </p:nvCxnSpPr>
        <p:spPr>
          <a:xfrm flipV="1">
            <a:off x="6212541" y="4324582"/>
            <a:ext cx="1075765" cy="461664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8889DED-D1F1-4BE9-8750-2D05B65400CA}"/>
              </a:ext>
            </a:extLst>
          </p:cNvPr>
          <p:cNvSpPr txBox="1"/>
          <p:nvPr/>
        </p:nvSpPr>
        <p:spPr>
          <a:xfrm>
            <a:off x="5432612" y="4748661"/>
            <a:ext cx="1900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Luego le damos </a:t>
            </a:r>
            <a:r>
              <a:rPr lang="es-ES" dirty="0" err="1"/>
              <a:t>click</a:t>
            </a:r>
            <a:r>
              <a:rPr lang="es-ES" dirty="0"/>
              <a:t> a aceptar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558095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660864-1E9C-4DEE-ABF8-995792785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CAB7AB-8CA7-4CB4-9477-1FC079BC5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397DE18-E9B9-4C01-B265-ABE143544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CE29186-1BAA-4DA7-8282-9EE2D6612955}"/>
              </a:ext>
            </a:extLst>
          </p:cNvPr>
          <p:cNvSpPr txBox="1"/>
          <p:nvPr/>
        </p:nvSpPr>
        <p:spPr>
          <a:xfrm>
            <a:off x="6096000" y="3726142"/>
            <a:ext cx="29673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Luego cargara las tablas de la BD, podemos seleccionar todas o solo las que deseemos trabajar 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223099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75CB81-6498-4821-A3C0-03B9D99AD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875DEB-04F5-4B2A-9A31-D4BA327C6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168C8CD-6821-41F9-91A6-2DFD57B1C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219A4051-8A73-4A68-936F-688D94D825A4}"/>
              </a:ext>
            </a:extLst>
          </p:cNvPr>
          <p:cNvCxnSpPr>
            <a:cxnSpLocks/>
          </p:cNvCxnSpPr>
          <p:nvPr/>
        </p:nvCxnSpPr>
        <p:spPr>
          <a:xfrm flipV="1">
            <a:off x="2665879" y="1135624"/>
            <a:ext cx="2739838" cy="1231058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20393CF8-080E-4BDD-B928-D16788B1C86F}"/>
              </a:ext>
            </a:extLst>
          </p:cNvPr>
          <p:cNvSpPr txBox="1"/>
          <p:nvPr/>
        </p:nvSpPr>
        <p:spPr>
          <a:xfrm>
            <a:off x="379879" y="1825625"/>
            <a:ext cx="2286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En este ejemplo seleccioné Production.Product y Sales.SalesOrderDetail, dar </a:t>
            </a:r>
            <a:r>
              <a:rPr lang="es-ES" dirty="0" err="1"/>
              <a:t>click</a:t>
            </a:r>
            <a:r>
              <a:rPr lang="es-ES" dirty="0"/>
              <a:t> en las casillas, aquí no se muestra por la lista larga</a:t>
            </a:r>
            <a:endParaRPr lang="es-PE" dirty="0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0223D061-B97A-4748-9BEC-7C5112F7C8E4}"/>
              </a:ext>
            </a:extLst>
          </p:cNvPr>
          <p:cNvCxnSpPr>
            <a:cxnSpLocks/>
          </p:cNvCxnSpPr>
          <p:nvPr/>
        </p:nvCxnSpPr>
        <p:spPr>
          <a:xfrm>
            <a:off x="2665879" y="2366682"/>
            <a:ext cx="379880" cy="452721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86C6F57A-D6F5-4360-A299-D2168804ADB6}"/>
              </a:ext>
            </a:extLst>
          </p:cNvPr>
          <p:cNvCxnSpPr>
            <a:cxnSpLocks/>
          </p:cNvCxnSpPr>
          <p:nvPr/>
        </p:nvCxnSpPr>
        <p:spPr>
          <a:xfrm>
            <a:off x="6619314" y="5797743"/>
            <a:ext cx="677957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13E359A-481A-4E0B-B2C1-D24D26339F37}"/>
              </a:ext>
            </a:extLst>
          </p:cNvPr>
          <p:cNvSpPr txBox="1"/>
          <p:nvPr/>
        </p:nvSpPr>
        <p:spPr>
          <a:xfrm>
            <a:off x="5011271" y="5613077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Click en cargar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769179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87E920-EFE5-4AD3-AC66-756B17CEF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D7D26E-73E8-4B6D-99F8-59C97FA60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7FFB95C-A46D-4FAE-B4BB-F38E2D3F8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B6B3E7F-BC83-4385-B024-EC333CE9891D}"/>
              </a:ext>
            </a:extLst>
          </p:cNvPr>
          <p:cNvSpPr txBox="1"/>
          <p:nvPr/>
        </p:nvSpPr>
        <p:spPr>
          <a:xfrm>
            <a:off x="4549588" y="4862463"/>
            <a:ext cx="29673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Empezará a cargar las tablas seleccionadas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638666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32008D-E778-4778-9FDC-47358E951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DA00CE-9944-4F2D-ACB6-CF7E95521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07AB1A3-920A-4602-98BE-8EB51F75A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11C6BED8-D812-4BE3-9952-C1725F5F82C4}"/>
              </a:ext>
            </a:extLst>
          </p:cNvPr>
          <p:cNvCxnSpPr>
            <a:cxnSpLocks/>
          </p:cNvCxnSpPr>
          <p:nvPr/>
        </p:nvCxnSpPr>
        <p:spPr>
          <a:xfrm flipV="1">
            <a:off x="7100047" y="2223247"/>
            <a:ext cx="3711388" cy="217766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1CDA66EC-0490-4743-BBEF-E41E6DADCE56}"/>
              </a:ext>
            </a:extLst>
          </p:cNvPr>
          <p:cNvSpPr txBox="1"/>
          <p:nvPr/>
        </p:nvSpPr>
        <p:spPr>
          <a:xfrm>
            <a:off x="5719483" y="4418262"/>
            <a:ext cx="29673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Aquí podemos ver las tablas ya cargadas</a:t>
            </a:r>
            <a:endParaRPr lang="es-PE" dirty="0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0B8574D4-8EB1-4940-8EBE-C21E4B8E9EB6}"/>
              </a:ext>
            </a:extLst>
          </p:cNvPr>
          <p:cNvCxnSpPr>
            <a:cxnSpLocks/>
          </p:cNvCxnSpPr>
          <p:nvPr/>
        </p:nvCxnSpPr>
        <p:spPr>
          <a:xfrm flipV="1">
            <a:off x="7100047" y="1981200"/>
            <a:ext cx="3711388" cy="2419709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4749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296574-A9F2-4841-A653-D240E03B0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93B9EC-E8A3-4DD8-BF86-9C0AE6FE1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477A7AF-5C83-43EB-BF78-57E40CCE3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91858D0-3EA4-4D8D-B46C-13A02B6FFAB8}"/>
              </a:ext>
            </a:extLst>
          </p:cNvPr>
          <p:cNvSpPr txBox="1"/>
          <p:nvPr/>
        </p:nvSpPr>
        <p:spPr>
          <a:xfrm>
            <a:off x="2926978" y="4758952"/>
            <a:ext cx="29673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Aquí se muestra un grafico de total de ventas por producto</a:t>
            </a:r>
            <a:endParaRPr lang="es-PE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9A98E63-2369-4FF9-96D8-AA5AB6991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915" y="4586273"/>
            <a:ext cx="1173199" cy="172562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13BD93E-A03D-4167-9F86-5CE8A1D1ED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1626" y="4586273"/>
            <a:ext cx="1144722" cy="13611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29A1A41E-7B40-4D33-A270-E3A504EFEEF2}"/>
              </a:ext>
            </a:extLst>
          </p:cNvPr>
          <p:cNvSpPr/>
          <p:nvPr/>
        </p:nvSpPr>
        <p:spPr>
          <a:xfrm>
            <a:off x="6153325" y="3897117"/>
            <a:ext cx="3289577" cy="2960883"/>
          </a:xfrm>
          <a:prstGeom prst="ellipse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352B1BE7-1703-49F7-8DC1-861696E6FEF7}"/>
              </a:ext>
            </a:extLst>
          </p:cNvPr>
          <p:cNvCxnSpPr/>
          <p:nvPr/>
        </p:nvCxnSpPr>
        <p:spPr>
          <a:xfrm flipV="1">
            <a:off x="9081247" y="3675529"/>
            <a:ext cx="1739153" cy="833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93592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114</Words>
  <Application>Microsoft Office PowerPoint</Application>
  <PresentationFormat>Panorámica</PresentationFormat>
  <Paragraphs>11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Fernando</dc:creator>
  <cp:lastModifiedBy>Fernando</cp:lastModifiedBy>
  <cp:revision>4</cp:revision>
  <dcterms:created xsi:type="dcterms:W3CDTF">2024-12-18T22:37:26Z</dcterms:created>
  <dcterms:modified xsi:type="dcterms:W3CDTF">2024-12-18T22:55:01Z</dcterms:modified>
</cp:coreProperties>
</file>