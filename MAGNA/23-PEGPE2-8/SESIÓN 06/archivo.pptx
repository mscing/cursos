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2" r:id="rId3"/>
    <p:sldId id="263" r:id="rId4"/>
    <p:sldId id="288" r:id="rId5"/>
    <p:sldId id="352" r:id="rId6"/>
    <p:sldId id="353" r:id="rId7"/>
    <p:sldId id="354" r:id="rId8"/>
    <p:sldId id="355" r:id="rId9"/>
    <p:sldId id="356" r:id="rId10"/>
    <p:sldId id="357" r:id="rId11"/>
    <p:sldId id="358" r:id="rId12"/>
    <p:sldId id="359" r:id="rId13"/>
    <p:sldId id="360" r:id="rId14"/>
    <p:sldId id="361" r:id="rId15"/>
    <p:sldId id="362" r:id="rId16"/>
    <p:sldId id="363" r:id="rId17"/>
    <p:sldId id="364" r:id="rId18"/>
    <p:sldId id="367" r:id="rId19"/>
    <p:sldId id="368" r:id="rId20"/>
    <p:sldId id="370" r:id="rId21"/>
    <p:sldId id="373" r:id="rId22"/>
    <p:sldId id="260" r:id="rId23"/>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F3B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67" d="100"/>
          <a:sy n="67" d="100"/>
        </p:scale>
        <p:origin x="604"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3" Type="http://schemas.openxmlformats.org/officeDocument/2006/relationships/oleObject" Target="file:///C:\Users\agonzales\Documents\BISA\01.%20MEIA\00.%20REPORTES%20SEMANALES\07.%20Nov\201102%20Reporte%20Componentes%20del%20MEIA%2025k%20-%20Rev%20B.xlsm" TargetMode="External"/><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1" i="0" u="none" strike="noStrike" kern="1200" spc="0" baseline="0">
                <a:solidFill>
                  <a:schemeClr val="tx1">
                    <a:lumMod val="65000"/>
                    <a:lumOff val="35000"/>
                  </a:schemeClr>
                </a:solidFill>
                <a:latin typeface="+mn-lt"/>
                <a:ea typeface="+mn-ea"/>
                <a:cs typeface="+mn-cs"/>
              </a:defRPr>
            </a:pPr>
            <a:r>
              <a:rPr lang="es-PE" b="1"/>
              <a:t>CURVA S - LB</a:t>
            </a:r>
            <a:r>
              <a:rPr lang="es-PE" b="1" baseline="0"/>
              <a:t> 07 PRELIMINAR</a:t>
            </a:r>
            <a:endParaRPr lang="es-PE" b="1"/>
          </a:p>
        </c:rich>
      </c:tx>
      <c:layout>
        <c:manualLayout>
          <c:xMode val="edge"/>
          <c:yMode val="edge"/>
          <c:x val="0.48595973570858036"/>
          <c:y val="1.4828543506207166E-2"/>
        </c:manualLayout>
      </c:layout>
      <c:overlay val="0"/>
      <c:spPr>
        <a:noFill/>
        <a:ln>
          <a:noFill/>
        </a:ln>
        <a:effectLst/>
      </c:spPr>
      <c:txPr>
        <a:bodyPr rot="0" spcFirstLastPara="1" vertOverflow="ellipsis" vert="horz" wrap="square" anchor="ctr" anchorCtr="1"/>
        <a:lstStyle/>
        <a:p>
          <a:pPr>
            <a:defRPr sz="1400" b="1" i="0" u="none" strike="noStrike" kern="1200" spc="0" baseline="0">
              <a:solidFill>
                <a:schemeClr val="tx1">
                  <a:lumMod val="65000"/>
                  <a:lumOff val="35000"/>
                </a:schemeClr>
              </a:solidFill>
              <a:latin typeface="+mn-lt"/>
              <a:ea typeface="+mn-ea"/>
              <a:cs typeface="+mn-cs"/>
            </a:defRPr>
          </a:pPr>
          <a:endParaRPr lang="es-PE"/>
        </a:p>
      </c:txPr>
    </c:title>
    <c:autoTitleDeleted val="0"/>
    <c:plotArea>
      <c:layout/>
      <c:lineChart>
        <c:grouping val="standard"/>
        <c:varyColors val="0"/>
        <c:ser>
          <c:idx val="0"/>
          <c:order val="0"/>
          <c:tx>
            <c:strRef>
              <c:f>'Curva S FÍSICA'!$A$3:$B$3</c:f>
              <c:strCache>
                <c:ptCount val="2"/>
                <c:pt idx="0">
                  <c:v>Avance Acum Plan Global (%) - LB 05</c:v>
                </c:pt>
              </c:strCache>
            </c:strRef>
          </c:tx>
          <c:spPr>
            <a:ln w="28575" cap="rnd">
              <a:solidFill>
                <a:schemeClr val="accent1">
                  <a:lumMod val="20000"/>
                  <a:lumOff val="80000"/>
                </a:schemeClr>
              </a:solidFill>
              <a:round/>
            </a:ln>
            <a:effectLst/>
          </c:spPr>
          <c:marker>
            <c:symbol val="none"/>
          </c:marker>
          <c:dPt>
            <c:idx val="37"/>
            <c:marker>
              <c:symbol val="triangle"/>
              <c:size val="7"/>
              <c:spPr>
                <a:solidFill>
                  <a:schemeClr val="accent1"/>
                </a:solidFill>
                <a:ln w="9525">
                  <a:solidFill>
                    <a:srgbClr val="0070C0"/>
                  </a:solidFill>
                </a:ln>
                <a:effectLst/>
              </c:spPr>
            </c:marker>
            <c:bubble3D val="0"/>
            <c:extLst>
              <c:ext xmlns:c16="http://schemas.microsoft.com/office/drawing/2014/chart" uri="{C3380CC4-5D6E-409C-BE32-E72D297353CC}">
                <c16:uniqueId val="{00000000-B528-445B-8BC8-8F33CE0CDA72}"/>
              </c:ext>
            </c:extLst>
          </c:dPt>
          <c:cat>
            <c:strRef>
              <c:f>'Curva S FÍSICA'!$C$2:$BU$2</c:f>
              <c:strCache>
                <c:ptCount val="71"/>
                <c:pt idx="0">
                  <c:v>S42</c:v>
                </c:pt>
                <c:pt idx="1">
                  <c:v>S43</c:v>
                </c:pt>
                <c:pt idx="2">
                  <c:v>S44</c:v>
                </c:pt>
                <c:pt idx="3">
                  <c:v>S45</c:v>
                </c:pt>
                <c:pt idx="4">
                  <c:v>S46</c:v>
                </c:pt>
                <c:pt idx="5">
                  <c:v>S47</c:v>
                </c:pt>
                <c:pt idx="6">
                  <c:v>S48</c:v>
                </c:pt>
                <c:pt idx="7">
                  <c:v>S49</c:v>
                </c:pt>
                <c:pt idx="8">
                  <c:v>S50</c:v>
                </c:pt>
                <c:pt idx="9">
                  <c:v>S51</c:v>
                </c:pt>
                <c:pt idx="10">
                  <c:v>S52</c:v>
                </c:pt>
                <c:pt idx="11">
                  <c:v>S1</c:v>
                </c:pt>
                <c:pt idx="12">
                  <c:v>S2</c:v>
                </c:pt>
                <c:pt idx="13">
                  <c:v>S3</c:v>
                </c:pt>
                <c:pt idx="14">
                  <c:v>S4</c:v>
                </c:pt>
                <c:pt idx="15">
                  <c:v>S5</c:v>
                </c:pt>
                <c:pt idx="16">
                  <c:v>S6</c:v>
                </c:pt>
                <c:pt idx="17">
                  <c:v>S7</c:v>
                </c:pt>
                <c:pt idx="18">
                  <c:v>S8</c:v>
                </c:pt>
                <c:pt idx="19">
                  <c:v>S9</c:v>
                </c:pt>
                <c:pt idx="20">
                  <c:v>S10</c:v>
                </c:pt>
                <c:pt idx="21">
                  <c:v>S11</c:v>
                </c:pt>
                <c:pt idx="22">
                  <c:v>S12</c:v>
                </c:pt>
                <c:pt idx="23">
                  <c:v>S13</c:v>
                </c:pt>
                <c:pt idx="24">
                  <c:v>S14</c:v>
                </c:pt>
                <c:pt idx="25">
                  <c:v>S15</c:v>
                </c:pt>
                <c:pt idx="26">
                  <c:v>S16</c:v>
                </c:pt>
                <c:pt idx="27">
                  <c:v>S17</c:v>
                </c:pt>
                <c:pt idx="28">
                  <c:v>S18</c:v>
                </c:pt>
                <c:pt idx="29">
                  <c:v>S19</c:v>
                </c:pt>
                <c:pt idx="30">
                  <c:v>S20</c:v>
                </c:pt>
                <c:pt idx="31">
                  <c:v>S21</c:v>
                </c:pt>
                <c:pt idx="32">
                  <c:v>S22</c:v>
                </c:pt>
                <c:pt idx="33">
                  <c:v>S23</c:v>
                </c:pt>
                <c:pt idx="34">
                  <c:v>S24</c:v>
                </c:pt>
                <c:pt idx="35">
                  <c:v>S25</c:v>
                </c:pt>
                <c:pt idx="36">
                  <c:v>S26</c:v>
                </c:pt>
                <c:pt idx="37">
                  <c:v>S27</c:v>
                </c:pt>
                <c:pt idx="38">
                  <c:v>S28</c:v>
                </c:pt>
                <c:pt idx="39">
                  <c:v>S29</c:v>
                </c:pt>
                <c:pt idx="40">
                  <c:v>S30</c:v>
                </c:pt>
                <c:pt idx="41">
                  <c:v>S31</c:v>
                </c:pt>
                <c:pt idx="42">
                  <c:v>S32</c:v>
                </c:pt>
                <c:pt idx="43">
                  <c:v>S33</c:v>
                </c:pt>
                <c:pt idx="44">
                  <c:v>S34</c:v>
                </c:pt>
                <c:pt idx="45">
                  <c:v>S35</c:v>
                </c:pt>
                <c:pt idx="46">
                  <c:v>S36</c:v>
                </c:pt>
                <c:pt idx="47">
                  <c:v>S37</c:v>
                </c:pt>
                <c:pt idx="48">
                  <c:v>S38</c:v>
                </c:pt>
                <c:pt idx="49">
                  <c:v>S39</c:v>
                </c:pt>
                <c:pt idx="50">
                  <c:v>S40</c:v>
                </c:pt>
                <c:pt idx="51">
                  <c:v>S41</c:v>
                </c:pt>
                <c:pt idx="52">
                  <c:v>S42</c:v>
                </c:pt>
                <c:pt idx="53">
                  <c:v>S43</c:v>
                </c:pt>
                <c:pt idx="54">
                  <c:v>S44 (30 Oct)</c:v>
                </c:pt>
                <c:pt idx="55">
                  <c:v>S45</c:v>
                </c:pt>
                <c:pt idx="56">
                  <c:v>S46</c:v>
                </c:pt>
                <c:pt idx="57">
                  <c:v>S47</c:v>
                </c:pt>
                <c:pt idx="58">
                  <c:v>S48</c:v>
                </c:pt>
                <c:pt idx="59">
                  <c:v>S49</c:v>
                </c:pt>
                <c:pt idx="60">
                  <c:v>S50</c:v>
                </c:pt>
                <c:pt idx="61">
                  <c:v>S51</c:v>
                </c:pt>
                <c:pt idx="62">
                  <c:v>S52</c:v>
                </c:pt>
                <c:pt idx="63">
                  <c:v>S53</c:v>
                </c:pt>
                <c:pt idx="64">
                  <c:v>S1</c:v>
                </c:pt>
                <c:pt idx="65">
                  <c:v>S2</c:v>
                </c:pt>
                <c:pt idx="66">
                  <c:v>S3</c:v>
                </c:pt>
                <c:pt idx="67">
                  <c:v>S4</c:v>
                </c:pt>
                <c:pt idx="68">
                  <c:v>S5</c:v>
                </c:pt>
                <c:pt idx="69">
                  <c:v>S6</c:v>
                </c:pt>
                <c:pt idx="70">
                  <c:v>S7</c:v>
                </c:pt>
              </c:strCache>
            </c:strRef>
          </c:cat>
          <c:val>
            <c:numRef>
              <c:f>'Curva S FÍSICA'!$C$3:$AN$3</c:f>
              <c:numCache>
                <c:formatCode>0%</c:formatCode>
                <c:ptCount val="38"/>
                <c:pt idx="0">
                  <c:v>0.39747116000000005</c:v>
                </c:pt>
                <c:pt idx="1">
                  <c:v>0.42078362000000002</c:v>
                </c:pt>
                <c:pt idx="2">
                  <c:v>0.44557884000000003</c:v>
                </c:pt>
                <c:pt idx="3">
                  <c:v>0.46134176000000005</c:v>
                </c:pt>
                <c:pt idx="4">
                  <c:v>0.47951180000000004</c:v>
                </c:pt>
                <c:pt idx="5">
                  <c:v>0.48976586000000005</c:v>
                </c:pt>
                <c:pt idx="6">
                  <c:v>0.50707082000000003</c:v>
                </c:pt>
                <c:pt idx="7">
                  <c:v>0.52954182000000005</c:v>
                </c:pt>
                <c:pt idx="8">
                  <c:v>0.54311171000000003</c:v>
                </c:pt>
                <c:pt idx="9">
                  <c:v>0.56512826000000005</c:v>
                </c:pt>
                <c:pt idx="10">
                  <c:v>0.57986093000000005</c:v>
                </c:pt>
                <c:pt idx="11">
                  <c:v>0.62147630000000009</c:v>
                </c:pt>
                <c:pt idx="12">
                  <c:v>0.64238290000000009</c:v>
                </c:pt>
                <c:pt idx="13">
                  <c:v>0.66523310000000013</c:v>
                </c:pt>
                <c:pt idx="14">
                  <c:v>0.67740799000000018</c:v>
                </c:pt>
                <c:pt idx="15">
                  <c:v>0.69479498000000017</c:v>
                </c:pt>
                <c:pt idx="16">
                  <c:v>0.70400867000000023</c:v>
                </c:pt>
                <c:pt idx="17">
                  <c:v>0.72258050000000018</c:v>
                </c:pt>
                <c:pt idx="18">
                  <c:v>0.73238593000000018</c:v>
                </c:pt>
                <c:pt idx="19">
                  <c:v>0.75613576000000016</c:v>
                </c:pt>
                <c:pt idx="20">
                  <c:v>0.7671781900000002</c:v>
                </c:pt>
                <c:pt idx="21">
                  <c:v>0.7905802700000002</c:v>
                </c:pt>
                <c:pt idx="22">
                  <c:v>0.80564295000000019</c:v>
                </c:pt>
                <c:pt idx="23">
                  <c:v>0.83100138000000023</c:v>
                </c:pt>
                <c:pt idx="24">
                  <c:v>0.8571814000000002</c:v>
                </c:pt>
                <c:pt idx="25">
                  <c:v>0.86177216000000023</c:v>
                </c:pt>
                <c:pt idx="26">
                  <c:v>0.88597000000000026</c:v>
                </c:pt>
                <c:pt idx="27">
                  <c:v>0.89000180000000029</c:v>
                </c:pt>
                <c:pt idx="28">
                  <c:v>0.90935060000000034</c:v>
                </c:pt>
                <c:pt idx="29">
                  <c:v>0.91737940000000029</c:v>
                </c:pt>
                <c:pt idx="30">
                  <c:v>0.93442820000000026</c:v>
                </c:pt>
                <c:pt idx="31">
                  <c:v>0.9353830000000003</c:v>
                </c:pt>
                <c:pt idx="32">
                  <c:v>0.95070000000000032</c:v>
                </c:pt>
                <c:pt idx="33">
                  <c:v>0.97182000000000035</c:v>
                </c:pt>
                <c:pt idx="34">
                  <c:v>0.9821500000000003</c:v>
                </c:pt>
                <c:pt idx="35">
                  <c:v>0.99294000000000027</c:v>
                </c:pt>
                <c:pt idx="36">
                  <c:v>0.99294000000000027</c:v>
                </c:pt>
                <c:pt idx="37">
                  <c:v>0.99846000000000024</c:v>
                </c:pt>
              </c:numCache>
            </c:numRef>
          </c:val>
          <c:smooth val="0"/>
          <c:extLst>
            <c:ext xmlns:c16="http://schemas.microsoft.com/office/drawing/2014/chart" uri="{C3380CC4-5D6E-409C-BE32-E72D297353CC}">
              <c16:uniqueId val="{00000001-B528-445B-8BC8-8F33CE0CDA72}"/>
            </c:ext>
          </c:extLst>
        </c:ser>
        <c:ser>
          <c:idx val="1"/>
          <c:order val="1"/>
          <c:tx>
            <c:strRef>
              <c:f>'Curva S FÍSICA'!$A$4:$B$4</c:f>
              <c:strCache>
                <c:ptCount val="2"/>
                <c:pt idx="0">
                  <c:v>Avance Acum Real Global (%)</c:v>
                </c:pt>
              </c:strCache>
            </c:strRef>
          </c:tx>
          <c:spPr>
            <a:ln w="28575" cap="rnd">
              <a:solidFill>
                <a:schemeClr val="accent2"/>
              </a:solidFill>
              <a:round/>
            </a:ln>
            <a:effectLst/>
          </c:spPr>
          <c:marker>
            <c:symbol val="none"/>
          </c:marker>
          <c:cat>
            <c:strRef>
              <c:f>'Curva S FÍSICA'!$C$2:$BU$2</c:f>
              <c:strCache>
                <c:ptCount val="71"/>
                <c:pt idx="0">
                  <c:v>S42</c:v>
                </c:pt>
                <c:pt idx="1">
                  <c:v>S43</c:v>
                </c:pt>
                <c:pt idx="2">
                  <c:v>S44</c:v>
                </c:pt>
                <c:pt idx="3">
                  <c:v>S45</c:v>
                </c:pt>
                <c:pt idx="4">
                  <c:v>S46</c:v>
                </c:pt>
                <c:pt idx="5">
                  <c:v>S47</c:v>
                </c:pt>
                <c:pt idx="6">
                  <c:v>S48</c:v>
                </c:pt>
                <c:pt idx="7">
                  <c:v>S49</c:v>
                </c:pt>
                <c:pt idx="8">
                  <c:v>S50</c:v>
                </c:pt>
                <c:pt idx="9">
                  <c:v>S51</c:v>
                </c:pt>
                <c:pt idx="10">
                  <c:v>S52</c:v>
                </c:pt>
                <c:pt idx="11">
                  <c:v>S1</c:v>
                </c:pt>
                <c:pt idx="12">
                  <c:v>S2</c:v>
                </c:pt>
                <c:pt idx="13">
                  <c:v>S3</c:v>
                </c:pt>
                <c:pt idx="14">
                  <c:v>S4</c:v>
                </c:pt>
                <c:pt idx="15">
                  <c:v>S5</c:v>
                </c:pt>
                <c:pt idx="16">
                  <c:v>S6</c:v>
                </c:pt>
                <c:pt idx="17">
                  <c:v>S7</c:v>
                </c:pt>
                <c:pt idx="18">
                  <c:v>S8</c:v>
                </c:pt>
                <c:pt idx="19">
                  <c:v>S9</c:v>
                </c:pt>
                <c:pt idx="20">
                  <c:v>S10</c:v>
                </c:pt>
                <c:pt idx="21">
                  <c:v>S11</c:v>
                </c:pt>
                <c:pt idx="22">
                  <c:v>S12</c:v>
                </c:pt>
                <c:pt idx="23">
                  <c:v>S13</c:v>
                </c:pt>
                <c:pt idx="24">
                  <c:v>S14</c:v>
                </c:pt>
                <c:pt idx="25">
                  <c:v>S15</c:v>
                </c:pt>
                <c:pt idx="26">
                  <c:v>S16</c:v>
                </c:pt>
                <c:pt idx="27">
                  <c:v>S17</c:v>
                </c:pt>
                <c:pt idx="28">
                  <c:v>S18</c:v>
                </c:pt>
                <c:pt idx="29">
                  <c:v>S19</c:v>
                </c:pt>
                <c:pt idx="30">
                  <c:v>S20</c:v>
                </c:pt>
                <c:pt idx="31">
                  <c:v>S21</c:v>
                </c:pt>
                <c:pt idx="32">
                  <c:v>S22</c:v>
                </c:pt>
                <c:pt idx="33">
                  <c:v>S23</c:v>
                </c:pt>
                <c:pt idx="34">
                  <c:v>S24</c:v>
                </c:pt>
                <c:pt idx="35">
                  <c:v>S25</c:v>
                </c:pt>
                <c:pt idx="36">
                  <c:v>S26</c:v>
                </c:pt>
                <c:pt idx="37">
                  <c:v>S27</c:v>
                </c:pt>
                <c:pt idx="38">
                  <c:v>S28</c:v>
                </c:pt>
                <c:pt idx="39">
                  <c:v>S29</c:v>
                </c:pt>
                <c:pt idx="40">
                  <c:v>S30</c:v>
                </c:pt>
                <c:pt idx="41">
                  <c:v>S31</c:v>
                </c:pt>
                <c:pt idx="42">
                  <c:v>S32</c:v>
                </c:pt>
                <c:pt idx="43">
                  <c:v>S33</c:v>
                </c:pt>
                <c:pt idx="44">
                  <c:v>S34</c:v>
                </c:pt>
                <c:pt idx="45">
                  <c:v>S35</c:v>
                </c:pt>
                <c:pt idx="46">
                  <c:v>S36</c:v>
                </c:pt>
                <c:pt idx="47">
                  <c:v>S37</c:v>
                </c:pt>
                <c:pt idx="48">
                  <c:v>S38</c:v>
                </c:pt>
                <c:pt idx="49">
                  <c:v>S39</c:v>
                </c:pt>
                <c:pt idx="50">
                  <c:v>S40</c:v>
                </c:pt>
                <c:pt idx="51">
                  <c:v>S41</c:v>
                </c:pt>
                <c:pt idx="52">
                  <c:v>S42</c:v>
                </c:pt>
                <c:pt idx="53">
                  <c:v>S43</c:v>
                </c:pt>
                <c:pt idx="54">
                  <c:v>S44 (30 Oct)</c:v>
                </c:pt>
                <c:pt idx="55">
                  <c:v>S45</c:v>
                </c:pt>
                <c:pt idx="56">
                  <c:v>S46</c:v>
                </c:pt>
                <c:pt idx="57">
                  <c:v>S47</c:v>
                </c:pt>
                <c:pt idx="58">
                  <c:v>S48</c:v>
                </c:pt>
                <c:pt idx="59">
                  <c:v>S49</c:v>
                </c:pt>
                <c:pt idx="60">
                  <c:v>S50</c:v>
                </c:pt>
                <c:pt idx="61">
                  <c:v>S51</c:v>
                </c:pt>
                <c:pt idx="62">
                  <c:v>S52</c:v>
                </c:pt>
                <c:pt idx="63">
                  <c:v>S53</c:v>
                </c:pt>
                <c:pt idx="64">
                  <c:v>S1</c:v>
                </c:pt>
                <c:pt idx="65">
                  <c:v>S2</c:v>
                </c:pt>
                <c:pt idx="66">
                  <c:v>S3</c:v>
                </c:pt>
                <c:pt idx="67">
                  <c:v>S4</c:v>
                </c:pt>
                <c:pt idx="68">
                  <c:v>S5</c:v>
                </c:pt>
                <c:pt idx="69">
                  <c:v>S6</c:v>
                </c:pt>
                <c:pt idx="70">
                  <c:v>S7</c:v>
                </c:pt>
              </c:strCache>
            </c:strRef>
          </c:cat>
          <c:val>
            <c:numRef>
              <c:f>'Curva S FÍSICA'!$C$4:$BE$4</c:f>
              <c:numCache>
                <c:formatCode>0%</c:formatCode>
                <c:ptCount val="55"/>
                <c:pt idx="0">
                  <c:v>0.24118779999999998</c:v>
                </c:pt>
                <c:pt idx="1">
                  <c:v>0.27743189999999995</c:v>
                </c:pt>
                <c:pt idx="2">
                  <c:v>0.29202849999999997</c:v>
                </c:pt>
                <c:pt idx="3">
                  <c:v>0.31730040999999998</c:v>
                </c:pt>
                <c:pt idx="4">
                  <c:v>0.34637735999999997</c:v>
                </c:pt>
                <c:pt idx="5">
                  <c:v>0.36560160999999997</c:v>
                </c:pt>
                <c:pt idx="6">
                  <c:v>0.38262377999999997</c:v>
                </c:pt>
                <c:pt idx="7">
                  <c:v>0.41868505999999994</c:v>
                </c:pt>
                <c:pt idx="8">
                  <c:v>0.42228472999999994</c:v>
                </c:pt>
                <c:pt idx="9">
                  <c:v>0.43182972999999997</c:v>
                </c:pt>
                <c:pt idx="10">
                  <c:v>0.46190937999999998</c:v>
                </c:pt>
                <c:pt idx="11">
                  <c:v>0.47254862999999997</c:v>
                </c:pt>
                <c:pt idx="12">
                  <c:v>0.48969782999999995</c:v>
                </c:pt>
                <c:pt idx="13">
                  <c:v>0.49575776999999993</c:v>
                </c:pt>
                <c:pt idx="14">
                  <c:v>0.50443584999999991</c:v>
                </c:pt>
                <c:pt idx="15">
                  <c:v>0.52372759999999996</c:v>
                </c:pt>
                <c:pt idx="16">
                  <c:v>0.53139700000000001</c:v>
                </c:pt>
                <c:pt idx="17">
                  <c:v>0.53455134999999998</c:v>
                </c:pt>
                <c:pt idx="18">
                  <c:v>0.54517948999999999</c:v>
                </c:pt>
                <c:pt idx="19">
                  <c:v>0.54836591999999995</c:v>
                </c:pt>
                <c:pt idx="20">
                  <c:v>0.54836591999999995</c:v>
                </c:pt>
                <c:pt idx="21">
                  <c:v>0.58372505999999991</c:v>
                </c:pt>
                <c:pt idx="22">
                  <c:v>0.59787890999999993</c:v>
                </c:pt>
                <c:pt idx="23">
                  <c:v>0.61113535999999991</c:v>
                </c:pt>
                <c:pt idx="24">
                  <c:v>0.6268976799999999</c:v>
                </c:pt>
                <c:pt idx="25">
                  <c:v>0.63882923999999985</c:v>
                </c:pt>
                <c:pt idx="26">
                  <c:v>0.6656142399999998</c:v>
                </c:pt>
                <c:pt idx="27">
                  <c:v>0.67343463999999975</c:v>
                </c:pt>
                <c:pt idx="28">
                  <c:v>0.6855508699999997</c:v>
                </c:pt>
                <c:pt idx="29">
                  <c:v>0.69030895999999975</c:v>
                </c:pt>
                <c:pt idx="30">
                  <c:v>0.73418174999999974</c:v>
                </c:pt>
                <c:pt idx="31">
                  <c:v>0.74314299999999978</c:v>
                </c:pt>
                <c:pt idx="32">
                  <c:v>0.75204394999999979</c:v>
                </c:pt>
                <c:pt idx="33">
                  <c:v>0.75934870999999982</c:v>
                </c:pt>
                <c:pt idx="34">
                  <c:v>0.76669732999999984</c:v>
                </c:pt>
                <c:pt idx="35">
                  <c:v>0.78126212999999989</c:v>
                </c:pt>
                <c:pt idx="36">
                  <c:v>0.78848662999999986</c:v>
                </c:pt>
                <c:pt idx="37">
                  <c:v>0.80219602999999984</c:v>
                </c:pt>
                <c:pt idx="38">
                  <c:v>0.80776802999999986</c:v>
                </c:pt>
                <c:pt idx="39">
                  <c:v>0.8111651299999999</c:v>
                </c:pt>
                <c:pt idx="40">
                  <c:v>0.81660134999999989</c:v>
                </c:pt>
                <c:pt idx="41">
                  <c:v>0.82309094999999988</c:v>
                </c:pt>
                <c:pt idx="42">
                  <c:v>0.82712742999999989</c:v>
                </c:pt>
                <c:pt idx="43">
                  <c:v>0.83580320999999991</c:v>
                </c:pt>
                <c:pt idx="44">
                  <c:v>0.84070944999999986</c:v>
                </c:pt>
                <c:pt idx="45">
                  <c:v>0.84116732999999988</c:v>
                </c:pt>
                <c:pt idx="46">
                  <c:v>0.84199532999999993</c:v>
                </c:pt>
                <c:pt idx="47">
                  <c:v>0.85515956999999998</c:v>
                </c:pt>
                <c:pt idx="48">
                  <c:v>0.87372229000000001</c:v>
                </c:pt>
                <c:pt idx="49">
                  <c:v>0.87799049000000007</c:v>
                </c:pt>
                <c:pt idx="50">
                  <c:v>0.88435253000000003</c:v>
                </c:pt>
                <c:pt idx="51">
                  <c:v>0.89213574000000007</c:v>
                </c:pt>
                <c:pt idx="52">
                  <c:v>0.89213574000000007</c:v>
                </c:pt>
                <c:pt idx="53">
                  <c:v>0.90030994000000009</c:v>
                </c:pt>
                <c:pt idx="54">
                  <c:v>0.90584354000000011</c:v>
                </c:pt>
              </c:numCache>
            </c:numRef>
          </c:val>
          <c:smooth val="0"/>
          <c:extLst>
            <c:ext xmlns:c16="http://schemas.microsoft.com/office/drawing/2014/chart" uri="{C3380CC4-5D6E-409C-BE32-E72D297353CC}">
              <c16:uniqueId val="{00000002-B528-445B-8BC8-8F33CE0CDA72}"/>
            </c:ext>
          </c:extLst>
        </c:ser>
        <c:ser>
          <c:idx val="5"/>
          <c:order val="5"/>
          <c:tx>
            <c:strRef>
              <c:f>'Curva S FÍSICA'!$A$5:$B$5</c:f>
              <c:strCache>
                <c:ptCount val="2"/>
                <c:pt idx="0">
                  <c:v>Avance Acum Proy Global (%) - LB 06</c:v>
                </c:pt>
              </c:strCache>
            </c:strRef>
          </c:tx>
          <c:spPr>
            <a:ln w="28575" cap="rnd">
              <a:solidFill>
                <a:schemeClr val="bg1">
                  <a:lumMod val="85000"/>
                </a:schemeClr>
              </a:solidFill>
              <a:prstDash val="solid"/>
              <a:round/>
            </a:ln>
            <a:effectLst/>
          </c:spPr>
          <c:marker>
            <c:symbol val="none"/>
          </c:marker>
          <c:dPt>
            <c:idx val="50"/>
            <c:marker>
              <c:symbol val="none"/>
            </c:marker>
            <c:bubble3D val="0"/>
            <c:extLst>
              <c:ext xmlns:c16="http://schemas.microsoft.com/office/drawing/2014/chart" uri="{C3380CC4-5D6E-409C-BE32-E72D297353CC}">
                <c16:uniqueId val="{00000003-B528-445B-8BC8-8F33CE0CDA72}"/>
              </c:ext>
            </c:extLst>
          </c:dPt>
          <c:dPt>
            <c:idx val="54"/>
            <c:marker>
              <c:symbol val="triangle"/>
              <c:size val="6"/>
              <c:spPr>
                <a:solidFill>
                  <a:srgbClr val="0070C0"/>
                </a:solidFill>
                <a:ln w="9525">
                  <a:solidFill>
                    <a:schemeClr val="tx1"/>
                  </a:solidFill>
                </a:ln>
                <a:effectLst/>
              </c:spPr>
            </c:marker>
            <c:bubble3D val="0"/>
            <c:extLst>
              <c:ext xmlns:c16="http://schemas.microsoft.com/office/drawing/2014/chart" uri="{C3380CC4-5D6E-409C-BE32-E72D297353CC}">
                <c16:uniqueId val="{00000004-B528-445B-8BC8-8F33CE0CDA72}"/>
              </c:ext>
            </c:extLst>
          </c:dPt>
          <c:cat>
            <c:strRef>
              <c:f>'Curva S FÍSICA'!$C$2:$BU$2</c:f>
              <c:strCache>
                <c:ptCount val="71"/>
                <c:pt idx="0">
                  <c:v>S42</c:v>
                </c:pt>
                <c:pt idx="1">
                  <c:v>S43</c:v>
                </c:pt>
                <c:pt idx="2">
                  <c:v>S44</c:v>
                </c:pt>
                <c:pt idx="3">
                  <c:v>S45</c:v>
                </c:pt>
                <c:pt idx="4">
                  <c:v>S46</c:v>
                </c:pt>
                <c:pt idx="5">
                  <c:v>S47</c:v>
                </c:pt>
                <c:pt idx="6">
                  <c:v>S48</c:v>
                </c:pt>
                <c:pt idx="7">
                  <c:v>S49</c:v>
                </c:pt>
                <c:pt idx="8">
                  <c:v>S50</c:v>
                </c:pt>
                <c:pt idx="9">
                  <c:v>S51</c:v>
                </c:pt>
                <c:pt idx="10">
                  <c:v>S52</c:v>
                </c:pt>
                <c:pt idx="11">
                  <c:v>S1</c:v>
                </c:pt>
                <c:pt idx="12">
                  <c:v>S2</c:v>
                </c:pt>
                <c:pt idx="13">
                  <c:v>S3</c:v>
                </c:pt>
                <c:pt idx="14">
                  <c:v>S4</c:v>
                </c:pt>
                <c:pt idx="15">
                  <c:v>S5</c:v>
                </c:pt>
                <c:pt idx="16">
                  <c:v>S6</c:v>
                </c:pt>
                <c:pt idx="17">
                  <c:v>S7</c:v>
                </c:pt>
                <c:pt idx="18">
                  <c:v>S8</c:v>
                </c:pt>
                <c:pt idx="19">
                  <c:v>S9</c:v>
                </c:pt>
                <c:pt idx="20">
                  <c:v>S10</c:v>
                </c:pt>
                <c:pt idx="21">
                  <c:v>S11</c:v>
                </c:pt>
                <c:pt idx="22">
                  <c:v>S12</c:v>
                </c:pt>
                <c:pt idx="23">
                  <c:v>S13</c:v>
                </c:pt>
                <c:pt idx="24">
                  <c:v>S14</c:v>
                </c:pt>
                <c:pt idx="25">
                  <c:v>S15</c:v>
                </c:pt>
                <c:pt idx="26">
                  <c:v>S16</c:v>
                </c:pt>
                <c:pt idx="27">
                  <c:v>S17</c:v>
                </c:pt>
                <c:pt idx="28">
                  <c:v>S18</c:v>
                </c:pt>
                <c:pt idx="29">
                  <c:v>S19</c:v>
                </c:pt>
                <c:pt idx="30">
                  <c:v>S20</c:v>
                </c:pt>
                <c:pt idx="31">
                  <c:v>S21</c:v>
                </c:pt>
                <c:pt idx="32">
                  <c:v>S22</c:v>
                </c:pt>
                <c:pt idx="33">
                  <c:v>S23</c:v>
                </c:pt>
                <c:pt idx="34">
                  <c:v>S24</c:v>
                </c:pt>
                <c:pt idx="35">
                  <c:v>S25</c:v>
                </c:pt>
                <c:pt idx="36">
                  <c:v>S26</c:v>
                </c:pt>
                <c:pt idx="37">
                  <c:v>S27</c:v>
                </c:pt>
                <c:pt idx="38">
                  <c:v>S28</c:v>
                </c:pt>
                <c:pt idx="39">
                  <c:v>S29</c:v>
                </c:pt>
                <c:pt idx="40">
                  <c:v>S30</c:v>
                </c:pt>
                <c:pt idx="41">
                  <c:v>S31</c:v>
                </c:pt>
                <c:pt idx="42">
                  <c:v>S32</c:v>
                </c:pt>
                <c:pt idx="43">
                  <c:v>S33</c:v>
                </c:pt>
                <c:pt idx="44">
                  <c:v>S34</c:v>
                </c:pt>
                <c:pt idx="45">
                  <c:v>S35</c:v>
                </c:pt>
                <c:pt idx="46">
                  <c:v>S36</c:v>
                </c:pt>
                <c:pt idx="47">
                  <c:v>S37</c:v>
                </c:pt>
                <c:pt idx="48">
                  <c:v>S38</c:v>
                </c:pt>
                <c:pt idx="49">
                  <c:v>S39</c:v>
                </c:pt>
                <c:pt idx="50">
                  <c:v>S40</c:v>
                </c:pt>
                <c:pt idx="51">
                  <c:v>S41</c:v>
                </c:pt>
                <c:pt idx="52">
                  <c:v>S42</c:v>
                </c:pt>
                <c:pt idx="53">
                  <c:v>S43</c:v>
                </c:pt>
                <c:pt idx="54">
                  <c:v>S44 (30 Oct)</c:v>
                </c:pt>
                <c:pt idx="55">
                  <c:v>S45</c:v>
                </c:pt>
                <c:pt idx="56">
                  <c:v>S46</c:v>
                </c:pt>
                <c:pt idx="57">
                  <c:v>S47</c:v>
                </c:pt>
                <c:pt idx="58">
                  <c:v>S48</c:v>
                </c:pt>
                <c:pt idx="59">
                  <c:v>S49</c:v>
                </c:pt>
                <c:pt idx="60">
                  <c:v>S50</c:v>
                </c:pt>
                <c:pt idx="61">
                  <c:v>S51</c:v>
                </c:pt>
                <c:pt idx="62">
                  <c:v>S52</c:v>
                </c:pt>
                <c:pt idx="63">
                  <c:v>S53</c:v>
                </c:pt>
                <c:pt idx="64">
                  <c:v>S1</c:v>
                </c:pt>
                <c:pt idx="65">
                  <c:v>S2</c:v>
                </c:pt>
                <c:pt idx="66">
                  <c:v>S3</c:v>
                </c:pt>
                <c:pt idx="67">
                  <c:v>S4</c:v>
                </c:pt>
                <c:pt idx="68">
                  <c:v>S5</c:v>
                </c:pt>
                <c:pt idx="69">
                  <c:v>S6</c:v>
                </c:pt>
                <c:pt idx="70">
                  <c:v>S7</c:v>
                </c:pt>
              </c:strCache>
            </c:strRef>
          </c:cat>
          <c:val>
            <c:numRef>
              <c:f>'Curva S FÍSICA'!$C$5:$BE$5</c:f>
              <c:numCache>
                <c:formatCode>General</c:formatCode>
                <c:ptCount val="55"/>
                <c:pt idx="27" formatCode="0%">
                  <c:v>0.67173235999999981</c:v>
                </c:pt>
                <c:pt idx="28" formatCode="0%">
                  <c:v>0.68814357999999975</c:v>
                </c:pt>
                <c:pt idx="29" formatCode="0%">
                  <c:v>0.71461659999999971</c:v>
                </c:pt>
                <c:pt idx="30" formatCode="0%">
                  <c:v>0.74059653999999975</c:v>
                </c:pt>
                <c:pt idx="31" formatCode="0%">
                  <c:v>0.76198070999999978</c:v>
                </c:pt>
                <c:pt idx="32" formatCode="0%">
                  <c:v>0.7860489599999998</c:v>
                </c:pt>
                <c:pt idx="33" formatCode="0%">
                  <c:v>0.80777275999999976</c:v>
                </c:pt>
                <c:pt idx="34" formatCode="0%">
                  <c:v>0.82398165999999973</c:v>
                </c:pt>
                <c:pt idx="35" formatCode="0%">
                  <c:v>0.85937160999999973</c:v>
                </c:pt>
                <c:pt idx="36" formatCode="0%">
                  <c:v>0.87911675999999972</c:v>
                </c:pt>
                <c:pt idx="37" formatCode="0%">
                  <c:v>0.89762889999999973</c:v>
                </c:pt>
                <c:pt idx="38" formatCode="0%">
                  <c:v>0.90837289999999971</c:v>
                </c:pt>
                <c:pt idx="39" formatCode="0%">
                  <c:v>0.91939469999999968</c:v>
                </c:pt>
                <c:pt idx="40" formatCode="0%">
                  <c:v>0.92682919999999969</c:v>
                </c:pt>
                <c:pt idx="41" formatCode="0%">
                  <c:v>0.9351556999999997</c:v>
                </c:pt>
                <c:pt idx="42" formatCode="0%">
                  <c:v>0.94038969999999966</c:v>
                </c:pt>
                <c:pt idx="43" formatCode="0%">
                  <c:v>0.9462421999999997</c:v>
                </c:pt>
                <c:pt idx="44" formatCode="0%">
                  <c:v>0.94972509999999966</c:v>
                </c:pt>
                <c:pt idx="45" formatCode="0%">
                  <c:v>0.95386129999999969</c:v>
                </c:pt>
                <c:pt idx="46" formatCode="0%">
                  <c:v>0.95674309999999974</c:v>
                </c:pt>
                <c:pt idx="47" formatCode="0%">
                  <c:v>0.96073819999999976</c:v>
                </c:pt>
                <c:pt idx="48" formatCode="0%">
                  <c:v>0.96782579999999974</c:v>
                </c:pt>
                <c:pt idx="49" formatCode="0%">
                  <c:v>0.97331399999999979</c:v>
                </c:pt>
                <c:pt idx="50" formatCode="0%">
                  <c:v>0.97781259999999981</c:v>
                </c:pt>
                <c:pt idx="51" formatCode="0%">
                  <c:v>0.97960719999999979</c:v>
                </c:pt>
                <c:pt idx="52" formatCode="0%">
                  <c:v>0.9863989999999998</c:v>
                </c:pt>
                <c:pt idx="53" formatCode="0%">
                  <c:v>0.99393299999999984</c:v>
                </c:pt>
                <c:pt idx="54" formatCode="0%">
                  <c:v>0.99999999999999989</c:v>
                </c:pt>
              </c:numCache>
            </c:numRef>
          </c:val>
          <c:smooth val="0"/>
          <c:extLst>
            <c:ext xmlns:c16="http://schemas.microsoft.com/office/drawing/2014/chart" uri="{C3380CC4-5D6E-409C-BE32-E72D297353CC}">
              <c16:uniqueId val="{00000005-B528-445B-8BC8-8F33CE0CDA72}"/>
            </c:ext>
          </c:extLst>
        </c:ser>
        <c:dLbls>
          <c:showLegendKey val="0"/>
          <c:showVal val="0"/>
          <c:showCatName val="0"/>
          <c:showSerName val="0"/>
          <c:showPercent val="0"/>
          <c:showBubbleSize val="0"/>
        </c:dLbls>
        <c:marker val="1"/>
        <c:smooth val="0"/>
        <c:axId val="298070368"/>
        <c:axId val="298065472"/>
      </c:lineChart>
      <c:lineChart>
        <c:grouping val="standard"/>
        <c:varyColors val="0"/>
        <c:ser>
          <c:idx val="2"/>
          <c:order val="2"/>
          <c:tx>
            <c:strRef>
              <c:f>'Curva S FÍSICA'!$A$8:$B$8</c:f>
              <c:strCache>
                <c:ptCount val="2"/>
                <c:pt idx="0">
                  <c:v>SPI Real (acum) </c:v>
                </c:pt>
              </c:strCache>
            </c:strRef>
          </c:tx>
          <c:spPr>
            <a:ln w="28575" cap="rnd">
              <a:noFill/>
              <a:round/>
            </a:ln>
            <a:effectLst/>
          </c:spPr>
          <c:marker>
            <c:symbol val="diamond"/>
            <c:size val="6"/>
            <c:spPr>
              <a:solidFill>
                <a:schemeClr val="tx1"/>
              </a:solidFill>
              <a:ln w="9525">
                <a:solidFill>
                  <a:schemeClr val="accent3"/>
                </a:solidFill>
              </a:ln>
              <a:effectLst/>
            </c:spPr>
          </c:marker>
          <c:cat>
            <c:strRef>
              <c:f>'Curva S FÍSICA'!$C$2:$BE$2</c:f>
              <c:strCache>
                <c:ptCount val="55"/>
                <c:pt idx="0">
                  <c:v>S42</c:v>
                </c:pt>
                <c:pt idx="1">
                  <c:v>S43</c:v>
                </c:pt>
                <c:pt idx="2">
                  <c:v>S44</c:v>
                </c:pt>
                <c:pt idx="3">
                  <c:v>S45</c:v>
                </c:pt>
                <c:pt idx="4">
                  <c:v>S46</c:v>
                </c:pt>
                <c:pt idx="5">
                  <c:v>S47</c:v>
                </c:pt>
                <c:pt idx="6">
                  <c:v>S48</c:v>
                </c:pt>
                <c:pt idx="7">
                  <c:v>S49</c:v>
                </c:pt>
                <c:pt idx="8">
                  <c:v>S50</c:v>
                </c:pt>
                <c:pt idx="9">
                  <c:v>S51</c:v>
                </c:pt>
                <c:pt idx="10">
                  <c:v>S52</c:v>
                </c:pt>
                <c:pt idx="11">
                  <c:v>S1</c:v>
                </c:pt>
                <c:pt idx="12">
                  <c:v>S2</c:v>
                </c:pt>
                <c:pt idx="13">
                  <c:v>S3</c:v>
                </c:pt>
                <c:pt idx="14">
                  <c:v>S4</c:v>
                </c:pt>
                <c:pt idx="15">
                  <c:v>S5</c:v>
                </c:pt>
                <c:pt idx="16">
                  <c:v>S6</c:v>
                </c:pt>
                <c:pt idx="17">
                  <c:v>S7</c:v>
                </c:pt>
                <c:pt idx="18">
                  <c:v>S8</c:v>
                </c:pt>
                <c:pt idx="19">
                  <c:v>S9</c:v>
                </c:pt>
                <c:pt idx="20">
                  <c:v>S10</c:v>
                </c:pt>
                <c:pt idx="21">
                  <c:v>S11</c:v>
                </c:pt>
                <c:pt idx="22">
                  <c:v>S12</c:v>
                </c:pt>
                <c:pt idx="23">
                  <c:v>S13</c:v>
                </c:pt>
                <c:pt idx="24">
                  <c:v>S14</c:v>
                </c:pt>
                <c:pt idx="25">
                  <c:v>S15</c:v>
                </c:pt>
                <c:pt idx="26">
                  <c:v>S16</c:v>
                </c:pt>
                <c:pt idx="27">
                  <c:v>S17</c:v>
                </c:pt>
                <c:pt idx="28">
                  <c:v>S18</c:v>
                </c:pt>
                <c:pt idx="29">
                  <c:v>S19</c:v>
                </c:pt>
                <c:pt idx="30">
                  <c:v>S20</c:v>
                </c:pt>
                <c:pt idx="31">
                  <c:v>S21</c:v>
                </c:pt>
                <c:pt idx="32">
                  <c:v>S22</c:v>
                </c:pt>
                <c:pt idx="33">
                  <c:v>S23</c:v>
                </c:pt>
                <c:pt idx="34">
                  <c:v>S24</c:v>
                </c:pt>
                <c:pt idx="35">
                  <c:v>S25</c:v>
                </c:pt>
                <c:pt idx="36">
                  <c:v>S26</c:v>
                </c:pt>
                <c:pt idx="37">
                  <c:v>S27</c:v>
                </c:pt>
                <c:pt idx="38">
                  <c:v>S28</c:v>
                </c:pt>
                <c:pt idx="39">
                  <c:v>S29</c:v>
                </c:pt>
                <c:pt idx="40">
                  <c:v>S30</c:v>
                </c:pt>
                <c:pt idx="41">
                  <c:v>S31</c:v>
                </c:pt>
                <c:pt idx="42">
                  <c:v>S32</c:v>
                </c:pt>
                <c:pt idx="43">
                  <c:v>S33</c:v>
                </c:pt>
                <c:pt idx="44">
                  <c:v>S34</c:v>
                </c:pt>
                <c:pt idx="45">
                  <c:v>S35</c:v>
                </c:pt>
                <c:pt idx="46">
                  <c:v>S36</c:v>
                </c:pt>
                <c:pt idx="47">
                  <c:v>S37</c:v>
                </c:pt>
                <c:pt idx="48">
                  <c:v>S38</c:v>
                </c:pt>
                <c:pt idx="49">
                  <c:v>S39</c:v>
                </c:pt>
                <c:pt idx="50">
                  <c:v>S40</c:v>
                </c:pt>
                <c:pt idx="51">
                  <c:v>S41</c:v>
                </c:pt>
                <c:pt idx="52">
                  <c:v>S42</c:v>
                </c:pt>
                <c:pt idx="53">
                  <c:v>S43</c:v>
                </c:pt>
                <c:pt idx="54">
                  <c:v>S44 (30 Oct)</c:v>
                </c:pt>
              </c:strCache>
            </c:strRef>
          </c:cat>
          <c:val>
            <c:numRef>
              <c:f>'Curva S FÍSICA'!$C$8:$BE$8</c:f>
              <c:numCache>
                <c:formatCode>#,##0.00</c:formatCode>
                <c:ptCount val="55"/>
                <c:pt idx="0">
                  <c:v>0.60680578686513997</c:v>
                </c:pt>
                <c:pt idx="1">
                  <c:v>0.65932200497728488</c:v>
                </c:pt>
                <c:pt idx="2">
                  <c:v>0.65539131077229773</c:v>
                </c:pt>
                <c:pt idx="3">
                  <c:v>0.68777734319997386</c:v>
                </c:pt>
                <c:pt idx="4">
                  <c:v>0.72235419441189963</c:v>
                </c:pt>
                <c:pt idx="5">
                  <c:v>0.74648243142141413</c:v>
                </c:pt>
                <c:pt idx="6">
                  <c:v>0.75457660923971126</c:v>
                </c:pt>
                <c:pt idx="7">
                  <c:v>0.79065532539054217</c:v>
                </c:pt>
                <c:pt idx="8">
                  <c:v>0.77752830996775957</c:v>
                </c:pt>
                <c:pt idx="9">
                  <c:v>0.76412694350128574</c:v>
                </c:pt>
                <c:pt idx="10">
                  <c:v>0.79658648496976669</c:v>
                </c:pt>
                <c:pt idx="11">
                  <c:v>0.76036468325501694</c:v>
                </c:pt>
                <c:pt idx="12">
                  <c:v>0.76231454791215625</c:v>
                </c:pt>
                <c:pt idx="13">
                  <c:v>0.74523918007086509</c:v>
                </c:pt>
                <c:pt idx="14">
                  <c:v>0.74465589046270297</c:v>
                </c:pt>
                <c:pt idx="15">
                  <c:v>0.75378725390330226</c:v>
                </c:pt>
                <c:pt idx="16">
                  <c:v>0.75481598827468965</c:v>
                </c:pt>
                <c:pt idx="17">
                  <c:v>0.73978103477743984</c:v>
                </c:pt>
                <c:pt idx="18">
                  <c:v>0.74438826261995483</c:v>
                </c:pt>
                <c:pt idx="19">
                  <c:v>0.72522151313145122</c:v>
                </c:pt>
                <c:pt idx="20">
                  <c:v>0.71478298933393791</c:v>
                </c:pt>
                <c:pt idx="21">
                  <c:v>0.73835014880905103</c:v>
                </c:pt>
                <c:pt idx="22">
                  <c:v>0.74211399727385408</c:v>
                </c:pt>
                <c:pt idx="23">
                  <c:v>0.73542039123930181</c:v>
                </c:pt>
                <c:pt idx="24">
                  <c:v>0.73134774039660655</c:v>
                </c:pt>
                <c:pt idx="25">
                  <c:v>0.74129714285502057</c:v>
                </c:pt>
                <c:pt idx="26">
                  <c:v>0.75128304570132132</c:v>
                </c:pt>
                <c:pt idx="27">
                  <c:v>1.002534164053076</c:v>
                </c:pt>
                <c:pt idx="28">
                  <c:v>0.9962323124485154</c:v>
                </c:pt>
                <c:pt idx="29">
                  <c:v>0.96598506108030524</c:v>
                </c:pt>
                <c:pt idx="30">
                  <c:v>0.99133834732741255</c:v>
                </c:pt>
                <c:pt idx="31">
                  <c:v>0.97527796996330784</c:v>
                </c:pt>
                <c:pt idx="32">
                  <c:v>0.95673932320958732</c:v>
                </c:pt>
                <c:pt idx="33">
                  <c:v>0.94005238552485981</c:v>
                </c:pt>
                <c:pt idx="34">
                  <c:v>0.93047863468223324</c:v>
                </c:pt>
                <c:pt idx="35">
                  <c:v>0.90910861018552858</c:v>
                </c:pt>
                <c:pt idx="36">
                  <c:v>0.89690774408623508</c:v>
                </c:pt>
                <c:pt idx="37">
                  <c:v>0.89368338073785292</c:v>
                </c:pt>
                <c:pt idx="38">
                  <c:v>0.88924716930679037</c:v>
                </c:pt>
                <c:pt idx="39">
                  <c:v>0.88228171208731154</c:v>
                </c:pt>
                <c:pt idx="40">
                  <c:v>0.88106994255252225</c:v>
                </c:pt>
                <c:pt idx="41">
                  <c:v>0.88016460788294415</c:v>
                </c:pt>
                <c:pt idx="42">
                  <c:v>0.87955815551786687</c:v>
                </c:pt>
                <c:pt idx="43">
                  <c:v>0.88328676315640986</c:v>
                </c:pt>
                <c:pt idx="44">
                  <c:v>0.88521346861318095</c:v>
                </c:pt>
                <c:pt idx="45">
                  <c:v>0.88185497199645291</c:v>
                </c:pt>
                <c:pt idx="46">
                  <c:v>0.8800641781477182</c:v>
                </c:pt>
                <c:pt idx="47">
                  <c:v>0.89010676373646869</c:v>
                </c:pt>
                <c:pt idx="48">
                  <c:v>0.90276813244697574</c:v>
                </c:pt>
                <c:pt idx="49">
                  <c:v>0.90206294166117029</c:v>
                </c:pt>
                <c:pt idx="50">
                  <c:v>0.9044192414783776</c:v>
                </c:pt>
                <c:pt idx="51">
                  <c:v>0.91070761831885294</c:v>
                </c:pt>
                <c:pt idx="52">
                  <c:v>0.90443698746653256</c:v>
                </c:pt>
                <c:pt idx="53">
                  <c:v>0.90580546173635468</c:v>
                </c:pt>
                <c:pt idx="54">
                  <c:v>1.0007379562921477</c:v>
                </c:pt>
              </c:numCache>
            </c:numRef>
          </c:val>
          <c:smooth val="0"/>
          <c:extLst>
            <c:ext xmlns:c16="http://schemas.microsoft.com/office/drawing/2014/chart" uri="{C3380CC4-5D6E-409C-BE32-E72D297353CC}">
              <c16:uniqueId val="{00000006-B528-445B-8BC8-8F33CE0CDA72}"/>
            </c:ext>
          </c:extLst>
        </c:ser>
        <c:ser>
          <c:idx val="3"/>
          <c:order val="3"/>
          <c:tx>
            <c:strRef>
              <c:f>'Curva S FÍSICA'!$A$9:$B$9</c:f>
              <c:strCache>
                <c:ptCount val="2"/>
                <c:pt idx="0">
                  <c:v>SPI Meta (1.00)</c:v>
                </c:pt>
              </c:strCache>
            </c:strRef>
          </c:tx>
          <c:spPr>
            <a:ln w="19050" cap="rnd">
              <a:solidFill>
                <a:srgbClr val="00B050"/>
              </a:solidFill>
              <a:prstDash val="sysDash"/>
              <a:round/>
            </a:ln>
            <a:effectLst/>
          </c:spPr>
          <c:marker>
            <c:symbol val="none"/>
          </c:marker>
          <c:dPt>
            <c:idx val="37"/>
            <c:marker>
              <c:symbol val="none"/>
            </c:marker>
            <c:bubble3D val="0"/>
            <c:extLst>
              <c:ext xmlns:c16="http://schemas.microsoft.com/office/drawing/2014/chart" uri="{C3380CC4-5D6E-409C-BE32-E72D297353CC}">
                <c16:uniqueId val="{00000007-B528-445B-8BC8-8F33CE0CDA72}"/>
              </c:ext>
            </c:extLst>
          </c:dPt>
          <c:cat>
            <c:strRef>
              <c:f>'Curva S FÍSICA'!$C$2:$BE$2</c:f>
              <c:strCache>
                <c:ptCount val="55"/>
                <c:pt idx="0">
                  <c:v>S42</c:v>
                </c:pt>
                <c:pt idx="1">
                  <c:v>S43</c:v>
                </c:pt>
                <c:pt idx="2">
                  <c:v>S44</c:v>
                </c:pt>
                <c:pt idx="3">
                  <c:v>S45</c:v>
                </c:pt>
                <c:pt idx="4">
                  <c:v>S46</c:v>
                </c:pt>
                <c:pt idx="5">
                  <c:v>S47</c:v>
                </c:pt>
                <c:pt idx="6">
                  <c:v>S48</c:v>
                </c:pt>
                <c:pt idx="7">
                  <c:v>S49</c:v>
                </c:pt>
                <c:pt idx="8">
                  <c:v>S50</c:v>
                </c:pt>
                <c:pt idx="9">
                  <c:v>S51</c:v>
                </c:pt>
                <c:pt idx="10">
                  <c:v>S52</c:v>
                </c:pt>
                <c:pt idx="11">
                  <c:v>S1</c:v>
                </c:pt>
                <c:pt idx="12">
                  <c:v>S2</c:v>
                </c:pt>
                <c:pt idx="13">
                  <c:v>S3</c:v>
                </c:pt>
                <c:pt idx="14">
                  <c:v>S4</c:v>
                </c:pt>
                <c:pt idx="15">
                  <c:v>S5</c:v>
                </c:pt>
                <c:pt idx="16">
                  <c:v>S6</c:v>
                </c:pt>
                <c:pt idx="17">
                  <c:v>S7</c:v>
                </c:pt>
                <c:pt idx="18">
                  <c:v>S8</c:v>
                </c:pt>
                <c:pt idx="19">
                  <c:v>S9</c:v>
                </c:pt>
                <c:pt idx="20">
                  <c:v>S10</c:v>
                </c:pt>
                <c:pt idx="21">
                  <c:v>S11</c:v>
                </c:pt>
                <c:pt idx="22">
                  <c:v>S12</c:v>
                </c:pt>
                <c:pt idx="23">
                  <c:v>S13</c:v>
                </c:pt>
                <c:pt idx="24">
                  <c:v>S14</c:v>
                </c:pt>
                <c:pt idx="25">
                  <c:v>S15</c:v>
                </c:pt>
                <c:pt idx="26">
                  <c:v>S16</c:v>
                </c:pt>
                <c:pt idx="27">
                  <c:v>S17</c:v>
                </c:pt>
                <c:pt idx="28">
                  <c:v>S18</c:v>
                </c:pt>
                <c:pt idx="29">
                  <c:v>S19</c:v>
                </c:pt>
                <c:pt idx="30">
                  <c:v>S20</c:v>
                </c:pt>
                <c:pt idx="31">
                  <c:v>S21</c:v>
                </c:pt>
                <c:pt idx="32">
                  <c:v>S22</c:v>
                </c:pt>
                <c:pt idx="33">
                  <c:v>S23</c:v>
                </c:pt>
                <c:pt idx="34">
                  <c:v>S24</c:v>
                </c:pt>
                <c:pt idx="35">
                  <c:v>S25</c:v>
                </c:pt>
                <c:pt idx="36">
                  <c:v>S26</c:v>
                </c:pt>
                <c:pt idx="37">
                  <c:v>S27</c:v>
                </c:pt>
                <c:pt idx="38">
                  <c:v>S28</c:v>
                </c:pt>
                <c:pt idx="39">
                  <c:v>S29</c:v>
                </c:pt>
                <c:pt idx="40">
                  <c:v>S30</c:v>
                </c:pt>
                <c:pt idx="41">
                  <c:v>S31</c:v>
                </c:pt>
                <c:pt idx="42">
                  <c:v>S32</c:v>
                </c:pt>
                <c:pt idx="43">
                  <c:v>S33</c:v>
                </c:pt>
                <c:pt idx="44">
                  <c:v>S34</c:v>
                </c:pt>
                <c:pt idx="45">
                  <c:v>S35</c:v>
                </c:pt>
                <c:pt idx="46">
                  <c:v>S36</c:v>
                </c:pt>
                <c:pt idx="47">
                  <c:v>S37</c:v>
                </c:pt>
                <c:pt idx="48">
                  <c:v>S38</c:v>
                </c:pt>
                <c:pt idx="49">
                  <c:v>S39</c:v>
                </c:pt>
                <c:pt idx="50">
                  <c:v>S40</c:v>
                </c:pt>
                <c:pt idx="51">
                  <c:v>S41</c:v>
                </c:pt>
                <c:pt idx="52">
                  <c:v>S42</c:v>
                </c:pt>
                <c:pt idx="53">
                  <c:v>S43</c:v>
                </c:pt>
                <c:pt idx="54">
                  <c:v>S44 (30 Oct)</c:v>
                </c:pt>
              </c:strCache>
            </c:strRef>
          </c:cat>
          <c:val>
            <c:numRef>
              <c:f>'Curva S FÍSICA'!$C$9:$BU$9</c:f>
              <c:numCache>
                <c:formatCode>#,##0.00</c:formatCode>
                <c:ptCount val="71"/>
                <c:pt idx="0">
                  <c:v>1</c:v>
                </c:pt>
                <c:pt idx="1">
                  <c:v>1</c:v>
                </c:pt>
                <c:pt idx="2">
                  <c:v>1</c:v>
                </c:pt>
                <c:pt idx="3">
                  <c:v>1</c:v>
                </c:pt>
                <c:pt idx="4">
                  <c:v>1</c:v>
                </c:pt>
                <c:pt idx="5">
                  <c:v>1</c:v>
                </c:pt>
                <c:pt idx="6">
                  <c:v>1</c:v>
                </c:pt>
                <c:pt idx="7">
                  <c:v>1</c:v>
                </c:pt>
                <c:pt idx="8">
                  <c:v>1</c:v>
                </c:pt>
                <c:pt idx="9">
                  <c:v>1</c:v>
                </c:pt>
                <c:pt idx="10">
                  <c:v>1</c:v>
                </c:pt>
                <c:pt idx="11">
                  <c:v>1</c:v>
                </c:pt>
                <c:pt idx="12">
                  <c:v>1</c:v>
                </c:pt>
                <c:pt idx="13">
                  <c:v>1</c:v>
                </c:pt>
                <c:pt idx="14">
                  <c:v>1</c:v>
                </c:pt>
                <c:pt idx="15">
                  <c:v>1</c:v>
                </c:pt>
                <c:pt idx="16">
                  <c:v>1</c:v>
                </c:pt>
                <c:pt idx="17">
                  <c:v>1</c:v>
                </c:pt>
                <c:pt idx="18">
                  <c:v>1</c:v>
                </c:pt>
                <c:pt idx="19">
                  <c:v>1</c:v>
                </c:pt>
                <c:pt idx="20">
                  <c:v>1</c:v>
                </c:pt>
                <c:pt idx="21">
                  <c:v>1</c:v>
                </c:pt>
                <c:pt idx="22">
                  <c:v>1</c:v>
                </c:pt>
                <c:pt idx="23">
                  <c:v>1</c:v>
                </c:pt>
                <c:pt idx="24">
                  <c:v>1</c:v>
                </c:pt>
                <c:pt idx="25">
                  <c:v>1</c:v>
                </c:pt>
                <c:pt idx="26">
                  <c:v>1</c:v>
                </c:pt>
                <c:pt idx="27">
                  <c:v>1</c:v>
                </c:pt>
                <c:pt idx="28">
                  <c:v>1</c:v>
                </c:pt>
                <c:pt idx="29">
                  <c:v>1</c:v>
                </c:pt>
                <c:pt idx="30">
                  <c:v>1</c:v>
                </c:pt>
                <c:pt idx="31">
                  <c:v>1</c:v>
                </c:pt>
                <c:pt idx="32">
                  <c:v>1</c:v>
                </c:pt>
                <c:pt idx="33">
                  <c:v>1</c:v>
                </c:pt>
                <c:pt idx="34">
                  <c:v>1</c:v>
                </c:pt>
                <c:pt idx="35">
                  <c:v>1</c:v>
                </c:pt>
                <c:pt idx="36">
                  <c:v>1</c:v>
                </c:pt>
                <c:pt idx="37">
                  <c:v>1</c:v>
                </c:pt>
                <c:pt idx="38">
                  <c:v>1</c:v>
                </c:pt>
                <c:pt idx="39">
                  <c:v>1</c:v>
                </c:pt>
                <c:pt idx="40">
                  <c:v>1</c:v>
                </c:pt>
                <c:pt idx="41">
                  <c:v>1</c:v>
                </c:pt>
                <c:pt idx="42">
                  <c:v>1</c:v>
                </c:pt>
                <c:pt idx="43">
                  <c:v>1</c:v>
                </c:pt>
                <c:pt idx="44">
                  <c:v>1</c:v>
                </c:pt>
                <c:pt idx="45">
                  <c:v>1</c:v>
                </c:pt>
                <c:pt idx="46">
                  <c:v>1</c:v>
                </c:pt>
                <c:pt idx="47">
                  <c:v>1</c:v>
                </c:pt>
                <c:pt idx="48">
                  <c:v>1</c:v>
                </c:pt>
                <c:pt idx="49">
                  <c:v>1</c:v>
                </c:pt>
                <c:pt idx="50">
                  <c:v>1</c:v>
                </c:pt>
                <c:pt idx="51">
                  <c:v>1</c:v>
                </c:pt>
                <c:pt idx="52">
                  <c:v>1</c:v>
                </c:pt>
                <c:pt idx="53">
                  <c:v>1</c:v>
                </c:pt>
                <c:pt idx="54">
                  <c:v>1</c:v>
                </c:pt>
                <c:pt idx="55">
                  <c:v>1</c:v>
                </c:pt>
                <c:pt idx="56">
                  <c:v>1</c:v>
                </c:pt>
                <c:pt idx="57">
                  <c:v>1</c:v>
                </c:pt>
                <c:pt idx="58">
                  <c:v>1</c:v>
                </c:pt>
                <c:pt idx="59">
                  <c:v>1</c:v>
                </c:pt>
                <c:pt idx="60">
                  <c:v>1</c:v>
                </c:pt>
                <c:pt idx="61">
                  <c:v>1</c:v>
                </c:pt>
                <c:pt idx="62">
                  <c:v>1</c:v>
                </c:pt>
                <c:pt idx="63">
                  <c:v>1</c:v>
                </c:pt>
                <c:pt idx="64">
                  <c:v>1</c:v>
                </c:pt>
                <c:pt idx="65">
                  <c:v>1</c:v>
                </c:pt>
                <c:pt idx="66">
                  <c:v>1</c:v>
                </c:pt>
                <c:pt idx="67">
                  <c:v>1</c:v>
                </c:pt>
                <c:pt idx="68">
                  <c:v>1</c:v>
                </c:pt>
                <c:pt idx="69">
                  <c:v>1</c:v>
                </c:pt>
                <c:pt idx="70">
                  <c:v>1</c:v>
                </c:pt>
              </c:numCache>
            </c:numRef>
          </c:val>
          <c:smooth val="0"/>
          <c:extLst>
            <c:ext xmlns:c16="http://schemas.microsoft.com/office/drawing/2014/chart" uri="{C3380CC4-5D6E-409C-BE32-E72D297353CC}">
              <c16:uniqueId val="{00000008-B528-445B-8BC8-8F33CE0CDA72}"/>
            </c:ext>
          </c:extLst>
        </c:ser>
        <c:ser>
          <c:idx val="4"/>
          <c:order val="4"/>
          <c:tx>
            <c:strRef>
              <c:f>'Curva S FÍSICA'!$A$10:$B$10</c:f>
              <c:strCache>
                <c:ptCount val="2"/>
                <c:pt idx="0">
                  <c:v>SPI Mín Acep (0.90)</c:v>
                </c:pt>
              </c:strCache>
            </c:strRef>
          </c:tx>
          <c:spPr>
            <a:ln w="19050" cap="rnd">
              <a:solidFill>
                <a:srgbClr val="92D050"/>
              </a:solidFill>
              <a:prstDash val="sysDash"/>
              <a:round/>
            </a:ln>
            <a:effectLst/>
          </c:spPr>
          <c:marker>
            <c:symbol val="none"/>
          </c:marker>
          <c:cat>
            <c:strRef>
              <c:f>'Curva S FÍSICA'!$C$2:$BE$2</c:f>
              <c:strCache>
                <c:ptCount val="55"/>
                <c:pt idx="0">
                  <c:v>S42</c:v>
                </c:pt>
                <c:pt idx="1">
                  <c:v>S43</c:v>
                </c:pt>
                <c:pt idx="2">
                  <c:v>S44</c:v>
                </c:pt>
                <c:pt idx="3">
                  <c:v>S45</c:v>
                </c:pt>
                <c:pt idx="4">
                  <c:v>S46</c:v>
                </c:pt>
                <c:pt idx="5">
                  <c:v>S47</c:v>
                </c:pt>
                <c:pt idx="6">
                  <c:v>S48</c:v>
                </c:pt>
                <c:pt idx="7">
                  <c:v>S49</c:v>
                </c:pt>
                <c:pt idx="8">
                  <c:v>S50</c:v>
                </c:pt>
                <c:pt idx="9">
                  <c:v>S51</c:v>
                </c:pt>
                <c:pt idx="10">
                  <c:v>S52</c:v>
                </c:pt>
                <c:pt idx="11">
                  <c:v>S1</c:v>
                </c:pt>
                <c:pt idx="12">
                  <c:v>S2</c:v>
                </c:pt>
                <c:pt idx="13">
                  <c:v>S3</c:v>
                </c:pt>
                <c:pt idx="14">
                  <c:v>S4</c:v>
                </c:pt>
                <c:pt idx="15">
                  <c:v>S5</c:v>
                </c:pt>
                <c:pt idx="16">
                  <c:v>S6</c:v>
                </c:pt>
                <c:pt idx="17">
                  <c:v>S7</c:v>
                </c:pt>
                <c:pt idx="18">
                  <c:v>S8</c:v>
                </c:pt>
                <c:pt idx="19">
                  <c:v>S9</c:v>
                </c:pt>
                <c:pt idx="20">
                  <c:v>S10</c:v>
                </c:pt>
                <c:pt idx="21">
                  <c:v>S11</c:v>
                </c:pt>
                <c:pt idx="22">
                  <c:v>S12</c:v>
                </c:pt>
                <c:pt idx="23">
                  <c:v>S13</c:v>
                </c:pt>
                <c:pt idx="24">
                  <c:v>S14</c:v>
                </c:pt>
                <c:pt idx="25">
                  <c:v>S15</c:v>
                </c:pt>
                <c:pt idx="26">
                  <c:v>S16</c:v>
                </c:pt>
                <c:pt idx="27">
                  <c:v>S17</c:v>
                </c:pt>
                <c:pt idx="28">
                  <c:v>S18</c:v>
                </c:pt>
                <c:pt idx="29">
                  <c:v>S19</c:v>
                </c:pt>
                <c:pt idx="30">
                  <c:v>S20</c:v>
                </c:pt>
                <c:pt idx="31">
                  <c:v>S21</c:v>
                </c:pt>
                <c:pt idx="32">
                  <c:v>S22</c:v>
                </c:pt>
                <c:pt idx="33">
                  <c:v>S23</c:v>
                </c:pt>
                <c:pt idx="34">
                  <c:v>S24</c:v>
                </c:pt>
                <c:pt idx="35">
                  <c:v>S25</c:v>
                </c:pt>
                <c:pt idx="36">
                  <c:v>S26</c:v>
                </c:pt>
                <c:pt idx="37">
                  <c:v>S27</c:v>
                </c:pt>
                <c:pt idx="38">
                  <c:v>S28</c:v>
                </c:pt>
                <c:pt idx="39">
                  <c:v>S29</c:v>
                </c:pt>
                <c:pt idx="40">
                  <c:v>S30</c:v>
                </c:pt>
                <c:pt idx="41">
                  <c:v>S31</c:v>
                </c:pt>
                <c:pt idx="42">
                  <c:v>S32</c:v>
                </c:pt>
                <c:pt idx="43">
                  <c:v>S33</c:v>
                </c:pt>
                <c:pt idx="44">
                  <c:v>S34</c:v>
                </c:pt>
                <c:pt idx="45">
                  <c:v>S35</c:v>
                </c:pt>
                <c:pt idx="46">
                  <c:v>S36</c:v>
                </c:pt>
                <c:pt idx="47">
                  <c:v>S37</c:v>
                </c:pt>
                <c:pt idx="48">
                  <c:v>S38</c:v>
                </c:pt>
                <c:pt idx="49">
                  <c:v>S39</c:v>
                </c:pt>
                <c:pt idx="50">
                  <c:v>S40</c:v>
                </c:pt>
                <c:pt idx="51">
                  <c:v>S41</c:v>
                </c:pt>
                <c:pt idx="52">
                  <c:v>S42</c:v>
                </c:pt>
                <c:pt idx="53">
                  <c:v>S43</c:v>
                </c:pt>
                <c:pt idx="54">
                  <c:v>S44 (30 Oct)</c:v>
                </c:pt>
              </c:strCache>
            </c:strRef>
          </c:cat>
          <c:val>
            <c:numRef>
              <c:f>'Curva S FÍSICA'!$C$10:$BU$10</c:f>
              <c:numCache>
                <c:formatCode>#,##0.00</c:formatCode>
                <c:ptCount val="71"/>
                <c:pt idx="0">
                  <c:v>0.9</c:v>
                </c:pt>
                <c:pt idx="1">
                  <c:v>0.9</c:v>
                </c:pt>
                <c:pt idx="2">
                  <c:v>0.9</c:v>
                </c:pt>
                <c:pt idx="3">
                  <c:v>0.9</c:v>
                </c:pt>
                <c:pt idx="4">
                  <c:v>0.9</c:v>
                </c:pt>
                <c:pt idx="5">
                  <c:v>0.9</c:v>
                </c:pt>
                <c:pt idx="6">
                  <c:v>0.9</c:v>
                </c:pt>
                <c:pt idx="7">
                  <c:v>0.9</c:v>
                </c:pt>
                <c:pt idx="8">
                  <c:v>0.9</c:v>
                </c:pt>
                <c:pt idx="9">
                  <c:v>0.9</c:v>
                </c:pt>
                <c:pt idx="10">
                  <c:v>0.9</c:v>
                </c:pt>
                <c:pt idx="11">
                  <c:v>0.9</c:v>
                </c:pt>
                <c:pt idx="12">
                  <c:v>0.9</c:v>
                </c:pt>
                <c:pt idx="13">
                  <c:v>0.9</c:v>
                </c:pt>
                <c:pt idx="14">
                  <c:v>0.9</c:v>
                </c:pt>
                <c:pt idx="15">
                  <c:v>0.9</c:v>
                </c:pt>
                <c:pt idx="16">
                  <c:v>0.9</c:v>
                </c:pt>
                <c:pt idx="17">
                  <c:v>0.9</c:v>
                </c:pt>
                <c:pt idx="18">
                  <c:v>0.9</c:v>
                </c:pt>
                <c:pt idx="19">
                  <c:v>0.9</c:v>
                </c:pt>
                <c:pt idx="20">
                  <c:v>0.9</c:v>
                </c:pt>
                <c:pt idx="21">
                  <c:v>0.9</c:v>
                </c:pt>
                <c:pt idx="22">
                  <c:v>0.9</c:v>
                </c:pt>
                <c:pt idx="23">
                  <c:v>0.9</c:v>
                </c:pt>
                <c:pt idx="24">
                  <c:v>0.9</c:v>
                </c:pt>
                <c:pt idx="25">
                  <c:v>0.9</c:v>
                </c:pt>
                <c:pt idx="26">
                  <c:v>0.9</c:v>
                </c:pt>
                <c:pt idx="27">
                  <c:v>0.9</c:v>
                </c:pt>
                <c:pt idx="28">
                  <c:v>0.9</c:v>
                </c:pt>
                <c:pt idx="29">
                  <c:v>0.9</c:v>
                </c:pt>
                <c:pt idx="30">
                  <c:v>0.9</c:v>
                </c:pt>
                <c:pt idx="31">
                  <c:v>0.9</c:v>
                </c:pt>
                <c:pt idx="32">
                  <c:v>0.9</c:v>
                </c:pt>
                <c:pt idx="33">
                  <c:v>0.9</c:v>
                </c:pt>
                <c:pt idx="34">
                  <c:v>0.9</c:v>
                </c:pt>
                <c:pt idx="35">
                  <c:v>0.9</c:v>
                </c:pt>
                <c:pt idx="36">
                  <c:v>0.9</c:v>
                </c:pt>
                <c:pt idx="37">
                  <c:v>0.9</c:v>
                </c:pt>
                <c:pt idx="38">
                  <c:v>0.9</c:v>
                </c:pt>
                <c:pt idx="39">
                  <c:v>0.9</c:v>
                </c:pt>
                <c:pt idx="40">
                  <c:v>0.9</c:v>
                </c:pt>
                <c:pt idx="41">
                  <c:v>0.9</c:v>
                </c:pt>
                <c:pt idx="42">
                  <c:v>0.9</c:v>
                </c:pt>
                <c:pt idx="43">
                  <c:v>0.9</c:v>
                </c:pt>
                <c:pt idx="44">
                  <c:v>0.9</c:v>
                </c:pt>
                <c:pt idx="45">
                  <c:v>0.9</c:v>
                </c:pt>
                <c:pt idx="46">
                  <c:v>0.9</c:v>
                </c:pt>
                <c:pt idx="47">
                  <c:v>0.9</c:v>
                </c:pt>
                <c:pt idx="48">
                  <c:v>0.9</c:v>
                </c:pt>
                <c:pt idx="49">
                  <c:v>0.9</c:v>
                </c:pt>
                <c:pt idx="50">
                  <c:v>0.9</c:v>
                </c:pt>
                <c:pt idx="51">
                  <c:v>0.9</c:v>
                </c:pt>
                <c:pt idx="52">
                  <c:v>0.9</c:v>
                </c:pt>
                <c:pt idx="53">
                  <c:v>0.9</c:v>
                </c:pt>
                <c:pt idx="54">
                  <c:v>0.9</c:v>
                </c:pt>
                <c:pt idx="55">
                  <c:v>0.9</c:v>
                </c:pt>
                <c:pt idx="56">
                  <c:v>0.9</c:v>
                </c:pt>
                <c:pt idx="57">
                  <c:v>0.9</c:v>
                </c:pt>
                <c:pt idx="58">
                  <c:v>0.9</c:v>
                </c:pt>
                <c:pt idx="59">
                  <c:v>0.9</c:v>
                </c:pt>
                <c:pt idx="60">
                  <c:v>0.9</c:v>
                </c:pt>
                <c:pt idx="61">
                  <c:v>0.9</c:v>
                </c:pt>
                <c:pt idx="62">
                  <c:v>0.9</c:v>
                </c:pt>
                <c:pt idx="63">
                  <c:v>0.9</c:v>
                </c:pt>
                <c:pt idx="64">
                  <c:v>0.9</c:v>
                </c:pt>
                <c:pt idx="65">
                  <c:v>0.9</c:v>
                </c:pt>
                <c:pt idx="66">
                  <c:v>0.9</c:v>
                </c:pt>
                <c:pt idx="67">
                  <c:v>0.9</c:v>
                </c:pt>
                <c:pt idx="68">
                  <c:v>0.9</c:v>
                </c:pt>
                <c:pt idx="69">
                  <c:v>0.9</c:v>
                </c:pt>
                <c:pt idx="70">
                  <c:v>0.9</c:v>
                </c:pt>
              </c:numCache>
            </c:numRef>
          </c:val>
          <c:smooth val="0"/>
          <c:extLst>
            <c:ext xmlns:c16="http://schemas.microsoft.com/office/drawing/2014/chart" uri="{C3380CC4-5D6E-409C-BE32-E72D297353CC}">
              <c16:uniqueId val="{00000009-B528-445B-8BC8-8F33CE0CDA72}"/>
            </c:ext>
          </c:extLst>
        </c:ser>
        <c:ser>
          <c:idx val="6"/>
          <c:order val="6"/>
          <c:tx>
            <c:strRef>
              <c:f>'Curva S FÍSICA'!$A$6:$B$6</c:f>
              <c:strCache>
                <c:ptCount val="2"/>
                <c:pt idx="0">
                  <c:v>Avance Acum Proy Global (%) - LB 07</c:v>
                </c:pt>
              </c:strCache>
            </c:strRef>
          </c:tx>
          <c:spPr>
            <a:ln w="25400" cap="rnd">
              <a:solidFill>
                <a:srgbClr val="0070C0"/>
              </a:solidFill>
              <a:prstDash val="sysDash"/>
              <a:round/>
            </a:ln>
            <a:effectLst/>
          </c:spPr>
          <c:marker>
            <c:symbol val="none"/>
          </c:marker>
          <c:dPt>
            <c:idx val="70"/>
            <c:marker>
              <c:symbol val="diamond"/>
              <c:size val="7"/>
              <c:spPr>
                <a:solidFill>
                  <a:schemeClr val="accent1">
                    <a:lumMod val="60000"/>
                  </a:schemeClr>
                </a:solidFill>
                <a:ln w="9525">
                  <a:solidFill>
                    <a:schemeClr val="accent1">
                      <a:lumMod val="60000"/>
                    </a:schemeClr>
                  </a:solidFill>
                </a:ln>
                <a:effectLst/>
              </c:spPr>
            </c:marker>
            <c:bubble3D val="0"/>
            <c:extLst>
              <c:ext xmlns:c16="http://schemas.microsoft.com/office/drawing/2014/chart" uri="{C3380CC4-5D6E-409C-BE32-E72D297353CC}">
                <c16:uniqueId val="{0000000A-B528-445B-8BC8-8F33CE0CDA72}"/>
              </c:ext>
            </c:extLst>
          </c:dPt>
          <c:dLbls>
            <c:dLbl>
              <c:idx val="54"/>
              <c:layout>
                <c:manualLayout>
                  <c:x val="-1.235039730352991E-3"/>
                  <c:y val="-2.4714239177011967E-2"/>
                </c:manualLayout>
              </c:layout>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rgbClr val="0070C0"/>
                      </a:solidFill>
                      <a:latin typeface="+mn-lt"/>
                      <a:ea typeface="+mn-ea"/>
                      <a:cs typeface="+mn-cs"/>
                    </a:defRPr>
                  </a:pPr>
                  <a:endParaRPr lang="es-PE"/>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B528-445B-8BC8-8F33CE0CDA72}"/>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PE"/>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'Curva S FÍSICA'!$C$6:$BU$6</c:f>
              <c:numCache>
                <c:formatCode>General</c:formatCode>
                <c:ptCount val="71"/>
                <c:pt idx="54" formatCode="0%">
                  <c:v>0.90517555999999988</c:v>
                </c:pt>
                <c:pt idx="55" formatCode="0%">
                  <c:v>0.90723533999999983</c:v>
                </c:pt>
                <c:pt idx="56" formatCode="0%">
                  <c:v>0.91919558999999984</c:v>
                </c:pt>
                <c:pt idx="57" formatCode="0%">
                  <c:v>0.92259866999999984</c:v>
                </c:pt>
                <c:pt idx="58" formatCode="0%">
                  <c:v>0.92879385999999986</c:v>
                </c:pt>
                <c:pt idx="59" formatCode="0%">
                  <c:v>0.93290202999999983</c:v>
                </c:pt>
                <c:pt idx="60" formatCode="0%">
                  <c:v>0.93901606999999987</c:v>
                </c:pt>
                <c:pt idx="61" formatCode="0%">
                  <c:v>0.94350732999999987</c:v>
                </c:pt>
                <c:pt idx="62" formatCode="0%">
                  <c:v>0.95099266999999987</c:v>
                </c:pt>
                <c:pt idx="63" formatCode="0%">
                  <c:v>0.95416169999999989</c:v>
                </c:pt>
                <c:pt idx="64" formatCode="0%">
                  <c:v>0.96100379999999985</c:v>
                </c:pt>
                <c:pt idx="65" formatCode="0%">
                  <c:v>0.96648519999999982</c:v>
                </c:pt>
                <c:pt idx="66" formatCode="0%">
                  <c:v>0.97028509999999979</c:v>
                </c:pt>
                <c:pt idx="67" formatCode="0%">
                  <c:v>0.97947749999999978</c:v>
                </c:pt>
                <c:pt idx="68" formatCode="0%">
                  <c:v>0.98661729999999981</c:v>
                </c:pt>
                <c:pt idx="69" formatCode="0%">
                  <c:v>0.99386529999999984</c:v>
                </c:pt>
                <c:pt idx="70" formatCode="0%">
                  <c:v>0.99987629999999983</c:v>
                </c:pt>
              </c:numCache>
            </c:numRef>
          </c:val>
          <c:smooth val="0"/>
          <c:extLst>
            <c:ext xmlns:c16="http://schemas.microsoft.com/office/drawing/2014/chart" uri="{C3380CC4-5D6E-409C-BE32-E72D297353CC}">
              <c16:uniqueId val="{0000000C-B528-445B-8BC8-8F33CE0CDA72}"/>
            </c:ext>
          </c:extLst>
        </c:ser>
        <c:dLbls>
          <c:showLegendKey val="0"/>
          <c:showVal val="0"/>
          <c:showCatName val="0"/>
          <c:showSerName val="0"/>
          <c:showPercent val="0"/>
          <c:showBubbleSize val="0"/>
        </c:dLbls>
        <c:marker val="1"/>
        <c:smooth val="0"/>
        <c:axId val="407246255"/>
        <c:axId val="407256655"/>
      </c:lineChart>
      <c:catAx>
        <c:axId val="298070368"/>
        <c:scaling>
          <c:orientation val="minMax"/>
        </c:scaling>
        <c:delete val="0"/>
        <c:axPos val="b"/>
        <c:numFmt formatCode="General" sourceLinked="1"/>
        <c:majorTickMark val="out"/>
        <c:minorTickMark val="in"/>
        <c:tickLblPos val="nextTo"/>
        <c:spPr>
          <a:noFill/>
          <a:ln w="9525" cap="flat" cmpd="sng" algn="ctr">
            <a:solidFill>
              <a:schemeClr val="tx1">
                <a:lumMod val="15000"/>
                <a:lumOff val="85000"/>
              </a:schemeClr>
            </a:solidFill>
            <a:round/>
          </a:ln>
          <a:effectLst/>
        </c:spPr>
        <c:txPr>
          <a:bodyPr rot="-5400000" spcFirstLastPara="1" vertOverflow="ellipsis" wrap="square" anchor="ctr" anchorCtr="0"/>
          <a:lstStyle/>
          <a:p>
            <a:pPr>
              <a:defRPr sz="900" b="1" i="0" u="none" strike="noStrike" kern="1200" baseline="0">
                <a:solidFill>
                  <a:schemeClr val="tx1">
                    <a:lumMod val="65000"/>
                    <a:lumOff val="35000"/>
                  </a:schemeClr>
                </a:solidFill>
                <a:latin typeface="+mn-lt"/>
                <a:ea typeface="+mn-ea"/>
                <a:cs typeface="+mn-cs"/>
              </a:defRPr>
            </a:pPr>
            <a:endParaRPr lang="es-PE"/>
          </a:p>
        </c:txPr>
        <c:crossAx val="298065472"/>
        <c:crosses val="autoZero"/>
        <c:auto val="1"/>
        <c:lblAlgn val="ctr"/>
        <c:lblOffset val="100"/>
        <c:noMultiLvlLbl val="0"/>
      </c:catAx>
      <c:valAx>
        <c:axId val="298065472"/>
        <c:scaling>
          <c:orientation val="minMax"/>
          <c:max val="1.1000000000000001"/>
        </c:scaling>
        <c:delete val="0"/>
        <c:axPos val="l"/>
        <c:majorGridlines>
          <c:spPr>
            <a:ln w="9525" cap="flat" cmpd="sng" algn="ctr">
              <a:solidFill>
                <a:schemeClr val="tx1">
                  <a:lumMod val="15000"/>
                  <a:lumOff val="85000"/>
                </a:schemeClr>
              </a:solidFill>
              <a:round/>
            </a:ln>
            <a:effectLst/>
          </c:spPr>
        </c:majorGridlines>
        <c:numFmt formatCode="0%" sourceLinked="1"/>
        <c:majorTickMark val="out"/>
        <c:minorTickMark val="out"/>
        <c:tickLblPos val="nextTo"/>
        <c:spPr>
          <a:noFill/>
          <a:ln>
            <a:solidFill>
              <a:schemeClr val="tx1">
                <a:lumMod val="15000"/>
                <a:lumOff val="85000"/>
              </a:schemeClr>
            </a:solidFill>
          </a:ln>
          <a:effectLst/>
        </c:spPr>
        <c:txPr>
          <a:bodyPr rot="-60000000" spcFirstLastPara="1" vertOverflow="ellipsis" vert="horz" wrap="square" anchor="ctr" anchorCtr="1"/>
          <a:lstStyle/>
          <a:p>
            <a:pPr>
              <a:defRPr sz="900" b="1" i="0" u="none" strike="noStrike" kern="1200" baseline="0">
                <a:solidFill>
                  <a:schemeClr val="tx1">
                    <a:lumMod val="65000"/>
                    <a:lumOff val="35000"/>
                  </a:schemeClr>
                </a:solidFill>
                <a:latin typeface="+mn-lt"/>
                <a:ea typeface="+mn-ea"/>
                <a:cs typeface="+mn-cs"/>
              </a:defRPr>
            </a:pPr>
            <a:endParaRPr lang="es-PE"/>
          </a:p>
        </c:txPr>
        <c:crossAx val="298070368"/>
        <c:crosses val="autoZero"/>
        <c:crossBetween val="midCat"/>
        <c:majorUnit val="0.1"/>
      </c:valAx>
      <c:valAx>
        <c:axId val="407256655"/>
        <c:scaling>
          <c:orientation val="minMax"/>
          <c:max val="1.1000000000000001"/>
        </c:scaling>
        <c:delete val="0"/>
        <c:axPos val="r"/>
        <c:numFmt formatCode="#,##0.00"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PE"/>
          </a:p>
        </c:txPr>
        <c:crossAx val="407246255"/>
        <c:crosses val="max"/>
        <c:crossBetween val="between"/>
        <c:majorUnit val="0.1"/>
      </c:valAx>
      <c:catAx>
        <c:axId val="407246255"/>
        <c:scaling>
          <c:orientation val="minMax"/>
        </c:scaling>
        <c:delete val="1"/>
        <c:axPos val="b"/>
        <c:numFmt formatCode="General" sourceLinked="1"/>
        <c:majorTickMark val="out"/>
        <c:minorTickMark val="none"/>
        <c:tickLblPos val="nextTo"/>
        <c:crossAx val="407256655"/>
        <c:crosses val="autoZero"/>
        <c:auto val="1"/>
        <c:lblAlgn val="ctr"/>
        <c:lblOffset val="100"/>
        <c:noMultiLvlLbl val="0"/>
      </c:catAx>
      <c:spPr>
        <a:noFill/>
        <a:ln>
          <a:noFill/>
        </a:ln>
        <a:effectLst/>
      </c:spPr>
    </c:plotArea>
    <c:legend>
      <c:legendPos val="b"/>
      <c:overlay val="0"/>
      <c:spPr>
        <a:noFill/>
        <a:ln>
          <a:noFill/>
        </a:ln>
        <a:effectLst/>
      </c:spPr>
      <c:txPr>
        <a:bodyPr rot="0" spcFirstLastPara="1" vertOverflow="ellipsis" vert="horz" wrap="square" anchor="ctr" anchorCtr="1"/>
        <a:lstStyle/>
        <a:p>
          <a:pPr rtl="0">
            <a:defRPr sz="1100" b="1" i="0" u="none" strike="noStrike" kern="1200" baseline="0">
              <a:solidFill>
                <a:schemeClr val="tx1">
                  <a:lumMod val="65000"/>
                  <a:lumOff val="35000"/>
                </a:schemeClr>
              </a:solidFill>
              <a:latin typeface="+mn-lt"/>
              <a:ea typeface="+mn-ea"/>
              <a:cs typeface="+mn-cs"/>
            </a:defRPr>
          </a:pPr>
          <a:endParaRPr lang="es-PE"/>
        </a:p>
      </c:txPr>
    </c:legend>
    <c:plotVisOnly val="1"/>
    <c:dispBlanksAs val="gap"/>
    <c:showDLblsOverMax val="0"/>
  </c:chart>
  <c:spPr>
    <a:solidFill>
      <a:schemeClr val="bg1"/>
    </a:solidFill>
    <a:ln w="28575" cap="flat" cmpd="sng" algn="ctr">
      <a:solidFill>
        <a:schemeClr val="tx1"/>
      </a:solidFill>
      <a:round/>
    </a:ln>
    <a:effectLst/>
  </c:spPr>
  <c:txPr>
    <a:bodyPr/>
    <a:lstStyle/>
    <a:p>
      <a:pPr>
        <a:defRPr/>
      </a:pPr>
      <a:endParaRPr lang="es-PE"/>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p>
        </p:txBody>
      </p:sp>
      <p:sp>
        <p:nvSpPr>
          <p:cNvPr id="3" name="Subtítulo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editar el estilo de subtítulo del patrón</a:t>
            </a:r>
          </a:p>
        </p:txBody>
      </p:sp>
      <p:sp>
        <p:nvSpPr>
          <p:cNvPr id="4" name="Marcador de fecha 3"/>
          <p:cNvSpPr>
            <a:spLocks noGrp="1"/>
          </p:cNvSpPr>
          <p:nvPr>
            <p:ph type="dt" sz="half" idx="10"/>
          </p:nvPr>
        </p:nvSpPr>
        <p:spPr/>
        <p:txBody>
          <a:bodyPr/>
          <a:lstStyle/>
          <a:p>
            <a:fld id="{CC231CB2-8F63-4ACB-AA28-38CB9C3B0788}" type="datetimeFigureOut">
              <a:rPr lang="es-ES" smtClean="0"/>
              <a:t>17/10/2023</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918155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contenido 2"/>
          <p:cNvSpPr>
            <a:spLocks noGrp="1"/>
          </p:cNvSpPr>
          <p:nvPr>
            <p:ph idx="1"/>
          </p:nvPr>
        </p:nvSpPr>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10"/>
          </p:nvPr>
        </p:nvSpPr>
        <p:spPr/>
        <p:txBody>
          <a:bodyPr/>
          <a:lstStyle/>
          <a:p>
            <a:fld id="{CC231CB2-8F63-4ACB-AA28-38CB9C3B0788}" type="datetimeFigureOut">
              <a:rPr lang="es-ES" smtClean="0"/>
              <a:t>17/10/2023</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8945228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p>
        </p:txBody>
      </p:sp>
      <p:sp>
        <p:nvSpPr>
          <p:cNvPr id="3" name="Marcador de texto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Editar el estilo de texto del patrón</a:t>
            </a:r>
          </a:p>
        </p:txBody>
      </p:sp>
      <p:sp>
        <p:nvSpPr>
          <p:cNvPr id="4" name="Marcador de fecha 3"/>
          <p:cNvSpPr>
            <a:spLocks noGrp="1"/>
          </p:cNvSpPr>
          <p:nvPr>
            <p:ph type="dt" sz="half" idx="10"/>
          </p:nvPr>
        </p:nvSpPr>
        <p:spPr/>
        <p:txBody>
          <a:bodyPr/>
          <a:lstStyle/>
          <a:p>
            <a:fld id="{CC231CB2-8F63-4ACB-AA28-38CB9C3B0788}" type="datetimeFigureOut">
              <a:rPr lang="es-ES" smtClean="0"/>
              <a:t>17/10/2023</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35937309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contenido 2"/>
          <p:cNvSpPr>
            <a:spLocks noGrp="1"/>
          </p:cNvSpPr>
          <p:nvPr>
            <p:ph sz="half" idx="1"/>
          </p:nvPr>
        </p:nvSpPr>
        <p:spPr>
          <a:xfrm>
            <a:off x="838200" y="1825625"/>
            <a:ext cx="5181600" cy="435133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contenido 3"/>
          <p:cNvSpPr>
            <a:spLocks noGrp="1"/>
          </p:cNvSpPr>
          <p:nvPr>
            <p:ph sz="half" idx="2"/>
          </p:nvPr>
        </p:nvSpPr>
        <p:spPr>
          <a:xfrm>
            <a:off x="6172200" y="1825625"/>
            <a:ext cx="5181600" cy="435133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fecha 4"/>
          <p:cNvSpPr>
            <a:spLocks noGrp="1"/>
          </p:cNvSpPr>
          <p:nvPr>
            <p:ph type="dt" sz="half" idx="10"/>
          </p:nvPr>
        </p:nvSpPr>
        <p:spPr/>
        <p:txBody>
          <a:bodyPr/>
          <a:lstStyle/>
          <a:p>
            <a:fld id="{CC231CB2-8F63-4ACB-AA28-38CB9C3B0788}" type="datetimeFigureOut">
              <a:rPr lang="es-ES" smtClean="0"/>
              <a:t>17/10/2023</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36462442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a:xfrm>
            <a:off x="839788" y="365125"/>
            <a:ext cx="10515600" cy="1325563"/>
          </a:xfrm>
        </p:spPr>
        <p:txBody>
          <a:bodyPr/>
          <a:lstStyle/>
          <a:p>
            <a:r>
              <a:rPr lang="es-ES"/>
              <a:t>Haga clic para modificar el estilo de título del patrón</a:t>
            </a:r>
          </a:p>
        </p:txBody>
      </p:sp>
      <p:sp>
        <p:nvSpPr>
          <p:cNvPr id="3" name="Marcador de tex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4" name="Marcador de contenido 3"/>
          <p:cNvSpPr>
            <a:spLocks noGrp="1"/>
          </p:cNvSpPr>
          <p:nvPr>
            <p:ph sz="half" idx="2"/>
          </p:nvPr>
        </p:nvSpPr>
        <p:spPr>
          <a:xfrm>
            <a:off x="839788" y="2505075"/>
            <a:ext cx="5157787" cy="368458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tex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6" name="Marcador de contenido 5"/>
          <p:cNvSpPr>
            <a:spLocks noGrp="1"/>
          </p:cNvSpPr>
          <p:nvPr>
            <p:ph sz="quarter" idx="4"/>
          </p:nvPr>
        </p:nvSpPr>
        <p:spPr>
          <a:xfrm>
            <a:off x="6172200" y="2505075"/>
            <a:ext cx="5183188" cy="368458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7" name="Marcador de fecha 6"/>
          <p:cNvSpPr>
            <a:spLocks noGrp="1"/>
          </p:cNvSpPr>
          <p:nvPr>
            <p:ph type="dt" sz="half" idx="10"/>
          </p:nvPr>
        </p:nvSpPr>
        <p:spPr/>
        <p:txBody>
          <a:bodyPr/>
          <a:lstStyle/>
          <a:p>
            <a:fld id="{CC231CB2-8F63-4ACB-AA28-38CB9C3B0788}" type="datetimeFigureOut">
              <a:rPr lang="es-ES" smtClean="0"/>
              <a:t>17/10/2023</a:t>
            </a:fld>
            <a:endParaRPr lang="es-ES"/>
          </a:p>
        </p:txBody>
      </p:sp>
      <p:sp>
        <p:nvSpPr>
          <p:cNvPr id="8" name="Marcador de pie de página 7"/>
          <p:cNvSpPr>
            <a:spLocks noGrp="1"/>
          </p:cNvSpPr>
          <p:nvPr>
            <p:ph type="ftr" sz="quarter" idx="11"/>
          </p:nvPr>
        </p:nvSpPr>
        <p:spPr/>
        <p:txBody>
          <a:bodyPr/>
          <a:lstStyle/>
          <a:p>
            <a:endParaRPr lang="es-ES"/>
          </a:p>
        </p:txBody>
      </p:sp>
      <p:sp>
        <p:nvSpPr>
          <p:cNvPr id="9" name="Marcador de número de diapositiva 8"/>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4962326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fecha 2"/>
          <p:cNvSpPr>
            <a:spLocks noGrp="1"/>
          </p:cNvSpPr>
          <p:nvPr>
            <p:ph type="dt" sz="half" idx="10"/>
          </p:nvPr>
        </p:nvSpPr>
        <p:spPr/>
        <p:txBody>
          <a:bodyPr/>
          <a:lstStyle/>
          <a:p>
            <a:fld id="{CC231CB2-8F63-4ACB-AA28-38CB9C3B0788}" type="datetimeFigureOut">
              <a:rPr lang="es-ES" smtClean="0"/>
              <a:t>17/10/2023</a:t>
            </a:fld>
            <a:endParaRPr lang="es-ES"/>
          </a:p>
        </p:txBody>
      </p:sp>
      <p:sp>
        <p:nvSpPr>
          <p:cNvPr id="4" name="Marcador de pie de página 3"/>
          <p:cNvSpPr>
            <a:spLocks noGrp="1"/>
          </p:cNvSpPr>
          <p:nvPr>
            <p:ph type="ftr" sz="quarter" idx="11"/>
          </p:nvPr>
        </p:nvSpPr>
        <p:spPr/>
        <p:txBody>
          <a:bodyPr/>
          <a:lstStyle/>
          <a:p>
            <a:endParaRPr lang="es-ES"/>
          </a:p>
        </p:txBody>
      </p:sp>
      <p:sp>
        <p:nvSpPr>
          <p:cNvPr id="5" name="Marcador de número de diapositiva 4"/>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19899152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CC231CB2-8F63-4ACB-AA28-38CB9C3B0788}" type="datetimeFigureOut">
              <a:rPr lang="es-ES" smtClean="0"/>
              <a:t>17/10/2023</a:t>
            </a:fld>
            <a:endParaRPr lang="es-ES"/>
          </a:p>
        </p:txBody>
      </p:sp>
      <p:sp>
        <p:nvSpPr>
          <p:cNvPr id="3" name="Marcador de pie de página 2"/>
          <p:cNvSpPr>
            <a:spLocks noGrp="1"/>
          </p:cNvSpPr>
          <p:nvPr>
            <p:ph type="ftr" sz="quarter" idx="11"/>
          </p:nvPr>
        </p:nvSpPr>
        <p:spPr/>
        <p:txBody>
          <a:bodyPr/>
          <a:lstStyle/>
          <a:p>
            <a:endParaRPr lang="es-ES"/>
          </a:p>
        </p:txBody>
      </p:sp>
      <p:sp>
        <p:nvSpPr>
          <p:cNvPr id="4" name="Marcador de número de diapositiva 3"/>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11624063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contenid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el estilo de texto del patrón</a:t>
            </a:r>
          </a:p>
        </p:txBody>
      </p:sp>
      <p:sp>
        <p:nvSpPr>
          <p:cNvPr id="5" name="Marcador de fecha 4"/>
          <p:cNvSpPr>
            <a:spLocks noGrp="1"/>
          </p:cNvSpPr>
          <p:nvPr>
            <p:ph type="dt" sz="half" idx="10"/>
          </p:nvPr>
        </p:nvSpPr>
        <p:spPr/>
        <p:txBody>
          <a:bodyPr/>
          <a:lstStyle/>
          <a:p>
            <a:fld id="{CC231CB2-8F63-4ACB-AA28-38CB9C3B0788}" type="datetimeFigureOut">
              <a:rPr lang="es-ES" smtClean="0"/>
              <a:t>17/10/2023</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19998094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posición de imagen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el estilo de texto del patrón</a:t>
            </a:r>
          </a:p>
        </p:txBody>
      </p:sp>
      <p:sp>
        <p:nvSpPr>
          <p:cNvPr id="5" name="Marcador de fecha 4"/>
          <p:cNvSpPr>
            <a:spLocks noGrp="1"/>
          </p:cNvSpPr>
          <p:nvPr>
            <p:ph type="dt" sz="half" idx="10"/>
          </p:nvPr>
        </p:nvSpPr>
        <p:spPr/>
        <p:txBody>
          <a:bodyPr/>
          <a:lstStyle/>
          <a:p>
            <a:fld id="{CC231CB2-8F63-4ACB-AA28-38CB9C3B0788}" type="datetimeFigureOut">
              <a:rPr lang="es-ES" smtClean="0"/>
              <a:t>17/10/2023</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2196911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texto vertical 2"/>
          <p:cNvSpPr>
            <a:spLocks noGrp="1"/>
          </p:cNvSpPr>
          <p:nvPr>
            <p:ph type="body" orient="vert" idx="1"/>
          </p:nvPr>
        </p:nvSpPr>
        <p:spPr/>
        <p:txBody>
          <a:bodyPr vert="eaVe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10"/>
          </p:nvPr>
        </p:nvSpPr>
        <p:spPr/>
        <p:txBody>
          <a:bodyPr/>
          <a:lstStyle/>
          <a:p>
            <a:fld id="{CC231CB2-8F63-4ACB-AA28-38CB9C3B0788}" type="datetimeFigureOut">
              <a:rPr lang="es-ES" smtClean="0"/>
              <a:t>17/10/2023</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27292735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724900" y="365125"/>
            <a:ext cx="2628900" cy="5811838"/>
          </a:xfrm>
        </p:spPr>
        <p:txBody>
          <a:bodyPr vert="eaVert"/>
          <a:lstStyle/>
          <a:p>
            <a:r>
              <a:rPr lang="es-ES"/>
              <a:t>Haga clic para modificar el estilo de título del patrón</a:t>
            </a:r>
          </a:p>
        </p:txBody>
      </p:sp>
      <p:sp>
        <p:nvSpPr>
          <p:cNvPr id="3" name="Marcador de texto vertical 2"/>
          <p:cNvSpPr>
            <a:spLocks noGrp="1"/>
          </p:cNvSpPr>
          <p:nvPr>
            <p:ph type="body" orient="vert" idx="1"/>
          </p:nvPr>
        </p:nvSpPr>
        <p:spPr>
          <a:xfrm>
            <a:off x="838200" y="365125"/>
            <a:ext cx="7734300" cy="5811838"/>
          </a:xfrm>
        </p:spPr>
        <p:txBody>
          <a:bodyPr vert="eaVe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10"/>
          </p:nvPr>
        </p:nvSpPr>
        <p:spPr/>
        <p:txBody>
          <a:bodyPr/>
          <a:lstStyle/>
          <a:p>
            <a:fld id="{CC231CB2-8F63-4ACB-AA28-38CB9C3B0788}" type="datetimeFigureOut">
              <a:rPr lang="es-ES" smtClean="0"/>
              <a:t>17/10/2023</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20731078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C231CB2-8F63-4ACB-AA28-38CB9C3B0788}" type="datetimeFigureOut">
              <a:rPr lang="es-ES" smtClean="0"/>
              <a:t>17/10/2023</a:t>
            </a:fld>
            <a:endParaRPr lang="es-ES"/>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S"/>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4A79FA8-4D08-4E50-BBA2-D88CCB263461}" type="slidenum">
              <a:rPr lang="es-ES" smtClean="0"/>
              <a:t>‹Nº›</a:t>
            </a:fld>
            <a:endParaRPr lang="es-ES"/>
          </a:p>
        </p:txBody>
      </p:sp>
    </p:spTree>
    <p:extLst>
      <p:ext uri="{BB962C8B-B14F-4D97-AF65-F5344CB8AC3E}">
        <p14:creationId xmlns:p14="http://schemas.microsoft.com/office/powerpoint/2010/main" val="29808196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www.facebook.com/inelinc/" TargetMode="External"/><Relationship Id="rId2" Type="http://schemas.openxmlformats.org/officeDocument/2006/relationships/hyperlink" Target="https://www.linkedin.com/company/inelinc/" TargetMode="External"/><Relationship Id="rId1" Type="http://schemas.openxmlformats.org/officeDocument/2006/relationships/slideLayout" Target="../slideLayouts/slideLayout2.xml"/><Relationship Id="rId5" Type="http://schemas.openxmlformats.org/officeDocument/2006/relationships/hyperlink" Target="https://www.youtube.com/inelinc" TargetMode="External"/><Relationship Id="rId4" Type="http://schemas.openxmlformats.org/officeDocument/2006/relationships/hyperlink" Target="https://www.instagram.com/inel.inc/"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www.facebook.com/inelinc/" TargetMode="External"/><Relationship Id="rId2" Type="http://schemas.openxmlformats.org/officeDocument/2006/relationships/hyperlink" Target="https://www.linkedin.com/company/inelinc/" TargetMode="Externa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hyperlink" Target="https://www.youtube.com/inelinc" TargetMode="External"/><Relationship Id="rId4" Type="http://schemas.openxmlformats.org/officeDocument/2006/relationships/hyperlink" Target="https://www.instagram.com/inel.inc/" TargetMode="Externa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tps://www.facebook.com/inelinc/" TargetMode="External"/><Relationship Id="rId2" Type="http://schemas.openxmlformats.org/officeDocument/2006/relationships/hyperlink" Target="https://www.linkedin.com/company/inelinc/" TargetMode="External"/><Relationship Id="rId1" Type="http://schemas.openxmlformats.org/officeDocument/2006/relationships/slideLayout" Target="../slideLayouts/slideLayout2.xml"/><Relationship Id="rId6" Type="http://schemas.openxmlformats.org/officeDocument/2006/relationships/chart" Target="../charts/chart1.xml"/><Relationship Id="rId5" Type="http://schemas.openxmlformats.org/officeDocument/2006/relationships/hyperlink" Target="https://www.youtube.com/inelinc" TargetMode="External"/><Relationship Id="rId4" Type="http://schemas.openxmlformats.org/officeDocument/2006/relationships/hyperlink" Target="https://www.instagram.com/inel.inc/"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058027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CuadroTexto 6"/>
          <p:cNvSpPr txBox="1"/>
          <p:nvPr/>
        </p:nvSpPr>
        <p:spPr>
          <a:xfrm>
            <a:off x="469177" y="541700"/>
            <a:ext cx="3811425" cy="369332"/>
          </a:xfrm>
          <a:prstGeom prst="rect">
            <a:avLst/>
          </a:prstGeom>
          <a:noFill/>
        </p:spPr>
        <p:txBody>
          <a:bodyPr wrap="square" rtlCol="0">
            <a:spAutoFit/>
          </a:bodyPr>
          <a:lstStyle/>
          <a:p>
            <a:r>
              <a:rPr lang="es-ES" dirty="0">
                <a:solidFill>
                  <a:schemeClr val="bg1"/>
                </a:solidFill>
                <a:latin typeface="Prompt" panose="00000800000000000000" pitchFamily="2" charset="-34"/>
                <a:cs typeface="Prompt" panose="00000800000000000000" pitchFamily="2" charset="-34"/>
              </a:rPr>
              <a:t>CURSO DE FORMACIÓN</a:t>
            </a:r>
          </a:p>
        </p:txBody>
      </p:sp>
      <p:sp>
        <p:nvSpPr>
          <p:cNvPr id="4" name="Título 1"/>
          <p:cNvSpPr txBox="1">
            <a:spLocks/>
          </p:cNvSpPr>
          <p:nvPr/>
        </p:nvSpPr>
        <p:spPr>
          <a:xfrm>
            <a:off x="889950" y="2754228"/>
            <a:ext cx="10993549" cy="147501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b="1" dirty="0">
                <a:solidFill>
                  <a:schemeClr val="bg1"/>
                </a:solidFill>
              </a:rPr>
              <a:t>GESTIÓN DE PROYECTOS ELECTROMECÁNICOS</a:t>
            </a:r>
            <a:endParaRPr lang="en-US" b="1" dirty="0">
              <a:solidFill>
                <a:schemeClr val="bg1"/>
              </a:solidFill>
            </a:endParaRPr>
          </a:p>
        </p:txBody>
      </p:sp>
      <p:sp>
        <p:nvSpPr>
          <p:cNvPr id="5" name="Subtítulo 2"/>
          <p:cNvSpPr txBox="1">
            <a:spLocks/>
          </p:cNvSpPr>
          <p:nvPr/>
        </p:nvSpPr>
        <p:spPr>
          <a:xfrm>
            <a:off x="783075" y="3754230"/>
            <a:ext cx="10993546" cy="59032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s-ES" dirty="0">
                <a:solidFill>
                  <a:schemeClr val="bg1"/>
                </a:solidFill>
              </a:rPr>
              <a:t>Según 7ma edición PMBOK® - PROJECT MANAGEMENT INSTITUTE</a:t>
            </a:r>
            <a:endParaRPr lang="en-US" dirty="0">
              <a:solidFill>
                <a:schemeClr val="bg1"/>
              </a:solidFill>
            </a:endParaRPr>
          </a:p>
        </p:txBody>
      </p:sp>
      <p:sp>
        <p:nvSpPr>
          <p:cNvPr id="8" name="CuadroTexto 7"/>
          <p:cNvSpPr txBox="1"/>
          <p:nvPr/>
        </p:nvSpPr>
        <p:spPr>
          <a:xfrm>
            <a:off x="8205311" y="4943265"/>
            <a:ext cx="3177152" cy="1138773"/>
          </a:xfrm>
          <a:prstGeom prst="rect">
            <a:avLst/>
          </a:prstGeom>
          <a:noFill/>
        </p:spPr>
        <p:txBody>
          <a:bodyPr wrap="square" rtlCol="0">
            <a:spAutoFit/>
          </a:bodyPr>
          <a:lstStyle/>
          <a:p>
            <a:pPr algn="r"/>
            <a:r>
              <a:rPr lang="es-ES" sz="2000" b="1" dirty="0">
                <a:solidFill>
                  <a:schemeClr val="bg1"/>
                </a:solidFill>
                <a:latin typeface="Arial Narrow" panose="020B0606020202030204" pitchFamily="34" charset="0"/>
              </a:rPr>
              <a:t>MAYOR ENFOQUE A </a:t>
            </a:r>
            <a:r>
              <a:rPr lang="es-ES" sz="2800" b="1" dirty="0">
                <a:solidFill>
                  <a:schemeClr val="bg1"/>
                </a:solidFill>
                <a:latin typeface="Arial Narrow" panose="020B0606020202030204" pitchFamily="34" charset="0"/>
              </a:rPr>
              <a:t>RESULTADOS</a:t>
            </a:r>
            <a:r>
              <a:rPr lang="es-ES" sz="2000" b="1" dirty="0">
                <a:solidFill>
                  <a:schemeClr val="bg1"/>
                </a:solidFill>
                <a:latin typeface="Arial Narrow" panose="020B0606020202030204" pitchFamily="34" charset="0"/>
              </a:rPr>
              <a:t>… QUE A ENTREGABLES</a:t>
            </a:r>
            <a:endParaRPr lang="en-US" sz="2000" b="1" dirty="0">
              <a:solidFill>
                <a:schemeClr val="bg1"/>
              </a:solidFill>
              <a:latin typeface="Arial Narrow" panose="020B0606020202030204" pitchFamily="34" charset="0"/>
            </a:endParaRPr>
          </a:p>
        </p:txBody>
      </p:sp>
    </p:spTree>
    <p:extLst>
      <p:ext uri="{BB962C8B-B14F-4D97-AF65-F5344CB8AC3E}">
        <p14:creationId xmlns:p14="http://schemas.microsoft.com/office/powerpoint/2010/main" val="18256197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ítulo 1">
            <a:extLst>
              <a:ext uri="{FF2B5EF4-FFF2-40B4-BE49-F238E27FC236}">
                <a16:creationId xmlns:a16="http://schemas.microsoft.com/office/drawing/2014/main" id="{64FB8828-6999-4A9C-6074-68E59EA64819}"/>
              </a:ext>
            </a:extLst>
          </p:cNvPr>
          <p:cNvSpPr>
            <a:spLocks noGrp="1"/>
          </p:cNvSpPr>
          <p:nvPr>
            <p:ph type="title"/>
          </p:nvPr>
        </p:nvSpPr>
        <p:spPr>
          <a:xfrm>
            <a:off x="1117572" y="2757273"/>
            <a:ext cx="10407677" cy="1652802"/>
          </a:xfrm>
        </p:spPr>
        <p:txBody>
          <a:bodyPr>
            <a:normAutofit fontScale="90000"/>
          </a:bodyPr>
          <a:lstStyle/>
          <a:p>
            <a:r>
              <a:rPr lang="es-ES" b="1" dirty="0">
                <a:solidFill>
                  <a:srgbClr val="00F3B5"/>
                </a:solidFill>
                <a:latin typeface="Prompt" panose="00000800000000000000" pitchFamily="2" charset="-34"/>
                <a:cs typeface="Prompt" panose="00000800000000000000" pitchFamily="2" charset="-34"/>
              </a:rPr>
              <a:t>SESIÓN 06</a:t>
            </a:r>
            <a:br>
              <a:rPr lang="es-ES" b="1" dirty="0">
                <a:solidFill>
                  <a:srgbClr val="00F3B5"/>
                </a:solidFill>
                <a:latin typeface="Prompt" panose="00000800000000000000" pitchFamily="2" charset="-34"/>
                <a:cs typeface="Prompt" panose="00000800000000000000" pitchFamily="2" charset="-34"/>
              </a:rPr>
            </a:br>
            <a:r>
              <a:rPr lang="es-ES" sz="3600" b="1" dirty="0">
                <a:solidFill>
                  <a:srgbClr val="00F3B5"/>
                </a:solidFill>
                <a:latin typeface="Prompt" panose="00000800000000000000" pitchFamily="2" charset="-34"/>
                <a:cs typeface="Prompt" panose="00000800000000000000" pitchFamily="2" charset="-34"/>
              </a:rPr>
              <a:t>EL MAYOR FACTOR DE DISCUSIÓN: EL CRONOGRAMA</a:t>
            </a:r>
          </a:p>
        </p:txBody>
      </p:sp>
    </p:spTree>
    <p:extLst>
      <p:ext uri="{BB962C8B-B14F-4D97-AF65-F5344CB8AC3E}">
        <p14:creationId xmlns:p14="http://schemas.microsoft.com/office/powerpoint/2010/main" val="10713368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ángulo 5">
            <a:hlinkClick r:id="rId2"/>
            <a:extLst>
              <a:ext uri="{FF2B5EF4-FFF2-40B4-BE49-F238E27FC236}">
                <a16:creationId xmlns:a16="http://schemas.microsoft.com/office/drawing/2014/main" id="{7B96E061-6B28-4B27-A40C-4AC919FA18F4}"/>
              </a:ext>
            </a:extLst>
          </p:cNvPr>
          <p:cNvSpPr/>
          <p:nvPr/>
        </p:nvSpPr>
        <p:spPr>
          <a:xfrm>
            <a:off x="576775" y="6296024"/>
            <a:ext cx="295422" cy="25479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7" name="Rectángulo 6">
            <a:hlinkClick r:id="rId3"/>
            <a:extLst>
              <a:ext uri="{FF2B5EF4-FFF2-40B4-BE49-F238E27FC236}">
                <a16:creationId xmlns:a16="http://schemas.microsoft.com/office/drawing/2014/main" id="{46BABD7D-8BAF-4EA4-A549-45A745C7D66C}"/>
              </a:ext>
            </a:extLst>
          </p:cNvPr>
          <p:cNvSpPr/>
          <p:nvPr/>
        </p:nvSpPr>
        <p:spPr>
          <a:xfrm>
            <a:off x="926306" y="6296025"/>
            <a:ext cx="271463" cy="2876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8" name="Rectángulo 7">
            <a:hlinkClick r:id="rId4"/>
            <a:extLst>
              <a:ext uri="{FF2B5EF4-FFF2-40B4-BE49-F238E27FC236}">
                <a16:creationId xmlns:a16="http://schemas.microsoft.com/office/drawing/2014/main" id="{E5B07E67-A089-4608-951D-824EA803B2C8}"/>
              </a:ext>
            </a:extLst>
          </p:cNvPr>
          <p:cNvSpPr/>
          <p:nvPr/>
        </p:nvSpPr>
        <p:spPr>
          <a:xfrm>
            <a:off x="1251878" y="6296025"/>
            <a:ext cx="300697" cy="2876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9" name="Rectángulo 8">
            <a:hlinkClick r:id="rId5"/>
            <a:extLst>
              <a:ext uri="{FF2B5EF4-FFF2-40B4-BE49-F238E27FC236}">
                <a16:creationId xmlns:a16="http://schemas.microsoft.com/office/drawing/2014/main" id="{B2CCC631-FFDD-4E26-9159-C5BB2FC4F05C}"/>
              </a:ext>
            </a:extLst>
          </p:cNvPr>
          <p:cNvSpPr/>
          <p:nvPr/>
        </p:nvSpPr>
        <p:spPr>
          <a:xfrm>
            <a:off x="1606684" y="6279356"/>
            <a:ext cx="345941" cy="3043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1" name="CuadroTexto 10">
            <a:extLst>
              <a:ext uri="{FF2B5EF4-FFF2-40B4-BE49-F238E27FC236}">
                <a16:creationId xmlns:a16="http://schemas.microsoft.com/office/drawing/2014/main" id="{280DC3D3-042A-4FBC-84AB-5E5F72824E1E}"/>
              </a:ext>
            </a:extLst>
          </p:cNvPr>
          <p:cNvSpPr txBox="1"/>
          <p:nvPr/>
        </p:nvSpPr>
        <p:spPr>
          <a:xfrm>
            <a:off x="480300" y="734293"/>
            <a:ext cx="7335325" cy="707886"/>
          </a:xfrm>
          <a:prstGeom prst="rect">
            <a:avLst/>
          </a:prstGeom>
          <a:noFill/>
        </p:spPr>
        <p:txBody>
          <a:bodyPr wrap="square" rtlCol="0">
            <a:spAutoFit/>
          </a:bodyPr>
          <a:lstStyle/>
          <a:p>
            <a:r>
              <a:rPr lang="es-PE" sz="4000" dirty="0">
                <a:latin typeface="Futura-Bold" pitchFamily="2" charset="0"/>
              </a:rPr>
              <a:t>Agenda</a:t>
            </a:r>
          </a:p>
        </p:txBody>
      </p:sp>
      <p:sp>
        <p:nvSpPr>
          <p:cNvPr id="31" name="Rectangle 1">
            <a:extLst>
              <a:ext uri="{FF2B5EF4-FFF2-40B4-BE49-F238E27FC236}">
                <a16:creationId xmlns:a16="http://schemas.microsoft.com/office/drawing/2014/main" id="{5AB2D3A9-6F4D-344C-9378-75484DCB9681}"/>
              </a:ext>
            </a:extLst>
          </p:cNvPr>
          <p:cNvSpPr/>
          <p:nvPr/>
        </p:nvSpPr>
        <p:spPr>
          <a:xfrm>
            <a:off x="2808838" y="1340118"/>
            <a:ext cx="891540" cy="89154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latin typeface="Lato Light" panose="020F0502020204030203" pitchFamily="34" charset="0"/>
            </a:endParaRPr>
          </a:p>
        </p:txBody>
      </p:sp>
      <p:sp>
        <p:nvSpPr>
          <p:cNvPr id="32" name="Rectangle 2">
            <a:extLst>
              <a:ext uri="{FF2B5EF4-FFF2-40B4-BE49-F238E27FC236}">
                <a16:creationId xmlns:a16="http://schemas.microsoft.com/office/drawing/2014/main" id="{0B9D3BC8-4C2E-D642-88E4-84578137B50B}"/>
              </a:ext>
            </a:extLst>
          </p:cNvPr>
          <p:cNvSpPr/>
          <p:nvPr/>
        </p:nvSpPr>
        <p:spPr>
          <a:xfrm>
            <a:off x="2808838" y="2414538"/>
            <a:ext cx="891540" cy="8915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latin typeface="Lato Light" panose="020F0502020204030203" pitchFamily="34" charset="0"/>
            </a:endParaRPr>
          </a:p>
        </p:txBody>
      </p:sp>
      <p:sp>
        <p:nvSpPr>
          <p:cNvPr id="33" name="Rectangle 3">
            <a:extLst>
              <a:ext uri="{FF2B5EF4-FFF2-40B4-BE49-F238E27FC236}">
                <a16:creationId xmlns:a16="http://schemas.microsoft.com/office/drawing/2014/main" id="{1F076D6E-3CB7-EA4F-ABFD-595DE2B0EE21}"/>
              </a:ext>
            </a:extLst>
          </p:cNvPr>
          <p:cNvSpPr/>
          <p:nvPr/>
        </p:nvSpPr>
        <p:spPr>
          <a:xfrm>
            <a:off x="2808838" y="3488958"/>
            <a:ext cx="891540" cy="89154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latin typeface="Lato Light" panose="020F0502020204030203" pitchFamily="34" charset="0"/>
            </a:endParaRPr>
          </a:p>
        </p:txBody>
      </p:sp>
      <p:sp>
        <p:nvSpPr>
          <p:cNvPr id="36" name="TextBox 6">
            <a:extLst>
              <a:ext uri="{FF2B5EF4-FFF2-40B4-BE49-F238E27FC236}">
                <a16:creationId xmlns:a16="http://schemas.microsoft.com/office/drawing/2014/main" id="{86E61A51-4080-D747-BEEC-36EB62F657E7}"/>
              </a:ext>
            </a:extLst>
          </p:cNvPr>
          <p:cNvSpPr txBox="1"/>
          <p:nvPr/>
        </p:nvSpPr>
        <p:spPr>
          <a:xfrm>
            <a:off x="2949877" y="1320153"/>
            <a:ext cx="609461" cy="977191"/>
          </a:xfrm>
          <a:prstGeom prst="rect">
            <a:avLst/>
          </a:prstGeom>
          <a:noFill/>
        </p:spPr>
        <p:txBody>
          <a:bodyPr wrap="none" rtlCol="0" anchor="ctr">
            <a:spAutoFit/>
          </a:bodyPr>
          <a:lstStyle/>
          <a:p>
            <a:pPr algn="ctr"/>
            <a:r>
              <a:rPr lang="en-US" sz="5750" b="1" dirty="0">
                <a:solidFill>
                  <a:schemeClr val="bg1"/>
                </a:solidFill>
                <a:latin typeface="Poppins" pitchFamily="2" charset="77"/>
                <a:cs typeface="Poppins" pitchFamily="2" charset="77"/>
              </a:rPr>
              <a:t>1</a:t>
            </a:r>
          </a:p>
        </p:txBody>
      </p:sp>
      <p:sp>
        <p:nvSpPr>
          <p:cNvPr id="37" name="TextBox 7">
            <a:extLst>
              <a:ext uri="{FF2B5EF4-FFF2-40B4-BE49-F238E27FC236}">
                <a16:creationId xmlns:a16="http://schemas.microsoft.com/office/drawing/2014/main" id="{B5E35E49-1469-C74E-9808-7442A8C2701B}"/>
              </a:ext>
            </a:extLst>
          </p:cNvPr>
          <p:cNvSpPr txBox="1"/>
          <p:nvPr/>
        </p:nvSpPr>
        <p:spPr>
          <a:xfrm>
            <a:off x="2949877" y="2394573"/>
            <a:ext cx="609461" cy="977191"/>
          </a:xfrm>
          <a:prstGeom prst="rect">
            <a:avLst/>
          </a:prstGeom>
          <a:noFill/>
        </p:spPr>
        <p:txBody>
          <a:bodyPr wrap="none" rtlCol="0" anchor="ctr">
            <a:spAutoFit/>
          </a:bodyPr>
          <a:lstStyle/>
          <a:p>
            <a:pPr algn="ctr"/>
            <a:r>
              <a:rPr lang="en-US" sz="5750" b="1" dirty="0">
                <a:solidFill>
                  <a:schemeClr val="bg1"/>
                </a:solidFill>
                <a:latin typeface="Poppins" pitchFamily="2" charset="77"/>
                <a:cs typeface="Poppins" pitchFamily="2" charset="77"/>
              </a:rPr>
              <a:t>2</a:t>
            </a:r>
          </a:p>
        </p:txBody>
      </p:sp>
      <p:sp>
        <p:nvSpPr>
          <p:cNvPr id="38" name="TextBox 8">
            <a:extLst>
              <a:ext uri="{FF2B5EF4-FFF2-40B4-BE49-F238E27FC236}">
                <a16:creationId xmlns:a16="http://schemas.microsoft.com/office/drawing/2014/main" id="{3013026D-5AAE-5046-9336-9D0A775EEB0C}"/>
              </a:ext>
            </a:extLst>
          </p:cNvPr>
          <p:cNvSpPr txBox="1"/>
          <p:nvPr/>
        </p:nvSpPr>
        <p:spPr>
          <a:xfrm>
            <a:off x="2949876" y="3468993"/>
            <a:ext cx="609461" cy="977191"/>
          </a:xfrm>
          <a:prstGeom prst="rect">
            <a:avLst/>
          </a:prstGeom>
          <a:noFill/>
        </p:spPr>
        <p:txBody>
          <a:bodyPr wrap="none" rtlCol="0" anchor="ctr">
            <a:spAutoFit/>
          </a:bodyPr>
          <a:lstStyle/>
          <a:p>
            <a:pPr algn="ctr"/>
            <a:r>
              <a:rPr lang="en-US" sz="5750" b="1" dirty="0">
                <a:solidFill>
                  <a:schemeClr val="bg1"/>
                </a:solidFill>
                <a:latin typeface="Poppins" pitchFamily="2" charset="77"/>
                <a:cs typeface="Poppins" pitchFamily="2" charset="77"/>
              </a:rPr>
              <a:t>3</a:t>
            </a:r>
          </a:p>
        </p:txBody>
      </p:sp>
      <p:sp>
        <p:nvSpPr>
          <p:cNvPr id="41" name="Rectangle 13">
            <a:extLst>
              <a:ext uri="{FF2B5EF4-FFF2-40B4-BE49-F238E27FC236}">
                <a16:creationId xmlns:a16="http://schemas.microsoft.com/office/drawing/2014/main" id="{F1DA5C09-0AA0-3A46-98D0-C4584C233D3D}"/>
              </a:ext>
            </a:extLst>
          </p:cNvPr>
          <p:cNvSpPr/>
          <p:nvPr/>
        </p:nvSpPr>
        <p:spPr>
          <a:xfrm>
            <a:off x="3703984" y="1340118"/>
            <a:ext cx="6351474" cy="891540"/>
          </a:xfrm>
          <a:prstGeom prst="rect">
            <a:avLst/>
          </a:prstGeom>
          <a:solidFill>
            <a:schemeClr val="bg2">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solidFill>
                <a:schemeClr val="bg2">
                  <a:lumMod val="20000"/>
                  <a:lumOff val="80000"/>
                </a:schemeClr>
              </a:solidFill>
              <a:latin typeface="Lato Light" panose="020F0502020204030203" pitchFamily="34" charset="0"/>
            </a:endParaRPr>
          </a:p>
        </p:txBody>
      </p:sp>
      <p:sp>
        <p:nvSpPr>
          <p:cNvPr id="42" name="Rectangle 14">
            <a:extLst>
              <a:ext uri="{FF2B5EF4-FFF2-40B4-BE49-F238E27FC236}">
                <a16:creationId xmlns:a16="http://schemas.microsoft.com/office/drawing/2014/main" id="{9EC1C1FF-95F0-C749-8196-8724C6BAE2D6}"/>
              </a:ext>
            </a:extLst>
          </p:cNvPr>
          <p:cNvSpPr/>
          <p:nvPr/>
        </p:nvSpPr>
        <p:spPr>
          <a:xfrm>
            <a:off x="3703984" y="2414538"/>
            <a:ext cx="6351474" cy="891540"/>
          </a:xfrm>
          <a:prstGeom prst="rect">
            <a:avLst/>
          </a:prstGeom>
          <a:solidFill>
            <a:schemeClr val="bg2">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solidFill>
                <a:schemeClr val="bg2">
                  <a:lumMod val="20000"/>
                  <a:lumOff val="80000"/>
                </a:schemeClr>
              </a:solidFill>
              <a:latin typeface="Lato Light" panose="020F0502020204030203" pitchFamily="34" charset="0"/>
            </a:endParaRPr>
          </a:p>
        </p:txBody>
      </p:sp>
      <p:sp>
        <p:nvSpPr>
          <p:cNvPr id="43" name="Rectangle 15">
            <a:extLst>
              <a:ext uri="{FF2B5EF4-FFF2-40B4-BE49-F238E27FC236}">
                <a16:creationId xmlns:a16="http://schemas.microsoft.com/office/drawing/2014/main" id="{2454F0E4-D6B4-AA48-8BA5-62A6EA619989}"/>
              </a:ext>
            </a:extLst>
          </p:cNvPr>
          <p:cNvSpPr/>
          <p:nvPr/>
        </p:nvSpPr>
        <p:spPr>
          <a:xfrm>
            <a:off x="3703984" y="3488958"/>
            <a:ext cx="6351474" cy="891540"/>
          </a:xfrm>
          <a:prstGeom prst="rect">
            <a:avLst/>
          </a:prstGeom>
          <a:solidFill>
            <a:schemeClr val="bg2">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solidFill>
                <a:schemeClr val="bg2">
                  <a:lumMod val="20000"/>
                  <a:lumOff val="80000"/>
                </a:schemeClr>
              </a:solidFill>
              <a:latin typeface="Lato Light" panose="020F0502020204030203" pitchFamily="34" charset="0"/>
            </a:endParaRPr>
          </a:p>
        </p:txBody>
      </p:sp>
      <p:sp>
        <p:nvSpPr>
          <p:cNvPr id="46" name="TextBox 18">
            <a:extLst>
              <a:ext uri="{FF2B5EF4-FFF2-40B4-BE49-F238E27FC236}">
                <a16:creationId xmlns:a16="http://schemas.microsoft.com/office/drawing/2014/main" id="{43A67BBC-AC66-0343-BD39-82BB808757E4}"/>
              </a:ext>
            </a:extLst>
          </p:cNvPr>
          <p:cNvSpPr txBox="1"/>
          <p:nvPr/>
        </p:nvSpPr>
        <p:spPr>
          <a:xfrm>
            <a:off x="4038338" y="1616611"/>
            <a:ext cx="5086649" cy="338554"/>
          </a:xfrm>
          <a:prstGeom prst="rect">
            <a:avLst/>
          </a:prstGeom>
          <a:noFill/>
        </p:spPr>
        <p:txBody>
          <a:bodyPr wrap="none" rtlCol="0" anchor="ctr">
            <a:spAutoFit/>
          </a:bodyPr>
          <a:lstStyle/>
          <a:p>
            <a:r>
              <a:rPr lang="en-US" sz="1600" b="1" dirty="0">
                <a:solidFill>
                  <a:schemeClr val="accent1">
                    <a:lumMod val="50000"/>
                  </a:schemeClr>
                </a:solidFill>
                <a:latin typeface="Poppins" pitchFamily="2" charset="77"/>
                <a:cs typeface="Poppins" pitchFamily="2" charset="77"/>
              </a:rPr>
              <a:t>TIPOS DE CRONOGRAMAS: ¿CUÁL TE SIRVE MÁS?</a:t>
            </a:r>
            <a:endParaRPr lang="en-US" sz="1600" b="1" dirty="0">
              <a:solidFill>
                <a:schemeClr val="tx2"/>
              </a:solidFill>
              <a:latin typeface="Poppins" pitchFamily="2" charset="77"/>
              <a:cs typeface="Poppins" pitchFamily="2" charset="77"/>
            </a:endParaRPr>
          </a:p>
        </p:txBody>
      </p:sp>
      <p:sp>
        <p:nvSpPr>
          <p:cNvPr id="47" name="TextBox 20">
            <a:extLst>
              <a:ext uri="{FF2B5EF4-FFF2-40B4-BE49-F238E27FC236}">
                <a16:creationId xmlns:a16="http://schemas.microsoft.com/office/drawing/2014/main" id="{DDCD1AEF-006A-5D49-8BFB-CCAA6EEED0CA}"/>
              </a:ext>
            </a:extLst>
          </p:cNvPr>
          <p:cNvSpPr txBox="1"/>
          <p:nvPr/>
        </p:nvSpPr>
        <p:spPr>
          <a:xfrm>
            <a:off x="4038338" y="2691031"/>
            <a:ext cx="2350323" cy="338554"/>
          </a:xfrm>
          <a:prstGeom prst="rect">
            <a:avLst/>
          </a:prstGeom>
          <a:noFill/>
        </p:spPr>
        <p:txBody>
          <a:bodyPr wrap="none" rtlCol="0" anchor="ctr">
            <a:spAutoFit/>
          </a:bodyPr>
          <a:lstStyle/>
          <a:p>
            <a:r>
              <a:rPr lang="en-US" sz="1600" b="1" dirty="0">
                <a:solidFill>
                  <a:schemeClr val="accent2">
                    <a:lumMod val="50000"/>
                  </a:schemeClr>
                </a:solidFill>
                <a:latin typeface="Poppins" pitchFamily="2" charset="77"/>
                <a:cs typeface="Poppins" pitchFamily="2" charset="77"/>
              </a:rPr>
              <a:t>REGLAS DE MEDICIÓN</a:t>
            </a:r>
            <a:endParaRPr lang="en-US" sz="1600" b="1" dirty="0">
              <a:solidFill>
                <a:schemeClr val="tx2"/>
              </a:solidFill>
              <a:latin typeface="Poppins" pitchFamily="2" charset="77"/>
              <a:cs typeface="Poppins" pitchFamily="2" charset="77"/>
            </a:endParaRPr>
          </a:p>
        </p:txBody>
      </p:sp>
      <p:sp>
        <p:nvSpPr>
          <p:cNvPr id="48" name="TextBox 21">
            <a:extLst>
              <a:ext uri="{FF2B5EF4-FFF2-40B4-BE49-F238E27FC236}">
                <a16:creationId xmlns:a16="http://schemas.microsoft.com/office/drawing/2014/main" id="{68DC790B-F525-9E48-B131-CE273BCAC9B7}"/>
              </a:ext>
            </a:extLst>
          </p:cNvPr>
          <p:cNvSpPr txBox="1"/>
          <p:nvPr/>
        </p:nvSpPr>
        <p:spPr>
          <a:xfrm>
            <a:off x="4038338" y="3665200"/>
            <a:ext cx="5867662" cy="584775"/>
          </a:xfrm>
          <a:prstGeom prst="rect">
            <a:avLst/>
          </a:prstGeom>
          <a:noFill/>
        </p:spPr>
        <p:txBody>
          <a:bodyPr wrap="square" rtlCol="0" anchor="ctr">
            <a:spAutoFit/>
          </a:bodyPr>
          <a:lstStyle/>
          <a:p>
            <a:r>
              <a:rPr lang="en-US" sz="1600" b="1" dirty="0">
                <a:solidFill>
                  <a:schemeClr val="accent3">
                    <a:lumMod val="50000"/>
                  </a:schemeClr>
                </a:solidFill>
                <a:latin typeface="Poppins" pitchFamily="2" charset="77"/>
                <a:cs typeface="Poppins" pitchFamily="2" charset="77"/>
              </a:rPr>
              <a:t>DEFINICIÓN DE ACTIVIDADES, SECUENCIAMIENTO, DURACIÓN Y HOLGURAS</a:t>
            </a:r>
            <a:endParaRPr lang="en-US" sz="1600" b="1" dirty="0">
              <a:solidFill>
                <a:schemeClr val="tx2"/>
              </a:solidFill>
              <a:latin typeface="Poppins" pitchFamily="2" charset="77"/>
              <a:cs typeface="Poppins" pitchFamily="2" charset="77"/>
            </a:endParaRPr>
          </a:p>
        </p:txBody>
      </p:sp>
      <p:sp>
        <p:nvSpPr>
          <p:cNvPr id="2" name="Rectangle 1">
            <a:extLst>
              <a:ext uri="{FF2B5EF4-FFF2-40B4-BE49-F238E27FC236}">
                <a16:creationId xmlns:a16="http://schemas.microsoft.com/office/drawing/2014/main" id="{86E1895D-6130-E19F-32DC-76BAC7524286}"/>
              </a:ext>
            </a:extLst>
          </p:cNvPr>
          <p:cNvSpPr/>
          <p:nvPr/>
        </p:nvSpPr>
        <p:spPr>
          <a:xfrm>
            <a:off x="2805232" y="4552034"/>
            <a:ext cx="891540" cy="89154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latin typeface="Lato Light" panose="020F0502020204030203" pitchFamily="34" charset="0"/>
            </a:endParaRPr>
          </a:p>
        </p:txBody>
      </p:sp>
      <p:sp>
        <p:nvSpPr>
          <p:cNvPr id="3" name="Rectangle 2">
            <a:extLst>
              <a:ext uri="{FF2B5EF4-FFF2-40B4-BE49-F238E27FC236}">
                <a16:creationId xmlns:a16="http://schemas.microsoft.com/office/drawing/2014/main" id="{05F056BC-2B1A-2493-D426-D29659FCD92D}"/>
              </a:ext>
            </a:extLst>
          </p:cNvPr>
          <p:cNvSpPr/>
          <p:nvPr/>
        </p:nvSpPr>
        <p:spPr>
          <a:xfrm>
            <a:off x="2805232" y="5626454"/>
            <a:ext cx="891540" cy="8915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latin typeface="Lato Light" panose="020F0502020204030203" pitchFamily="34" charset="0"/>
            </a:endParaRPr>
          </a:p>
        </p:txBody>
      </p:sp>
      <p:sp>
        <p:nvSpPr>
          <p:cNvPr id="4" name="TextBox 6">
            <a:extLst>
              <a:ext uri="{FF2B5EF4-FFF2-40B4-BE49-F238E27FC236}">
                <a16:creationId xmlns:a16="http://schemas.microsoft.com/office/drawing/2014/main" id="{846E0CB9-68B1-DF22-2846-A9FBBAA50C7B}"/>
              </a:ext>
            </a:extLst>
          </p:cNvPr>
          <p:cNvSpPr txBox="1"/>
          <p:nvPr/>
        </p:nvSpPr>
        <p:spPr>
          <a:xfrm>
            <a:off x="2946271" y="4532069"/>
            <a:ext cx="609461" cy="977191"/>
          </a:xfrm>
          <a:prstGeom prst="rect">
            <a:avLst/>
          </a:prstGeom>
          <a:noFill/>
        </p:spPr>
        <p:txBody>
          <a:bodyPr wrap="none" rtlCol="0" anchor="ctr">
            <a:spAutoFit/>
          </a:bodyPr>
          <a:lstStyle/>
          <a:p>
            <a:pPr algn="ctr"/>
            <a:r>
              <a:rPr lang="en-US" sz="5750" b="1" dirty="0">
                <a:solidFill>
                  <a:schemeClr val="bg1"/>
                </a:solidFill>
                <a:latin typeface="Poppins" pitchFamily="2" charset="77"/>
                <a:cs typeface="Poppins" pitchFamily="2" charset="77"/>
              </a:rPr>
              <a:t>4</a:t>
            </a:r>
          </a:p>
        </p:txBody>
      </p:sp>
      <p:sp>
        <p:nvSpPr>
          <p:cNvPr id="5" name="TextBox 7">
            <a:extLst>
              <a:ext uri="{FF2B5EF4-FFF2-40B4-BE49-F238E27FC236}">
                <a16:creationId xmlns:a16="http://schemas.microsoft.com/office/drawing/2014/main" id="{1D1AE89A-6FAB-255B-271C-E44EDAF70A3F}"/>
              </a:ext>
            </a:extLst>
          </p:cNvPr>
          <p:cNvSpPr txBox="1"/>
          <p:nvPr/>
        </p:nvSpPr>
        <p:spPr>
          <a:xfrm>
            <a:off x="2946271" y="5606489"/>
            <a:ext cx="609461" cy="977191"/>
          </a:xfrm>
          <a:prstGeom prst="rect">
            <a:avLst/>
          </a:prstGeom>
          <a:noFill/>
        </p:spPr>
        <p:txBody>
          <a:bodyPr wrap="none" rtlCol="0" anchor="ctr">
            <a:spAutoFit/>
          </a:bodyPr>
          <a:lstStyle/>
          <a:p>
            <a:pPr algn="ctr"/>
            <a:r>
              <a:rPr lang="en-US" sz="5750" b="1" dirty="0">
                <a:solidFill>
                  <a:schemeClr val="bg1"/>
                </a:solidFill>
                <a:latin typeface="Poppins" pitchFamily="2" charset="77"/>
                <a:cs typeface="Poppins" pitchFamily="2" charset="77"/>
              </a:rPr>
              <a:t>5</a:t>
            </a:r>
          </a:p>
        </p:txBody>
      </p:sp>
      <p:sp>
        <p:nvSpPr>
          <p:cNvPr id="10" name="Rectangle 13">
            <a:extLst>
              <a:ext uri="{FF2B5EF4-FFF2-40B4-BE49-F238E27FC236}">
                <a16:creationId xmlns:a16="http://schemas.microsoft.com/office/drawing/2014/main" id="{3CBD35E3-BA0D-5D07-8996-7F6CB799E142}"/>
              </a:ext>
            </a:extLst>
          </p:cNvPr>
          <p:cNvSpPr/>
          <p:nvPr/>
        </p:nvSpPr>
        <p:spPr>
          <a:xfrm>
            <a:off x="3700378" y="4552034"/>
            <a:ext cx="6351474" cy="891540"/>
          </a:xfrm>
          <a:prstGeom prst="rect">
            <a:avLst/>
          </a:prstGeom>
          <a:solidFill>
            <a:schemeClr val="bg2">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solidFill>
                <a:schemeClr val="bg2">
                  <a:lumMod val="20000"/>
                  <a:lumOff val="80000"/>
                </a:schemeClr>
              </a:solidFill>
              <a:latin typeface="Lato Light" panose="020F0502020204030203" pitchFamily="34" charset="0"/>
            </a:endParaRPr>
          </a:p>
        </p:txBody>
      </p:sp>
      <p:sp>
        <p:nvSpPr>
          <p:cNvPr id="12" name="Rectangle 14">
            <a:extLst>
              <a:ext uri="{FF2B5EF4-FFF2-40B4-BE49-F238E27FC236}">
                <a16:creationId xmlns:a16="http://schemas.microsoft.com/office/drawing/2014/main" id="{81121C02-161D-58A2-7B72-1FD62F32CFCA}"/>
              </a:ext>
            </a:extLst>
          </p:cNvPr>
          <p:cNvSpPr/>
          <p:nvPr/>
        </p:nvSpPr>
        <p:spPr>
          <a:xfrm>
            <a:off x="3700378" y="5626454"/>
            <a:ext cx="6351474" cy="891540"/>
          </a:xfrm>
          <a:prstGeom prst="rect">
            <a:avLst/>
          </a:prstGeom>
          <a:solidFill>
            <a:schemeClr val="bg2">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solidFill>
                <a:schemeClr val="bg2">
                  <a:lumMod val="20000"/>
                  <a:lumOff val="80000"/>
                </a:schemeClr>
              </a:solidFill>
              <a:latin typeface="Lato Light" panose="020F0502020204030203" pitchFamily="34" charset="0"/>
            </a:endParaRPr>
          </a:p>
        </p:txBody>
      </p:sp>
      <p:sp>
        <p:nvSpPr>
          <p:cNvPr id="13" name="TextBox 18">
            <a:extLst>
              <a:ext uri="{FF2B5EF4-FFF2-40B4-BE49-F238E27FC236}">
                <a16:creationId xmlns:a16="http://schemas.microsoft.com/office/drawing/2014/main" id="{F0E47D4A-6C74-0DED-846C-77817DFAC48D}"/>
              </a:ext>
            </a:extLst>
          </p:cNvPr>
          <p:cNvSpPr txBox="1"/>
          <p:nvPr/>
        </p:nvSpPr>
        <p:spPr>
          <a:xfrm>
            <a:off x="4034732" y="4828527"/>
            <a:ext cx="3849131" cy="338554"/>
          </a:xfrm>
          <a:prstGeom prst="rect">
            <a:avLst/>
          </a:prstGeom>
          <a:noFill/>
        </p:spPr>
        <p:txBody>
          <a:bodyPr wrap="none" rtlCol="0" anchor="ctr">
            <a:spAutoFit/>
          </a:bodyPr>
          <a:lstStyle/>
          <a:p>
            <a:r>
              <a:rPr lang="en-US" sz="1600" b="1" dirty="0">
                <a:solidFill>
                  <a:schemeClr val="accent1">
                    <a:lumMod val="50000"/>
                  </a:schemeClr>
                </a:solidFill>
                <a:latin typeface="Poppins" pitchFamily="2" charset="77"/>
                <a:cs typeface="Poppins" pitchFamily="2" charset="77"/>
              </a:rPr>
              <a:t>¿EL CRASHING ó EL FAST TRACKING?</a:t>
            </a:r>
            <a:endParaRPr lang="en-US" sz="1600" b="1" dirty="0">
              <a:solidFill>
                <a:schemeClr val="tx2"/>
              </a:solidFill>
              <a:latin typeface="Poppins" pitchFamily="2" charset="77"/>
              <a:cs typeface="Poppins" pitchFamily="2" charset="77"/>
            </a:endParaRPr>
          </a:p>
        </p:txBody>
      </p:sp>
      <p:sp>
        <p:nvSpPr>
          <p:cNvPr id="14" name="TextBox 20">
            <a:extLst>
              <a:ext uri="{FF2B5EF4-FFF2-40B4-BE49-F238E27FC236}">
                <a16:creationId xmlns:a16="http://schemas.microsoft.com/office/drawing/2014/main" id="{A6EBEE50-862C-0A19-9941-2E50B8AEC77D}"/>
              </a:ext>
            </a:extLst>
          </p:cNvPr>
          <p:cNvSpPr txBox="1"/>
          <p:nvPr/>
        </p:nvSpPr>
        <p:spPr>
          <a:xfrm>
            <a:off x="4034732" y="5902947"/>
            <a:ext cx="2148345" cy="338554"/>
          </a:xfrm>
          <a:prstGeom prst="rect">
            <a:avLst/>
          </a:prstGeom>
          <a:noFill/>
        </p:spPr>
        <p:txBody>
          <a:bodyPr wrap="none" rtlCol="0" anchor="ctr">
            <a:spAutoFit/>
          </a:bodyPr>
          <a:lstStyle/>
          <a:p>
            <a:r>
              <a:rPr lang="en-US" sz="1600" b="1" dirty="0">
                <a:solidFill>
                  <a:schemeClr val="accent2">
                    <a:lumMod val="50000"/>
                  </a:schemeClr>
                </a:solidFill>
                <a:latin typeface="Poppins" pitchFamily="2" charset="77"/>
                <a:cs typeface="Poppins" pitchFamily="2" charset="77"/>
              </a:rPr>
              <a:t>CASOS PRÁCTICOS</a:t>
            </a:r>
            <a:endParaRPr lang="en-US" sz="1600" b="1" dirty="0">
              <a:solidFill>
                <a:schemeClr val="tx2"/>
              </a:solidFill>
              <a:latin typeface="Poppins" pitchFamily="2" charset="77"/>
              <a:cs typeface="Poppins" pitchFamily="2" charset="77"/>
            </a:endParaRPr>
          </a:p>
        </p:txBody>
      </p:sp>
    </p:spTree>
    <p:extLst>
      <p:ext uri="{BB962C8B-B14F-4D97-AF65-F5344CB8AC3E}">
        <p14:creationId xmlns:p14="http://schemas.microsoft.com/office/powerpoint/2010/main" val="3439829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6"/>
                                        </p:tgtEl>
                                        <p:attrNameLst>
                                          <p:attrName>style.visibility</p:attrName>
                                        </p:attrNameLst>
                                      </p:cBhvr>
                                      <p:to>
                                        <p:strVal val="visible"/>
                                      </p:to>
                                    </p:set>
                                    <p:anim calcmode="lin" valueType="num">
                                      <p:cBhvr additive="base">
                                        <p:cTn id="7" dur="500" fill="hold"/>
                                        <p:tgtEl>
                                          <p:spTgt spid="36"/>
                                        </p:tgtEl>
                                        <p:attrNameLst>
                                          <p:attrName>ppt_x</p:attrName>
                                        </p:attrNameLst>
                                      </p:cBhvr>
                                      <p:tavLst>
                                        <p:tav tm="0">
                                          <p:val>
                                            <p:strVal val="#ppt_x"/>
                                          </p:val>
                                        </p:tav>
                                        <p:tav tm="100000">
                                          <p:val>
                                            <p:strVal val="#ppt_x"/>
                                          </p:val>
                                        </p:tav>
                                      </p:tavLst>
                                    </p:anim>
                                    <p:anim calcmode="lin" valueType="num">
                                      <p:cBhvr additive="base">
                                        <p:cTn id="8" dur="500" fill="hold"/>
                                        <p:tgtEl>
                                          <p:spTgt spid="36"/>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1"/>
                                        </p:tgtEl>
                                        <p:attrNameLst>
                                          <p:attrName>style.visibility</p:attrName>
                                        </p:attrNameLst>
                                      </p:cBhvr>
                                      <p:to>
                                        <p:strVal val="visible"/>
                                      </p:to>
                                    </p:set>
                                    <p:anim calcmode="lin" valueType="num">
                                      <p:cBhvr additive="base">
                                        <p:cTn id="11" dur="500" fill="hold"/>
                                        <p:tgtEl>
                                          <p:spTgt spid="31"/>
                                        </p:tgtEl>
                                        <p:attrNameLst>
                                          <p:attrName>ppt_x</p:attrName>
                                        </p:attrNameLst>
                                      </p:cBhvr>
                                      <p:tavLst>
                                        <p:tav tm="0">
                                          <p:val>
                                            <p:strVal val="#ppt_x"/>
                                          </p:val>
                                        </p:tav>
                                        <p:tav tm="100000">
                                          <p:val>
                                            <p:strVal val="#ppt_x"/>
                                          </p:val>
                                        </p:tav>
                                      </p:tavLst>
                                    </p:anim>
                                    <p:anim calcmode="lin" valueType="num">
                                      <p:cBhvr additive="base">
                                        <p:cTn id="12" dur="500" fill="hold"/>
                                        <p:tgtEl>
                                          <p:spTgt spid="31"/>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46"/>
                                        </p:tgtEl>
                                        <p:attrNameLst>
                                          <p:attrName>style.visibility</p:attrName>
                                        </p:attrNameLst>
                                      </p:cBhvr>
                                      <p:to>
                                        <p:strVal val="visible"/>
                                      </p:to>
                                    </p:set>
                                    <p:anim calcmode="lin" valueType="num">
                                      <p:cBhvr additive="base">
                                        <p:cTn id="15" dur="500" fill="hold"/>
                                        <p:tgtEl>
                                          <p:spTgt spid="46"/>
                                        </p:tgtEl>
                                        <p:attrNameLst>
                                          <p:attrName>ppt_x</p:attrName>
                                        </p:attrNameLst>
                                      </p:cBhvr>
                                      <p:tavLst>
                                        <p:tav tm="0">
                                          <p:val>
                                            <p:strVal val="#ppt_x"/>
                                          </p:val>
                                        </p:tav>
                                        <p:tav tm="100000">
                                          <p:val>
                                            <p:strVal val="#ppt_x"/>
                                          </p:val>
                                        </p:tav>
                                      </p:tavLst>
                                    </p:anim>
                                    <p:anim calcmode="lin" valueType="num">
                                      <p:cBhvr additive="base">
                                        <p:cTn id="16" dur="500" fill="hold"/>
                                        <p:tgtEl>
                                          <p:spTgt spid="46"/>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41"/>
                                        </p:tgtEl>
                                        <p:attrNameLst>
                                          <p:attrName>style.visibility</p:attrName>
                                        </p:attrNameLst>
                                      </p:cBhvr>
                                      <p:to>
                                        <p:strVal val="visible"/>
                                      </p:to>
                                    </p:set>
                                    <p:anim calcmode="lin" valueType="num">
                                      <p:cBhvr additive="base">
                                        <p:cTn id="19" dur="500" fill="hold"/>
                                        <p:tgtEl>
                                          <p:spTgt spid="41"/>
                                        </p:tgtEl>
                                        <p:attrNameLst>
                                          <p:attrName>ppt_x</p:attrName>
                                        </p:attrNameLst>
                                      </p:cBhvr>
                                      <p:tavLst>
                                        <p:tav tm="0">
                                          <p:val>
                                            <p:strVal val="#ppt_x"/>
                                          </p:val>
                                        </p:tav>
                                        <p:tav tm="100000">
                                          <p:val>
                                            <p:strVal val="#ppt_x"/>
                                          </p:val>
                                        </p:tav>
                                      </p:tavLst>
                                    </p:anim>
                                    <p:anim calcmode="lin" valueType="num">
                                      <p:cBhvr additive="base">
                                        <p:cTn id="20" dur="500" fill="hold"/>
                                        <p:tgtEl>
                                          <p:spTgt spid="41"/>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7"/>
                                        </p:tgtEl>
                                        <p:attrNameLst>
                                          <p:attrName>style.visibility</p:attrName>
                                        </p:attrNameLst>
                                      </p:cBhvr>
                                      <p:to>
                                        <p:strVal val="visible"/>
                                      </p:to>
                                    </p:set>
                                    <p:anim calcmode="lin" valueType="num">
                                      <p:cBhvr additive="base">
                                        <p:cTn id="25" dur="500" fill="hold"/>
                                        <p:tgtEl>
                                          <p:spTgt spid="37"/>
                                        </p:tgtEl>
                                        <p:attrNameLst>
                                          <p:attrName>ppt_x</p:attrName>
                                        </p:attrNameLst>
                                      </p:cBhvr>
                                      <p:tavLst>
                                        <p:tav tm="0">
                                          <p:val>
                                            <p:strVal val="#ppt_x"/>
                                          </p:val>
                                        </p:tav>
                                        <p:tav tm="100000">
                                          <p:val>
                                            <p:strVal val="#ppt_x"/>
                                          </p:val>
                                        </p:tav>
                                      </p:tavLst>
                                    </p:anim>
                                    <p:anim calcmode="lin" valueType="num">
                                      <p:cBhvr additive="base">
                                        <p:cTn id="26" dur="500" fill="hold"/>
                                        <p:tgtEl>
                                          <p:spTgt spid="37"/>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32"/>
                                        </p:tgtEl>
                                        <p:attrNameLst>
                                          <p:attrName>style.visibility</p:attrName>
                                        </p:attrNameLst>
                                      </p:cBhvr>
                                      <p:to>
                                        <p:strVal val="visible"/>
                                      </p:to>
                                    </p:set>
                                    <p:anim calcmode="lin" valueType="num">
                                      <p:cBhvr additive="base">
                                        <p:cTn id="29" dur="500" fill="hold"/>
                                        <p:tgtEl>
                                          <p:spTgt spid="32"/>
                                        </p:tgtEl>
                                        <p:attrNameLst>
                                          <p:attrName>ppt_x</p:attrName>
                                        </p:attrNameLst>
                                      </p:cBhvr>
                                      <p:tavLst>
                                        <p:tav tm="0">
                                          <p:val>
                                            <p:strVal val="#ppt_x"/>
                                          </p:val>
                                        </p:tav>
                                        <p:tav tm="100000">
                                          <p:val>
                                            <p:strVal val="#ppt_x"/>
                                          </p:val>
                                        </p:tav>
                                      </p:tavLst>
                                    </p:anim>
                                    <p:anim calcmode="lin" valueType="num">
                                      <p:cBhvr additive="base">
                                        <p:cTn id="30" dur="500" fill="hold"/>
                                        <p:tgtEl>
                                          <p:spTgt spid="32"/>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47"/>
                                        </p:tgtEl>
                                        <p:attrNameLst>
                                          <p:attrName>style.visibility</p:attrName>
                                        </p:attrNameLst>
                                      </p:cBhvr>
                                      <p:to>
                                        <p:strVal val="visible"/>
                                      </p:to>
                                    </p:set>
                                    <p:anim calcmode="lin" valueType="num">
                                      <p:cBhvr additive="base">
                                        <p:cTn id="33" dur="500" fill="hold"/>
                                        <p:tgtEl>
                                          <p:spTgt spid="47"/>
                                        </p:tgtEl>
                                        <p:attrNameLst>
                                          <p:attrName>ppt_x</p:attrName>
                                        </p:attrNameLst>
                                      </p:cBhvr>
                                      <p:tavLst>
                                        <p:tav tm="0">
                                          <p:val>
                                            <p:strVal val="#ppt_x"/>
                                          </p:val>
                                        </p:tav>
                                        <p:tav tm="100000">
                                          <p:val>
                                            <p:strVal val="#ppt_x"/>
                                          </p:val>
                                        </p:tav>
                                      </p:tavLst>
                                    </p:anim>
                                    <p:anim calcmode="lin" valueType="num">
                                      <p:cBhvr additive="base">
                                        <p:cTn id="34" dur="500" fill="hold"/>
                                        <p:tgtEl>
                                          <p:spTgt spid="47"/>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42"/>
                                        </p:tgtEl>
                                        <p:attrNameLst>
                                          <p:attrName>style.visibility</p:attrName>
                                        </p:attrNameLst>
                                      </p:cBhvr>
                                      <p:to>
                                        <p:strVal val="visible"/>
                                      </p:to>
                                    </p:set>
                                    <p:anim calcmode="lin" valueType="num">
                                      <p:cBhvr additive="base">
                                        <p:cTn id="37" dur="500" fill="hold"/>
                                        <p:tgtEl>
                                          <p:spTgt spid="42"/>
                                        </p:tgtEl>
                                        <p:attrNameLst>
                                          <p:attrName>ppt_x</p:attrName>
                                        </p:attrNameLst>
                                      </p:cBhvr>
                                      <p:tavLst>
                                        <p:tav tm="0">
                                          <p:val>
                                            <p:strVal val="#ppt_x"/>
                                          </p:val>
                                        </p:tav>
                                        <p:tav tm="100000">
                                          <p:val>
                                            <p:strVal val="#ppt_x"/>
                                          </p:val>
                                        </p:tav>
                                      </p:tavLst>
                                    </p:anim>
                                    <p:anim calcmode="lin" valueType="num">
                                      <p:cBhvr additive="base">
                                        <p:cTn id="38" dur="500" fill="hold"/>
                                        <p:tgtEl>
                                          <p:spTgt spid="42"/>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8"/>
                                        </p:tgtEl>
                                        <p:attrNameLst>
                                          <p:attrName>style.visibility</p:attrName>
                                        </p:attrNameLst>
                                      </p:cBhvr>
                                      <p:to>
                                        <p:strVal val="visible"/>
                                      </p:to>
                                    </p:set>
                                    <p:anim calcmode="lin" valueType="num">
                                      <p:cBhvr additive="base">
                                        <p:cTn id="43" dur="500" fill="hold"/>
                                        <p:tgtEl>
                                          <p:spTgt spid="38"/>
                                        </p:tgtEl>
                                        <p:attrNameLst>
                                          <p:attrName>ppt_x</p:attrName>
                                        </p:attrNameLst>
                                      </p:cBhvr>
                                      <p:tavLst>
                                        <p:tav tm="0">
                                          <p:val>
                                            <p:strVal val="#ppt_x"/>
                                          </p:val>
                                        </p:tav>
                                        <p:tav tm="100000">
                                          <p:val>
                                            <p:strVal val="#ppt_x"/>
                                          </p:val>
                                        </p:tav>
                                      </p:tavLst>
                                    </p:anim>
                                    <p:anim calcmode="lin" valueType="num">
                                      <p:cBhvr additive="base">
                                        <p:cTn id="44" dur="500" fill="hold"/>
                                        <p:tgtEl>
                                          <p:spTgt spid="38"/>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33"/>
                                        </p:tgtEl>
                                        <p:attrNameLst>
                                          <p:attrName>style.visibility</p:attrName>
                                        </p:attrNameLst>
                                      </p:cBhvr>
                                      <p:to>
                                        <p:strVal val="visible"/>
                                      </p:to>
                                    </p:set>
                                    <p:anim calcmode="lin" valueType="num">
                                      <p:cBhvr additive="base">
                                        <p:cTn id="47" dur="500" fill="hold"/>
                                        <p:tgtEl>
                                          <p:spTgt spid="33"/>
                                        </p:tgtEl>
                                        <p:attrNameLst>
                                          <p:attrName>ppt_x</p:attrName>
                                        </p:attrNameLst>
                                      </p:cBhvr>
                                      <p:tavLst>
                                        <p:tav tm="0">
                                          <p:val>
                                            <p:strVal val="#ppt_x"/>
                                          </p:val>
                                        </p:tav>
                                        <p:tav tm="100000">
                                          <p:val>
                                            <p:strVal val="#ppt_x"/>
                                          </p:val>
                                        </p:tav>
                                      </p:tavLst>
                                    </p:anim>
                                    <p:anim calcmode="lin" valueType="num">
                                      <p:cBhvr additive="base">
                                        <p:cTn id="48" dur="500" fill="hold"/>
                                        <p:tgtEl>
                                          <p:spTgt spid="33"/>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48"/>
                                        </p:tgtEl>
                                        <p:attrNameLst>
                                          <p:attrName>style.visibility</p:attrName>
                                        </p:attrNameLst>
                                      </p:cBhvr>
                                      <p:to>
                                        <p:strVal val="visible"/>
                                      </p:to>
                                    </p:set>
                                    <p:anim calcmode="lin" valueType="num">
                                      <p:cBhvr additive="base">
                                        <p:cTn id="51" dur="500" fill="hold"/>
                                        <p:tgtEl>
                                          <p:spTgt spid="48"/>
                                        </p:tgtEl>
                                        <p:attrNameLst>
                                          <p:attrName>ppt_x</p:attrName>
                                        </p:attrNameLst>
                                      </p:cBhvr>
                                      <p:tavLst>
                                        <p:tav tm="0">
                                          <p:val>
                                            <p:strVal val="#ppt_x"/>
                                          </p:val>
                                        </p:tav>
                                        <p:tav tm="100000">
                                          <p:val>
                                            <p:strVal val="#ppt_x"/>
                                          </p:val>
                                        </p:tav>
                                      </p:tavLst>
                                    </p:anim>
                                    <p:anim calcmode="lin" valueType="num">
                                      <p:cBhvr additive="base">
                                        <p:cTn id="52" dur="500" fill="hold"/>
                                        <p:tgtEl>
                                          <p:spTgt spid="48"/>
                                        </p:tgtEl>
                                        <p:attrNameLst>
                                          <p:attrName>ppt_y</p:attrName>
                                        </p:attrNameLst>
                                      </p:cBhvr>
                                      <p:tavLst>
                                        <p:tav tm="0">
                                          <p:val>
                                            <p:strVal val="1+#ppt_h/2"/>
                                          </p:val>
                                        </p:tav>
                                        <p:tav tm="100000">
                                          <p:val>
                                            <p:strVal val="#ppt_y"/>
                                          </p:val>
                                        </p:tav>
                                      </p:tavLst>
                                    </p:anim>
                                  </p:childTnLst>
                                </p:cTn>
                              </p:par>
                              <p:par>
                                <p:cTn id="53" presetID="2" presetClass="entr" presetSubtype="4" fill="hold" grpId="0" nodeType="withEffect">
                                  <p:stCondLst>
                                    <p:cond delay="0"/>
                                  </p:stCondLst>
                                  <p:childTnLst>
                                    <p:set>
                                      <p:cBhvr>
                                        <p:cTn id="54" dur="1" fill="hold">
                                          <p:stCondLst>
                                            <p:cond delay="0"/>
                                          </p:stCondLst>
                                        </p:cTn>
                                        <p:tgtEl>
                                          <p:spTgt spid="43"/>
                                        </p:tgtEl>
                                        <p:attrNameLst>
                                          <p:attrName>style.visibility</p:attrName>
                                        </p:attrNameLst>
                                      </p:cBhvr>
                                      <p:to>
                                        <p:strVal val="visible"/>
                                      </p:to>
                                    </p:set>
                                    <p:anim calcmode="lin" valueType="num">
                                      <p:cBhvr additive="base">
                                        <p:cTn id="55" dur="500" fill="hold"/>
                                        <p:tgtEl>
                                          <p:spTgt spid="43"/>
                                        </p:tgtEl>
                                        <p:attrNameLst>
                                          <p:attrName>ppt_x</p:attrName>
                                        </p:attrNameLst>
                                      </p:cBhvr>
                                      <p:tavLst>
                                        <p:tav tm="0">
                                          <p:val>
                                            <p:strVal val="#ppt_x"/>
                                          </p:val>
                                        </p:tav>
                                        <p:tav tm="100000">
                                          <p:val>
                                            <p:strVal val="#ppt_x"/>
                                          </p:val>
                                        </p:tav>
                                      </p:tavLst>
                                    </p:anim>
                                    <p:anim calcmode="lin" valueType="num">
                                      <p:cBhvr additive="base">
                                        <p:cTn id="56" dur="500" fill="hold"/>
                                        <p:tgtEl>
                                          <p:spTgt spid="43"/>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4"/>
                                        </p:tgtEl>
                                        <p:attrNameLst>
                                          <p:attrName>style.visibility</p:attrName>
                                        </p:attrNameLst>
                                      </p:cBhvr>
                                      <p:to>
                                        <p:strVal val="visible"/>
                                      </p:to>
                                    </p:set>
                                    <p:anim calcmode="lin" valueType="num">
                                      <p:cBhvr additive="base">
                                        <p:cTn id="61" dur="500" fill="hold"/>
                                        <p:tgtEl>
                                          <p:spTgt spid="4"/>
                                        </p:tgtEl>
                                        <p:attrNameLst>
                                          <p:attrName>ppt_x</p:attrName>
                                        </p:attrNameLst>
                                      </p:cBhvr>
                                      <p:tavLst>
                                        <p:tav tm="0">
                                          <p:val>
                                            <p:strVal val="#ppt_x"/>
                                          </p:val>
                                        </p:tav>
                                        <p:tav tm="100000">
                                          <p:val>
                                            <p:strVal val="#ppt_x"/>
                                          </p:val>
                                        </p:tav>
                                      </p:tavLst>
                                    </p:anim>
                                    <p:anim calcmode="lin" valueType="num">
                                      <p:cBhvr additive="base">
                                        <p:cTn id="62" dur="500" fill="hold"/>
                                        <p:tgtEl>
                                          <p:spTgt spid="4"/>
                                        </p:tgtEl>
                                        <p:attrNameLst>
                                          <p:attrName>ppt_y</p:attrName>
                                        </p:attrNameLst>
                                      </p:cBhvr>
                                      <p:tavLst>
                                        <p:tav tm="0">
                                          <p:val>
                                            <p:strVal val="1+#ppt_h/2"/>
                                          </p:val>
                                        </p:tav>
                                        <p:tav tm="100000">
                                          <p:val>
                                            <p:strVal val="#ppt_y"/>
                                          </p:val>
                                        </p:tav>
                                      </p:tavLst>
                                    </p:anim>
                                  </p:childTnLst>
                                </p:cTn>
                              </p:par>
                              <p:par>
                                <p:cTn id="63" presetID="2" presetClass="entr" presetSubtype="4" fill="hold" grpId="0" nodeType="withEffect">
                                  <p:stCondLst>
                                    <p:cond delay="0"/>
                                  </p:stCondLst>
                                  <p:childTnLst>
                                    <p:set>
                                      <p:cBhvr>
                                        <p:cTn id="64" dur="1" fill="hold">
                                          <p:stCondLst>
                                            <p:cond delay="0"/>
                                          </p:stCondLst>
                                        </p:cTn>
                                        <p:tgtEl>
                                          <p:spTgt spid="2"/>
                                        </p:tgtEl>
                                        <p:attrNameLst>
                                          <p:attrName>style.visibility</p:attrName>
                                        </p:attrNameLst>
                                      </p:cBhvr>
                                      <p:to>
                                        <p:strVal val="visible"/>
                                      </p:to>
                                    </p:set>
                                    <p:anim calcmode="lin" valueType="num">
                                      <p:cBhvr additive="base">
                                        <p:cTn id="65" dur="500" fill="hold"/>
                                        <p:tgtEl>
                                          <p:spTgt spid="2"/>
                                        </p:tgtEl>
                                        <p:attrNameLst>
                                          <p:attrName>ppt_x</p:attrName>
                                        </p:attrNameLst>
                                      </p:cBhvr>
                                      <p:tavLst>
                                        <p:tav tm="0">
                                          <p:val>
                                            <p:strVal val="#ppt_x"/>
                                          </p:val>
                                        </p:tav>
                                        <p:tav tm="100000">
                                          <p:val>
                                            <p:strVal val="#ppt_x"/>
                                          </p:val>
                                        </p:tav>
                                      </p:tavLst>
                                    </p:anim>
                                    <p:anim calcmode="lin" valueType="num">
                                      <p:cBhvr additive="base">
                                        <p:cTn id="66" dur="500" fill="hold"/>
                                        <p:tgtEl>
                                          <p:spTgt spid="2"/>
                                        </p:tgtEl>
                                        <p:attrNameLst>
                                          <p:attrName>ppt_y</p:attrName>
                                        </p:attrNameLst>
                                      </p:cBhvr>
                                      <p:tavLst>
                                        <p:tav tm="0">
                                          <p:val>
                                            <p:strVal val="1+#ppt_h/2"/>
                                          </p:val>
                                        </p:tav>
                                        <p:tav tm="100000">
                                          <p:val>
                                            <p:strVal val="#ppt_y"/>
                                          </p:val>
                                        </p:tav>
                                      </p:tavLst>
                                    </p:anim>
                                  </p:childTnLst>
                                </p:cTn>
                              </p:par>
                              <p:par>
                                <p:cTn id="67" presetID="2" presetClass="entr" presetSubtype="4" fill="hold" grpId="0" nodeType="withEffect">
                                  <p:stCondLst>
                                    <p:cond delay="0"/>
                                  </p:stCondLst>
                                  <p:childTnLst>
                                    <p:set>
                                      <p:cBhvr>
                                        <p:cTn id="68" dur="1" fill="hold">
                                          <p:stCondLst>
                                            <p:cond delay="0"/>
                                          </p:stCondLst>
                                        </p:cTn>
                                        <p:tgtEl>
                                          <p:spTgt spid="13"/>
                                        </p:tgtEl>
                                        <p:attrNameLst>
                                          <p:attrName>style.visibility</p:attrName>
                                        </p:attrNameLst>
                                      </p:cBhvr>
                                      <p:to>
                                        <p:strVal val="visible"/>
                                      </p:to>
                                    </p:set>
                                    <p:anim calcmode="lin" valueType="num">
                                      <p:cBhvr additive="base">
                                        <p:cTn id="69" dur="500" fill="hold"/>
                                        <p:tgtEl>
                                          <p:spTgt spid="13"/>
                                        </p:tgtEl>
                                        <p:attrNameLst>
                                          <p:attrName>ppt_x</p:attrName>
                                        </p:attrNameLst>
                                      </p:cBhvr>
                                      <p:tavLst>
                                        <p:tav tm="0">
                                          <p:val>
                                            <p:strVal val="#ppt_x"/>
                                          </p:val>
                                        </p:tav>
                                        <p:tav tm="100000">
                                          <p:val>
                                            <p:strVal val="#ppt_x"/>
                                          </p:val>
                                        </p:tav>
                                      </p:tavLst>
                                    </p:anim>
                                    <p:anim calcmode="lin" valueType="num">
                                      <p:cBhvr additive="base">
                                        <p:cTn id="70" dur="500" fill="hold"/>
                                        <p:tgtEl>
                                          <p:spTgt spid="13"/>
                                        </p:tgtEl>
                                        <p:attrNameLst>
                                          <p:attrName>ppt_y</p:attrName>
                                        </p:attrNameLst>
                                      </p:cBhvr>
                                      <p:tavLst>
                                        <p:tav tm="0">
                                          <p:val>
                                            <p:strVal val="1+#ppt_h/2"/>
                                          </p:val>
                                        </p:tav>
                                        <p:tav tm="100000">
                                          <p:val>
                                            <p:strVal val="#ppt_y"/>
                                          </p:val>
                                        </p:tav>
                                      </p:tavLst>
                                    </p:anim>
                                  </p:childTnLst>
                                </p:cTn>
                              </p:par>
                              <p:par>
                                <p:cTn id="71" presetID="2" presetClass="entr" presetSubtype="4" fill="hold" grpId="0" nodeType="withEffect">
                                  <p:stCondLst>
                                    <p:cond delay="0"/>
                                  </p:stCondLst>
                                  <p:childTnLst>
                                    <p:set>
                                      <p:cBhvr>
                                        <p:cTn id="72" dur="1" fill="hold">
                                          <p:stCondLst>
                                            <p:cond delay="0"/>
                                          </p:stCondLst>
                                        </p:cTn>
                                        <p:tgtEl>
                                          <p:spTgt spid="10"/>
                                        </p:tgtEl>
                                        <p:attrNameLst>
                                          <p:attrName>style.visibility</p:attrName>
                                        </p:attrNameLst>
                                      </p:cBhvr>
                                      <p:to>
                                        <p:strVal val="visible"/>
                                      </p:to>
                                    </p:set>
                                    <p:anim calcmode="lin" valueType="num">
                                      <p:cBhvr additive="base">
                                        <p:cTn id="73" dur="500" fill="hold"/>
                                        <p:tgtEl>
                                          <p:spTgt spid="10"/>
                                        </p:tgtEl>
                                        <p:attrNameLst>
                                          <p:attrName>ppt_x</p:attrName>
                                        </p:attrNameLst>
                                      </p:cBhvr>
                                      <p:tavLst>
                                        <p:tav tm="0">
                                          <p:val>
                                            <p:strVal val="#ppt_x"/>
                                          </p:val>
                                        </p:tav>
                                        <p:tav tm="100000">
                                          <p:val>
                                            <p:strVal val="#ppt_x"/>
                                          </p:val>
                                        </p:tav>
                                      </p:tavLst>
                                    </p:anim>
                                    <p:anim calcmode="lin" valueType="num">
                                      <p:cBhvr additive="base">
                                        <p:cTn id="74"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4" fill="hold" grpId="0" nodeType="clickEffect">
                                  <p:stCondLst>
                                    <p:cond delay="0"/>
                                  </p:stCondLst>
                                  <p:childTnLst>
                                    <p:set>
                                      <p:cBhvr>
                                        <p:cTn id="78" dur="1" fill="hold">
                                          <p:stCondLst>
                                            <p:cond delay="0"/>
                                          </p:stCondLst>
                                        </p:cTn>
                                        <p:tgtEl>
                                          <p:spTgt spid="5"/>
                                        </p:tgtEl>
                                        <p:attrNameLst>
                                          <p:attrName>style.visibility</p:attrName>
                                        </p:attrNameLst>
                                      </p:cBhvr>
                                      <p:to>
                                        <p:strVal val="visible"/>
                                      </p:to>
                                    </p:set>
                                    <p:anim calcmode="lin" valueType="num">
                                      <p:cBhvr additive="base">
                                        <p:cTn id="79" dur="500" fill="hold"/>
                                        <p:tgtEl>
                                          <p:spTgt spid="5"/>
                                        </p:tgtEl>
                                        <p:attrNameLst>
                                          <p:attrName>ppt_x</p:attrName>
                                        </p:attrNameLst>
                                      </p:cBhvr>
                                      <p:tavLst>
                                        <p:tav tm="0">
                                          <p:val>
                                            <p:strVal val="#ppt_x"/>
                                          </p:val>
                                        </p:tav>
                                        <p:tav tm="100000">
                                          <p:val>
                                            <p:strVal val="#ppt_x"/>
                                          </p:val>
                                        </p:tav>
                                      </p:tavLst>
                                    </p:anim>
                                    <p:anim calcmode="lin" valueType="num">
                                      <p:cBhvr additive="base">
                                        <p:cTn id="80" dur="500" fill="hold"/>
                                        <p:tgtEl>
                                          <p:spTgt spid="5"/>
                                        </p:tgtEl>
                                        <p:attrNameLst>
                                          <p:attrName>ppt_y</p:attrName>
                                        </p:attrNameLst>
                                      </p:cBhvr>
                                      <p:tavLst>
                                        <p:tav tm="0">
                                          <p:val>
                                            <p:strVal val="1+#ppt_h/2"/>
                                          </p:val>
                                        </p:tav>
                                        <p:tav tm="100000">
                                          <p:val>
                                            <p:strVal val="#ppt_y"/>
                                          </p:val>
                                        </p:tav>
                                      </p:tavLst>
                                    </p:anim>
                                  </p:childTnLst>
                                </p:cTn>
                              </p:par>
                              <p:par>
                                <p:cTn id="81" presetID="2" presetClass="entr" presetSubtype="4" fill="hold" grpId="0" nodeType="withEffect">
                                  <p:stCondLst>
                                    <p:cond delay="0"/>
                                  </p:stCondLst>
                                  <p:childTnLst>
                                    <p:set>
                                      <p:cBhvr>
                                        <p:cTn id="82" dur="1" fill="hold">
                                          <p:stCondLst>
                                            <p:cond delay="0"/>
                                          </p:stCondLst>
                                        </p:cTn>
                                        <p:tgtEl>
                                          <p:spTgt spid="3"/>
                                        </p:tgtEl>
                                        <p:attrNameLst>
                                          <p:attrName>style.visibility</p:attrName>
                                        </p:attrNameLst>
                                      </p:cBhvr>
                                      <p:to>
                                        <p:strVal val="visible"/>
                                      </p:to>
                                    </p:set>
                                    <p:anim calcmode="lin" valueType="num">
                                      <p:cBhvr additive="base">
                                        <p:cTn id="83" dur="500" fill="hold"/>
                                        <p:tgtEl>
                                          <p:spTgt spid="3"/>
                                        </p:tgtEl>
                                        <p:attrNameLst>
                                          <p:attrName>ppt_x</p:attrName>
                                        </p:attrNameLst>
                                      </p:cBhvr>
                                      <p:tavLst>
                                        <p:tav tm="0">
                                          <p:val>
                                            <p:strVal val="#ppt_x"/>
                                          </p:val>
                                        </p:tav>
                                        <p:tav tm="100000">
                                          <p:val>
                                            <p:strVal val="#ppt_x"/>
                                          </p:val>
                                        </p:tav>
                                      </p:tavLst>
                                    </p:anim>
                                    <p:anim calcmode="lin" valueType="num">
                                      <p:cBhvr additive="base">
                                        <p:cTn id="84" dur="500" fill="hold"/>
                                        <p:tgtEl>
                                          <p:spTgt spid="3"/>
                                        </p:tgtEl>
                                        <p:attrNameLst>
                                          <p:attrName>ppt_y</p:attrName>
                                        </p:attrNameLst>
                                      </p:cBhvr>
                                      <p:tavLst>
                                        <p:tav tm="0">
                                          <p:val>
                                            <p:strVal val="1+#ppt_h/2"/>
                                          </p:val>
                                        </p:tav>
                                        <p:tav tm="100000">
                                          <p:val>
                                            <p:strVal val="#ppt_y"/>
                                          </p:val>
                                        </p:tav>
                                      </p:tavLst>
                                    </p:anim>
                                  </p:childTnLst>
                                </p:cTn>
                              </p:par>
                              <p:par>
                                <p:cTn id="85" presetID="2" presetClass="entr" presetSubtype="4" fill="hold" grpId="0" nodeType="withEffect">
                                  <p:stCondLst>
                                    <p:cond delay="0"/>
                                  </p:stCondLst>
                                  <p:childTnLst>
                                    <p:set>
                                      <p:cBhvr>
                                        <p:cTn id="86" dur="1" fill="hold">
                                          <p:stCondLst>
                                            <p:cond delay="0"/>
                                          </p:stCondLst>
                                        </p:cTn>
                                        <p:tgtEl>
                                          <p:spTgt spid="14"/>
                                        </p:tgtEl>
                                        <p:attrNameLst>
                                          <p:attrName>style.visibility</p:attrName>
                                        </p:attrNameLst>
                                      </p:cBhvr>
                                      <p:to>
                                        <p:strVal val="visible"/>
                                      </p:to>
                                    </p:set>
                                    <p:anim calcmode="lin" valueType="num">
                                      <p:cBhvr additive="base">
                                        <p:cTn id="87" dur="500" fill="hold"/>
                                        <p:tgtEl>
                                          <p:spTgt spid="14"/>
                                        </p:tgtEl>
                                        <p:attrNameLst>
                                          <p:attrName>ppt_x</p:attrName>
                                        </p:attrNameLst>
                                      </p:cBhvr>
                                      <p:tavLst>
                                        <p:tav tm="0">
                                          <p:val>
                                            <p:strVal val="#ppt_x"/>
                                          </p:val>
                                        </p:tav>
                                        <p:tav tm="100000">
                                          <p:val>
                                            <p:strVal val="#ppt_x"/>
                                          </p:val>
                                        </p:tav>
                                      </p:tavLst>
                                    </p:anim>
                                    <p:anim calcmode="lin" valueType="num">
                                      <p:cBhvr additive="base">
                                        <p:cTn id="88" dur="500" fill="hold"/>
                                        <p:tgtEl>
                                          <p:spTgt spid="14"/>
                                        </p:tgtEl>
                                        <p:attrNameLst>
                                          <p:attrName>ppt_y</p:attrName>
                                        </p:attrNameLst>
                                      </p:cBhvr>
                                      <p:tavLst>
                                        <p:tav tm="0">
                                          <p:val>
                                            <p:strVal val="1+#ppt_h/2"/>
                                          </p:val>
                                        </p:tav>
                                        <p:tav tm="100000">
                                          <p:val>
                                            <p:strVal val="#ppt_y"/>
                                          </p:val>
                                        </p:tav>
                                      </p:tavLst>
                                    </p:anim>
                                  </p:childTnLst>
                                </p:cTn>
                              </p:par>
                              <p:par>
                                <p:cTn id="89" presetID="2" presetClass="entr" presetSubtype="4" fill="hold" grpId="0" nodeType="withEffect">
                                  <p:stCondLst>
                                    <p:cond delay="0"/>
                                  </p:stCondLst>
                                  <p:childTnLst>
                                    <p:set>
                                      <p:cBhvr>
                                        <p:cTn id="90" dur="1" fill="hold">
                                          <p:stCondLst>
                                            <p:cond delay="0"/>
                                          </p:stCondLst>
                                        </p:cTn>
                                        <p:tgtEl>
                                          <p:spTgt spid="12"/>
                                        </p:tgtEl>
                                        <p:attrNameLst>
                                          <p:attrName>style.visibility</p:attrName>
                                        </p:attrNameLst>
                                      </p:cBhvr>
                                      <p:to>
                                        <p:strVal val="visible"/>
                                      </p:to>
                                    </p:set>
                                    <p:anim calcmode="lin" valueType="num">
                                      <p:cBhvr additive="base">
                                        <p:cTn id="91" dur="500" fill="hold"/>
                                        <p:tgtEl>
                                          <p:spTgt spid="12"/>
                                        </p:tgtEl>
                                        <p:attrNameLst>
                                          <p:attrName>ppt_x</p:attrName>
                                        </p:attrNameLst>
                                      </p:cBhvr>
                                      <p:tavLst>
                                        <p:tav tm="0">
                                          <p:val>
                                            <p:strVal val="#ppt_x"/>
                                          </p:val>
                                        </p:tav>
                                        <p:tav tm="100000">
                                          <p:val>
                                            <p:strVal val="#ppt_x"/>
                                          </p:val>
                                        </p:tav>
                                      </p:tavLst>
                                    </p:anim>
                                    <p:anim calcmode="lin" valueType="num">
                                      <p:cBhvr additive="base">
                                        <p:cTn id="92"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P spid="32" grpId="0" animBg="1"/>
      <p:bldP spid="33" grpId="0" animBg="1"/>
      <p:bldP spid="36" grpId="0"/>
      <p:bldP spid="37" grpId="0"/>
      <p:bldP spid="38" grpId="0"/>
      <p:bldP spid="41" grpId="0" animBg="1"/>
      <p:bldP spid="42" grpId="0" animBg="1"/>
      <p:bldP spid="43" grpId="0" animBg="1"/>
      <p:bldP spid="46" grpId="0"/>
      <p:bldP spid="47" grpId="0"/>
      <p:bldP spid="48" grpId="0"/>
      <p:bldP spid="2" grpId="0" animBg="1"/>
      <p:bldP spid="3" grpId="0" animBg="1"/>
      <p:bldP spid="4" grpId="0"/>
      <p:bldP spid="5" grpId="0"/>
      <p:bldP spid="10" grpId="0" animBg="1"/>
      <p:bldP spid="12" grpId="0" animBg="1"/>
      <p:bldP spid="13" grpId="0"/>
      <p:bldP spid="1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n 6"/>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2465813" y="1702827"/>
            <a:ext cx="4014574" cy="2315265"/>
          </a:xfrm>
          <a:prstGeom prst="rect">
            <a:avLst/>
          </a:prstGeom>
        </p:spPr>
      </p:pic>
      <p:pic>
        <p:nvPicPr>
          <p:cNvPr id="8" name="Imagen 7"/>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2465814" y="4259768"/>
            <a:ext cx="4014573" cy="2036352"/>
          </a:xfrm>
          <a:prstGeom prst="rect">
            <a:avLst/>
          </a:prstGeom>
          <a:ln>
            <a:solidFill>
              <a:schemeClr val="accent1">
                <a:shade val="50000"/>
              </a:schemeClr>
            </a:solidFill>
          </a:ln>
        </p:spPr>
      </p:pic>
      <p:sp>
        <p:nvSpPr>
          <p:cNvPr id="9" name="Rectángulo redondeado 8"/>
          <p:cNvSpPr/>
          <p:nvPr/>
        </p:nvSpPr>
        <p:spPr>
          <a:xfrm>
            <a:off x="6620395" y="1702826"/>
            <a:ext cx="4940490" cy="2315265"/>
          </a:xfrm>
          <a:prstGeom prst="round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s-PE" sz="2800" dirty="0"/>
              <a:t>Procedimiento de trabajo</a:t>
            </a:r>
          </a:p>
          <a:p>
            <a:pPr marL="285750" indent="-285750">
              <a:buFont typeface="Arial" panose="020B0604020202020204" pitchFamily="34" charset="0"/>
              <a:buChar char="•"/>
            </a:pPr>
            <a:r>
              <a:rPr lang="es-PE" sz="2800" dirty="0"/>
              <a:t>Metodología</a:t>
            </a:r>
          </a:p>
          <a:p>
            <a:pPr marL="285750" indent="-285750">
              <a:buFont typeface="Arial" panose="020B0604020202020204" pitchFamily="34" charset="0"/>
              <a:buChar char="•"/>
            </a:pPr>
            <a:r>
              <a:rPr lang="es-PE" sz="2800" dirty="0"/>
              <a:t>Producción</a:t>
            </a:r>
          </a:p>
          <a:p>
            <a:pPr marL="285750" indent="-285750">
              <a:buFont typeface="Arial" panose="020B0604020202020204" pitchFamily="34" charset="0"/>
              <a:buChar char="•"/>
            </a:pPr>
            <a:r>
              <a:rPr lang="es-PE" sz="2800" dirty="0"/>
              <a:t>Liberación de interferencias</a:t>
            </a:r>
          </a:p>
        </p:txBody>
      </p:sp>
      <p:sp>
        <p:nvSpPr>
          <p:cNvPr id="10" name="Rectángulo redondeado 9"/>
          <p:cNvSpPr/>
          <p:nvPr/>
        </p:nvSpPr>
        <p:spPr>
          <a:xfrm>
            <a:off x="6620395" y="4259768"/>
            <a:ext cx="3105791" cy="2036352"/>
          </a:xfrm>
          <a:prstGeom prst="roundRect">
            <a:avLst/>
          </a:prstGeom>
          <a:solidFill>
            <a:srgbClr val="FFFF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s-PE" sz="2400" dirty="0">
                <a:solidFill>
                  <a:schemeClr val="tx1"/>
                </a:solidFill>
              </a:rPr>
              <a:t>Actividades</a:t>
            </a:r>
          </a:p>
          <a:p>
            <a:pPr marL="285750" indent="-285750">
              <a:buFont typeface="Arial" panose="020B0604020202020204" pitchFamily="34" charset="0"/>
              <a:buChar char="•"/>
            </a:pPr>
            <a:r>
              <a:rPr lang="es-PE" sz="2400" dirty="0">
                <a:solidFill>
                  <a:schemeClr val="tx1"/>
                </a:solidFill>
              </a:rPr>
              <a:t>Secuenciamiento</a:t>
            </a:r>
          </a:p>
          <a:p>
            <a:pPr marL="285750" indent="-285750">
              <a:buFont typeface="Arial" panose="020B0604020202020204" pitchFamily="34" charset="0"/>
              <a:buChar char="•"/>
            </a:pPr>
            <a:r>
              <a:rPr lang="es-PE" sz="2400" dirty="0">
                <a:solidFill>
                  <a:schemeClr val="tx1"/>
                </a:solidFill>
              </a:rPr>
              <a:t>Duraciones</a:t>
            </a:r>
          </a:p>
          <a:p>
            <a:pPr marL="285750" indent="-285750">
              <a:buFont typeface="Arial" panose="020B0604020202020204" pitchFamily="34" charset="0"/>
              <a:buChar char="•"/>
            </a:pPr>
            <a:r>
              <a:rPr lang="es-PE" sz="2400" dirty="0">
                <a:solidFill>
                  <a:schemeClr val="tx1"/>
                </a:solidFill>
              </a:rPr>
              <a:t>Ruta crítica</a:t>
            </a:r>
          </a:p>
          <a:p>
            <a:pPr marL="285750" indent="-285750">
              <a:buFont typeface="Arial" panose="020B0604020202020204" pitchFamily="34" charset="0"/>
              <a:buChar char="•"/>
            </a:pPr>
            <a:r>
              <a:rPr lang="es-PE" sz="2400" dirty="0">
                <a:solidFill>
                  <a:schemeClr val="tx1"/>
                </a:solidFill>
              </a:rPr>
              <a:t>Diagrama Gantt</a:t>
            </a:r>
          </a:p>
        </p:txBody>
      </p:sp>
      <p:sp>
        <p:nvSpPr>
          <p:cNvPr id="11" name="CuadroTexto 10"/>
          <p:cNvSpPr txBox="1"/>
          <p:nvPr/>
        </p:nvSpPr>
        <p:spPr>
          <a:xfrm>
            <a:off x="292288" y="3320907"/>
            <a:ext cx="2033517" cy="1569660"/>
          </a:xfrm>
          <a:prstGeom prst="rect">
            <a:avLst/>
          </a:prstGeom>
          <a:noFill/>
        </p:spPr>
        <p:txBody>
          <a:bodyPr wrap="square" rtlCol="0">
            <a:spAutoFit/>
          </a:bodyPr>
          <a:lstStyle/>
          <a:p>
            <a:pPr algn="ctr"/>
            <a:r>
              <a:rPr lang="es-PE" b="1" dirty="0"/>
              <a:t>EL PLAN</a:t>
            </a:r>
          </a:p>
          <a:p>
            <a:pPr algn="ctr"/>
            <a:r>
              <a:rPr lang="es-PE" b="1" dirty="0"/>
              <a:t>ES </a:t>
            </a:r>
            <a:r>
              <a:rPr lang="es-PE" sz="2400" b="1" dirty="0">
                <a:solidFill>
                  <a:srgbClr val="FF0000"/>
                </a:solidFill>
              </a:rPr>
              <a:t>DIFERENTE</a:t>
            </a:r>
            <a:r>
              <a:rPr lang="es-PE" b="1" dirty="0"/>
              <a:t> AL CRONOGRAMA</a:t>
            </a:r>
          </a:p>
        </p:txBody>
      </p:sp>
      <p:cxnSp>
        <p:nvCxnSpPr>
          <p:cNvPr id="13" name="Conector recto de flecha 12"/>
          <p:cNvCxnSpPr/>
          <p:nvPr/>
        </p:nvCxnSpPr>
        <p:spPr>
          <a:xfrm flipV="1">
            <a:off x="1587808" y="2392859"/>
            <a:ext cx="737997" cy="9280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Conector recto de flecha 14"/>
          <p:cNvCxnSpPr>
            <a:stCxn id="11" idx="2"/>
          </p:cNvCxnSpPr>
          <p:nvPr/>
        </p:nvCxnSpPr>
        <p:spPr>
          <a:xfrm>
            <a:off x="1309047" y="4890567"/>
            <a:ext cx="1016758" cy="11735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Título 1"/>
          <p:cNvSpPr>
            <a:spLocks noGrp="1"/>
          </p:cNvSpPr>
          <p:nvPr>
            <p:ph type="title"/>
          </p:nvPr>
        </p:nvSpPr>
        <p:spPr>
          <a:xfrm>
            <a:off x="292288" y="377263"/>
            <a:ext cx="9083723" cy="1325563"/>
          </a:xfrm>
        </p:spPr>
        <p:txBody>
          <a:bodyPr>
            <a:normAutofit/>
          </a:bodyPr>
          <a:lstStyle/>
          <a:p>
            <a:r>
              <a:rPr lang="es-ES" sz="4000" b="1" dirty="0"/>
              <a:t>03. ACTIVIDADES, SECUENCIAMIENTO, DURACIÓN Y HOLGURAS</a:t>
            </a:r>
            <a:endParaRPr lang="en-US" sz="4000" b="1" dirty="0"/>
          </a:p>
        </p:txBody>
      </p:sp>
      <p:pic>
        <p:nvPicPr>
          <p:cNvPr id="2" name="Imagen 1">
            <a:extLst>
              <a:ext uri="{FF2B5EF4-FFF2-40B4-BE49-F238E27FC236}">
                <a16:creationId xmlns:a16="http://schemas.microsoft.com/office/drawing/2014/main" id="{E9774492-2FC0-94E0-C25F-E475AC0B68A2}"/>
              </a:ext>
            </a:extLst>
          </p:cNvPr>
          <p:cNvPicPr>
            <a:picLocks noChangeAspect="1"/>
          </p:cNvPicPr>
          <p:nvPr/>
        </p:nvPicPr>
        <p:blipFill>
          <a:blip r:embed="rId4"/>
          <a:stretch>
            <a:fillRect/>
          </a:stretch>
        </p:blipFill>
        <p:spPr>
          <a:xfrm>
            <a:off x="9897686" y="5907116"/>
            <a:ext cx="2033588" cy="731810"/>
          </a:xfrm>
          <a:prstGeom prst="rect">
            <a:avLst/>
          </a:prstGeom>
        </p:spPr>
      </p:pic>
    </p:spTree>
    <p:extLst>
      <p:ext uri="{BB962C8B-B14F-4D97-AF65-F5344CB8AC3E}">
        <p14:creationId xmlns:p14="http://schemas.microsoft.com/office/powerpoint/2010/main" val="12636110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21"/>
          <p:cNvSpPr>
            <a:spLocks noChangeArrowheads="1"/>
          </p:cNvSpPr>
          <p:nvPr/>
        </p:nvSpPr>
        <p:spPr bwMode="auto">
          <a:xfrm>
            <a:off x="450376" y="2085877"/>
            <a:ext cx="11273051" cy="750939"/>
          </a:xfrm>
          <a:prstGeom prst="roundRect">
            <a:avLst>
              <a:gd name="adj" fmla="val 11398"/>
            </a:avLst>
          </a:prstGeom>
          <a:solidFill>
            <a:srgbClr val="FFFFCC"/>
          </a:solidFill>
          <a:ln w="12700">
            <a:solidFill>
              <a:srgbClr val="336699"/>
            </a:solidFill>
            <a:round/>
            <a:headEnd/>
            <a:tailEnd/>
          </a:ln>
        </p:spPr>
        <p:txBody>
          <a:bodyPr/>
          <a:lstStyle/>
          <a:p>
            <a:pPr algn="just" defTabSz="190500">
              <a:lnSpc>
                <a:spcPct val="130000"/>
              </a:lnSpc>
            </a:pPr>
            <a:r>
              <a:rPr lang="es-PE" sz="1600" dirty="0">
                <a:solidFill>
                  <a:srgbClr val="2E2B21"/>
                </a:solidFill>
                <a:latin typeface="Arial" panose="020B0604020202020204" pitchFamily="34" charset="0"/>
                <a:cs typeface="Arial" panose="020B0604020202020204" pitchFamily="34" charset="0"/>
              </a:rPr>
              <a:t>Es el proceso donde se </a:t>
            </a:r>
            <a:r>
              <a:rPr lang="es-PE" sz="1600" b="1" dirty="0">
                <a:solidFill>
                  <a:srgbClr val="0070C0"/>
                </a:solidFill>
                <a:latin typeface="Arial" panose="020B0604020202020204" pitchFamily="34" charset="0"/>
                <a:cs typeface="Arial" panose="020B0604020202020204" pitchFamily="34" charset="0"/>
              </a:rPr>
              <a:t>descompone los paquetes de trabajo en actividades, </a:t>
            </a:r>
            <a:r>
              <a:rPr lang="es-PE" sz="1600" dirty="0">
                <a:solidFill>
                  <a:srgbClr val="2E2B21"/>
                </a:solidFill>
                <a:latin typeface="Arial" panose="020B0604020202020204" pitchFamily="34" charset="0"/>
                <a:cs typeface="Arial" panose="020B0604020202020204" pitchFamily="34" charset="0"/>
              </a:rPr>
              <a:t>las cuales proveen la base para estimar, programar, ejecutar, monitorear y controlar el trabajo del proyecto. </a:t>
            </a:r>
            <a:endParaRPr lang="es-PE" sz="1400" dirty="0">
              <a:solidFill>
                <a:srgbClr val="2E2B21"/>
              </a:solidFill>
              <a:latin typeface="Arial" panose="020B0604020202020204" pitchFamily="34" charset="0"/>
              <a:cs typeface="Arial" panose="020B0604020202020204" pitchFamily="34" charset="0"/>
            </a:endParaRPr>
          </a:p>
        </p:txBody>
      </p:sp>
      <p:pic>
        <p:nvPicPr>
          <p:cNvPr id="4" name="Imagen 3"/>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3382188" y="3678167"/>
            <a:ext cx="2292900" cy="1844777"/>
          </a:xfrm>
          <a:prstGeom prst="rect">
            <a:avLst/>
          </a:prstGeom>
        </p:spPr>
      </p:pic>
      <p:sp>
        <p:nvSpPr>
          <p:cNvPr id="5" name="AutoShape 17"/>
          <p:cNvSpPr>
            <a:spLocks noChangeArrowheads="1"/>
          </p:cNvSpPr>
          <p:nvPr/>
        </p:nvSpPr>
        <p:spPr bwMode="auto">
          <a:xfrm>
            <a:off x="552335" y="3020362"/>
            <a:ext cx="2643188" cy="657805"/>
          </a:xfrm>
          <a:prstGeom prst="roundRect">
            <a:avLst>
              <a:gd name="adj" fmla="val 7727"/>
            </a:avLst>
          </a:prstGeom>
          <a:solidFill>
            <a:srgbClr val="2E2B21"/>
          </a:solidFill>
          <a:ln w="9525">
            <a:solidFill>
              <a:srgbClr val="000000"/>
            </a:solidFill>
            <a:round/>
            <a:headEnd/>
            <a:tailEnd/>
          </a:ln>
          <a:effectLst>
            <a:outerShdw dist="107763" dir="2700000" algn="ctr" rotWithShape="0">
              <a:srgbClr val="FFFFFF"/>
            </a:outerShdw>
          </a:effectLst>
        </p:spPr>
        <p:txBody>
          <a:bodyPr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s-ES_tradnl" sz="1600" b="0" i="0" u="none" strike="noStrike" kern="0" cap="none" spc="0" normalizeH="0" baseline="0" noProof="0" dirty="0">
                <a:ln>
                  <a:noFill/>
                </a:ln>
                <a:solidFill>
                  <a:srgbClr val="FFFFFF"/>
                </a:solidFill>
                <a:effectLst/>
                <a:uLnTx/>
                <a:uFillTx/>
                <a:latin typeface="Arial" panose="020B0604020202020204" pitchFamily="34" charset="0"/>
                <a:cs typeface="Arial" panose="020B0604020202020204" pitchFamily="34" charset="0"/>
              </a:rPr>
              <a:t>1. Descomposición</a:t>
            </a:r>
            <a:endParaRPr kumimoji="0" lang="es-ES" sz="1600" b="0" i="0" u="none" strike="noStrike" kern="0" cap="none" spc="0" normalizeH="0" baseline="0" noProof="0" dirty="0">
              <a:ln>
                <a:noFill/>
              </a:ln>
              <a:solidFill>
                <a:srgbClr val="FFFFFF"/>
              </a:solidFill>
              <a:effectLst/>
              <a:uLnTx/>
              <a:uFillTx/>
              <a:latin typeface="Arial" panose="020B0604020202020204" pitchFamily="34" charset="0"/>
              <a:cs typeface="Arial" panose="020B0604020202020204" pitchFamily="34" charset="0"/>
            </a:endParaRPr>
          </a:p>
        </p:txBody>
      </p:sp>
      <p:sp>
        <p:nvSpPr>
          <p:cNvPr id="6" name="AutoShape 17"/>
          <p:cNvSpPr>
            <a:spLocks noChangeArrowheads="1"/>
          </p:cNvSpPr>
          <p:nvPr/>
        </p:nvSpPr>
        <p:spPr bwMode="auto">
          <a:xfrm>
            <a:off x="6060378" y="4748092"/>
            <a:ext cx="2643188" cy="880748"/>
          </a:xfrm>
          <a:prstGeom prst="roundRect">
            <a:avLst>
              <a:gd name="adj" fmla="val 7727"/>
            </a:avLst>
          </a:prstGeom>
          <a:solidFill>
            <a:srgbClr val="2E2B21"/>
          </a:solidFill>
          <a:ln w="9525">
            <a:solidFill>
              <a:srgbClr val="000000"/>
            </a:solidFill>
            <a:round/>
            <a:headEnd/>
            <a:tailEnd/>
          </a:ln>
          <a:effectLst>
            <a:outerShdw dist="107763" dir="2700000" algn="ctr" rotWithShape="0">
              <a:srgbClr val="FFFFFF"/>
            </a:outerShdw>
          </a:effectLst>
        </p:spPr>
        <p:txBody>
          <a:bodyPr anchor="ctr"/>
          <a:lstStyle/>
          <a:p>
            <a:pPr marL="0" marR="0" lvl="0" indent="0" defTabSz="914400" eaLnBrk="1" fontAlgn="auto" latinLnBrk="0" hangingPunct="1">
              <a:lnSpc>
                <a:spcPct val="100000"/>
              </a:lnSpc>
              <a:spcBef>
                <a:spcPts val="0"/>
              </a:spcBef>
              <a:spcAft>
                <a:spcPts val="0"/>
              </a:spcAft>
              <a:buClrTx/>
              <a:buSzTx/>
              <a:buFontTx/>
              <a:buNone/>
              <a:tabLst/>
              <a:defRPr/>
            </a:pPr>
            <a:r>
              <a:rPr lang="es-ES_tradnl" sz="1600" kern="0" dirty="0">
                <a:solidFill>
                  <a:srgbClr val="FFFFFF"/>
                </a:solidFill>
                <a:latin typeface="Arial" panose="020B0604020202020204" pitchFamily="34" charset="0"/>
                <a:cs typeface="Arial" panose="020B0604020202020204" pitchFamily="34" charset="0"/>
              </a:rPr>
              <a:t>2</a:t>
            </a:r>
            <a:r>
              <a:rPr kumimoji="0" lang="es-ES_tradnl" sz="1600" b="0" i="0" u="none" strike="noStrike" kern="0" cap="none" spc="0" normalizeH="0" baseline="0" noProof="0" dirty="0">
                <a:ln>
                  <a:noFill/>
                </a:ln>
                <a:solidFill>
                  <a:srgbClr val="FFFFFF"/>
                </a:solidFill>
                <a:effectLst/>
                <a:uLnTx/>
                <a:uFillTx/>
                <a:latin typeface="Arial" panose="020B0604020202020204" pitchFamily="34" charset="0"/>
                <a:cs typeface="Arial" panose="020B0604020202020204" pitchFamily="34" charset="0"/>
              </a:rPr>
              <a:t>. Planeamiento gradual (Rolling Wave Planning)</a:t>
            </a:r>
            <a:endParaRPr kumimoji="0" lang="es-ES" sz="1600" b="0" i="0" u="none" strike="noStrike" kern="0" cap="none" spc="0" normalizeH="0" baseline="0" noProof="0" dirty="0">
              <a:ln>
                <a:noFill/>
              </a:ln>
              <a:solidFill>
                <a:srgbClr val="FFFFFF"/>
              </a:solidFill>
              <a:effectLst/>
              <a:uLnTx/>
              <a:uFillTx/>
              <a:latin typeface="Arial" panose="020B0604020202020204" pitchFamily="34" charset="0"/>
              <a:cs typeface="Arial" panose="020B0604020202020204" pitchFamily="34" charset="0"/>
            </a:endParaRPr>
          </a:p>
        </p:txBody>
      </p:sp>
      <p:sp>
        <p:nvSpPr>
          <p:cNvPr id="7" name="Rectángulo redondeado 6"/>
          <p:cNvSpPr/>
          <p:nvPr/>
        </p:nvSpPr>
        <p:spPr>
          <a:xfrm>
            <a:off x="8868344" y="4853852"/>
            <a:ext cx="2498181" cy="594448"/>
          </a:xfrm>
          <a:prstGeom prst="round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solidFill>
                  <a:schemeClr val="tx1"/>
                </a:solidFill>
              </a:rPr>
              <a:t>No es lo mismo que REPLANIFICACIÓN</a:t>
            </a:r>
            <a:endParaRPr lang="es-PE" dirty="0">
              <a:solidFill>
                <a:schemeClr val="tx1"/>
              </a:solidFill>
            </a:endParaRPr>
          </a:p>
        </p:txBody>
      </p:sp>
      <p:sp>
        <p:nvSpPr>
          <p:cNvPr id="10" name="Título 1">
            <a:extLst>
              <a:ext uri="{FF2B5EF4-FFF2-40B4-BE49-F238E27FC236}">
                <a16:creationId xmlns:a16="http://schemas.microsoft.com/office/drawing/2014/main" id="{103B5FE7-0F34-3C8E-5B37-86439A856C60}"/>
              </a:ext>
            </a:extLst>
          </p:cNvPr>
          <p:cNvSpPr>
            <a:spLocks noGrp="1"/>
          </p:cNvSpPr>
          <p:nvPr>
            <p:ph type="title"/>
          </p:nvPr>
        </p:nvSpPr>
        <p:spPr>
          <a:xfrm>
            <a:off x="292288" y="377263"/>
            <a:ext cx="9083723" cy="1325563"/>
          </a:xfrm>
        </p:spPr>
        <p:txBody>
          <a:bodyPr>
            <a:normAutofit/>
          </a:bodyPr>
          <a:lstStyle/>
          <a:p>
            <a:r>
              <a:rPr lang="es-ES" sz="4000" b="1" dirty="0"/>
              <a:t>03. ACTIVIDADES, SECUENCIAMIENTO, DURACIÓN Y HOLGURAS</a:t>
            </a:r>
            <a:endParaRPr lang="en-US" sz="4000" b="1" dirty="0"/>
          </a:p>
        </p:txBody>
      </p:sp>
      <p:pic>
        <p:nvPicPr>
          <p:cNvPr id="2" name="Imagen 1">
            <a:extLst>
              <a:ext uri="{FF2B5EF4-FFF2-40B4-BE49-F238E27FC236}">
                <a16:creationId xmlns:a16="http://schemas.microsoft.com/office/drawing/2014/main" id="{C3BC8C24-E04A-5F92-38F7-6B776368C439}"/>
              </a:ext>
            </a:extLst>
          </p:cNvPr>
          <p:cNvPicPr>
            <a:picLocks noChangeAspect="1"/>
          </p:cNvPicPr>
          <p:nvPr/>
        </p:nvPicPr>
        <p:blipFill>
          <a:blip r:embed="rId3"/>
          <a:stretch>
            <a:fillRect/>
          </a:stretch>
        </p:blipFill>
        <p:spPr>
          <a:xfrm>
            <a:off x="9897686" y="5907116"/>
            <a:ext cx="2033588" cy="731810"/>
          </a:xfrm>
          <a:prstGeom prst="rect">
            <a:avLst/>
          </a:prstGeom>
        </p:spPr>
      </p:pic>
    </p:spTree>
    <p:extLst>
      <p:ext uri="{BB962C8B-B14F-4D97-AF65-F5344CB8AC3E}">
        <p14:creationId xmlns:p14="http://schemas.microsoft.com/office/powerpoint/2010/main" val="37955716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0"/>
          <p:cNvSpPr>
            <a:spLocks noChangeArrowheads="1"/>
          </p:cNvSpPr>
          <p:nvPr/>
        </p:nvSpPr>
        <p:spPr bwMode="auto">
          <a:xfrm>
            <a:off x="347101" y="2803449"/>
            <a:ext cx="1809750" cy="25209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lnSpc>
                <a:spcPct val="110000"/>
              </a:lnSpc>
            </a:pPr>
            <a:r>
              <a:rPr lang="es-ES_tradnl" sz="1600" dirty="0">
                <a:solidFill>
                  <a:srgbClr val="000066"/>
                </a:solidFill>
                <a:latin typeface="Arial Black" panose="020B0A04020102020204" pitchFamily="34" charset="0"/>
              </a:rPr>
              <a:t>Método de diagramación por precedencias (PDM)</a:t>
            </a:r>
            <a:endParaRPr lang="es-ES" sz="1600" dirty="0">
              <a:solidFill>
                <a:srgbClr val="000066"/>
              </a:solidFill>
              <a:latin typeface="Arial Black" panose="020B0A04020102020204" pitchFamily="34" charset="0"/>
            </a:endParaRPr>
          </a:p>
        </p:txBody>
      </p:sp>
      <p:sp>
        <p:nvSpPr>
          <p:cNvPr id="4" name="AutoShape 4"/>
          <p:cNvSpPr>
            <a:spLocks noChangeArrowheads="1"/>
          </p:cNvSpPr>
          <p:nvPr/>
        </p:nvSpPr>
        <p:spPr bwMode="auto">
          <a:xfrm>
            <a:off x="7356475" y="3428924"/>
            <a:ext cx="1676400" cy="157162"/>
          </a:xfrm>
          <a:prstGeom prst="roundRect">
            <a:avLst>
              <a:gd name="adj" fmla="val 7815"/>
            </a:avLst>
          </a:prstGeom>
          <a:gradFill flip="none" rotWithShape="1">
            <a:gsLst>
              <a:gs pos="0">
                <a:srgbClr val="D2CB6C">
                  <a:lumMod val="5000"/>
                  <a:lumOff val="95000"/>
                </a:srgbClr>
              </a:gs>
              <a:gs pos="74000">
                <a:srgbClr val="D2CB6C">
                  <a:lumMod val="45000"/>
                  <a:lumOff val="55000"/>
                </a:srgbClr>
              </a:gs>
              <a:gs pos="83000">
                <a:srgbClr val="D2CB6C">
                  <a:lumMod val="45000"/>
                  <a:lumOff val="55000"/>
                </a:srgbClr>
              </a:gs>
              <a:gs pos="100000">
                <a:srgbClr val="D2CB6C">
                  <a:lumMod val="30000"/>
                  <a:lumOff val="70000"/>
                </a:srgbClr>
              </a:gs>
            </a:gsLst>
            <a:lin ang="5400000" scaled="1"/>
            <a:tileRect/>
          </a:gradFill>
          <a:ln w="3175">
            <a:solidFill>
              <a:srgbClr val="000000"/>
            </a:solidFill>
            <a:round/>
            <a:headEnd/>
            <a:tailEnd/>
          </a:ln>
          <a:effectLst/>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s-MX" sz="1200" b="0" i="0" u="none" strike="noStrike" kern="0" cap="none" spc="0" normalizeH="0" baseline="0" noProof="0">
              <a:ln>
                <a:noFill/>
              </a:ln>
              <a:solidFill>
                <a:srgbClr val="000000"/>
              </a:solidFill>
              <a:effectLst/>
              <a:uLnTx/>
              <a:uFillTx/>
              <a:latin typeface="Verdana" pitchFamily="34" charset="0"/>
            </a:endParaRPr>
          </a:p>
        </p:txBody>
      </p:sp>
      <p:sp>
        <p:nvSpPr>
          <p:cNvPr id="5" name="AutoShape 5"/>
          <p:cNvSpPr>
            <a:spLocks noChangeArrowheads="1"/>
          </p:cNvSpPr>
          <p:nvPr/>
        </p:nvSpPr>
        <p:spPr bwMode="auto">
          <a:xfrm>
            <a:off x="8043862" y="3644824"/>
            <a:ext cx="990600" cy="144462"/>
          </a:xfrm>
          <a:prstGeom prst="roundRect">
            <a:avLst>
              <a:gd name="adj" fmla="val 7815"/>
            </a:avLst>
          </a:prstGeom>
          <a:gradFill flip="none" rotWithShape="1">
            <a:gsLst>
              <a:gs pos="0">
                <a:srgbClr val="D2CB6C">
                  <a:lumMod val="5000"/>
                  <a:lumOff val="95000"/>
                </a:srgbClr>
              </a:gs>
              <a:gs pos="74000">
                <a:srgbClr val="D2CB6C">
                  <a:lumMod val="45000"/>
                  <a:lumOff val="55000"/>
                </a:srgbClr>
              </a:gs>
              <a:gs pos="83000">
                <a:srgbClr val="D2CB6C">
                  <a:lumMod val="45000"/>
                  <a:lumOff val="55000"/>
                </a:srgbClr>
              </a:gs>
              <a:gs pos="100000">
                <a:srgbClr val="D2CB6C">
                  <a:lumMod val="30000"/>
                  <a:lumOff val="70000"/>
                </a:srgbClr>
              </a:gs>
            </a:gsLst>
            <a:lin ang="5400000" scaled="1"/>
            <a:tileRect/>
          </a:gradFill>
          <a:ln w="3175">
            <a:solidFill>
              <a:srgbClr val="000000"/>
            </a:solidFill>
            <a:round/>
            <a:headEnd/>
            <a:tailEnd/>
          </a:ln>
          <a:effectLst/>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s-MX" sz="1200" b="0" i="0" u="none" strike="noStrike" kern="0" cap="none" spc="0" normalizeH="0" baseline="0" noProof="0">
              <a:ln>
                <a:noFill/>
              </a:ln>
              <a:solidFill>
                <a:srgbClr val="000000"/>
              </a:solidFill>
              <a:effectLst/>
              <a:uLnTx/>
              <a:uFillTx/>
              <a:latin typeface="Verdana" pitchFamily="34" charset="0"/>
            </a:endParaRPr>
          </a:p>
        </p:txBody>
      </p:sp>
      <p:sp>
        <p:nvSpPr>
          <p:cNvPr id="6" name="Line 6"/>
          <p:cNvSpPr>
            <a:spLocks noChangeShapeType="1"/>
          </p:cNvSpPr>
          <p:nvPr/>
        </p:nvSpPr>
        <p:spPr bwMode="auto">
          <a:xfrm>
            <a:off x="7356475" y="4032174"/>
            <a:ext cx="1752600" cy="0"/>
          </a:xfrm>
          <a:prstGeom prst="line">
            <a:avLst/>
          </a:prstGeom>
          <a:noFill/>
          <a:ln w="317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pPr algn="ctr" eaLnBrk="0" fontAlgn="base" hangingPunct="0">
              <a:spcBef>
                <a:spcPct val="0"/>
              </a:spcBef>
              <a:spcAft>
                <a:spcPct val="0"/>
              </a:spcAft>
            </a:pPr>
            <a:endParaRPr lang="en-US" sz="1100" b="1">
              <a:solidFill>
                <a:srgbClr val="767676"/>
              </a:solidFill>
              <a:latin typeface="Verdana" pitchFamily="34" charset="0"/>
            </a:endParaRPr>
          </a:p>
        </p:txBody>
      </p:sp>
      <p:sp>
        <p:nvSpPr>
          <p:cNvPr id="7" name="Rectangle 7"/>
          <p:cNvSpPr>
            <a:spLocks noChangeArrowheads="1"/>
          </p:cNvSpPr>
          <p:nvPr/>
        </p:nvSpPr>
        <p:spPr bwMode="auto">
          <a:xfrm>
            <a:off x="7204075" y="4082974"/>
            <a:ext cx="19812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none" anchor="ctr"/>
          <a:lstStyle/>
          <a:p>
            <a:pPr algn="ctr" eaLnBrk="0" fontAlgn="base" hangingPunct="0">
              <a:spcBef>
                <a:spcPct val="0"/>
              </a:spcBef>
              <a:spcAft>
                <a:spcPct val="0"/>
              </a:spcAft>
            </a:pPr>
            <a:r>
              <a:rPr lang="es-MX" sz="1200" dirty="0">
                <a:solidFill>
                  <a:srgbClr val="000000"/>
                </a:solidFill>
                <a:latin typeface="Verdana" pitchFamily="34" charset="0"/>
              </a:rPr>
              <a:t>4 días en el mejor de</a:t>
            </a:r>
          </a:p>
          <a:p>
            <a:pPr algn="ctr" eaLnBrk="0" fontAlgn="base" hangingPunct="0">
              <a:spcBef>
                <a:spcPct val="0"/>
              </a:spcBef>
              <a:spcAft>
                <a:spcPct val="0"/>
              </a:spcAft>
            </a:pPr>
            <a:r>
              <a:rPr lang="es-MX" sz="1200" dirty="0">
                <a:solidFill>
                  <a:srgbClr val="000000"/>
                </a:solidFill>
                <a:latin typeface="Verdana" pitchFamily="34" charset="0"/>
              </a:rPr>
              <a:t>los  casos</a:t>
            </a:r>
            <a:endParaRPr lang="es-ES" sz="1200" dirty="0">
              <a:solidFill>
                <a:srgbClr val="000000"/>
              </a:solidFill>
              <a:latin typeface="Verdana" pitchFamily="34" charset="0"/>
            </a:endParaRPr>
          </a:p>
        </p:txBody>
      </p:sp>
      <p:sp>
        <p:nvSpPr>
          <p:cNvPr id="8" name="AutoShape 8"/>
          <p:cNvSpPr>
            <a:spLocks noChangeArrowheads="1"/>
          </p:cNvSpPr>
          <p:nvPr/>
        </p:nvSpPr>
        <p:spPr bwMode="auto">
          <a:xfrm>
            <a:off x="9261475" y="3428924"/>
            <a:ext cx="1371600" cy="157162"/>
          </a:xfrm>
          <a:prstGeom prst="roundRect">
            <a:avLst>
              <a:gd name="adj" fmla="val 7815"/>
            </a:avLst>
          </a:prstGeom>
          <a:gradFill flip="none" rotWithShape="1">
            <a:gsLst>
              <a:gs pos="0">
                <a:srgbClr val="D2CB6C">
                  <a:lumMod val="5000"/>
                  <a:lumOff val="95000"/>
                </a:srgbClr>
              </a:gs>
              <a:gs pos="74000">
                <a:srgbClr val="D2CB6C">
                  <a:lumMod val="45000"/>
                  <a:lumOff val="55000"/>
                </a:srgbClr>
              </a:gs>
              <a:gs pos="83000">
                <a:srgbClr val="D2CB6C">
                  <a:lumMod val="45000"/>
                  <a:lumOff val="55000"/>
                </a:srgbClr>
              </a:gs>
              <a:gs pos="100000">
                <a:srgbClr val="D2CB6C">
                  <a:lumMod val="30000"/>
                  <a:lumOff val="70000"/>
                </a:srgbClr>
              </a:gs>
            </a:gsLst>
            <a:lin ang="5400000" scaled="1"/>
            <a:tileRect/>
          </a:gradFill>
          <a:ln w="3175">
            <a:solidFill>
              <a:srgbClr val="000000"/>
            </a:solidFill>
            <a:round/>
            <a:headEnd/>
            <a:tailEnd/>
          </a:ln>
          <a:effectLst/>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s-MX" sz="1200" b="0" i="0" u="none" strike="noStrike" kern="0" cap="none" spc="0" normalizeH="0" baseline="0" noProof="0">
              <a:ln>
                <a:noFill/>
              </a:ln>
              <a:solidFill>
                <a:srgbClr val="000000"/>
              </a:solidFill>
              <a:effectLst/>
              <a:uLnTx/>
              <a:uFillTx/>
              <a:latin typeface="Verdana" pitchFamily="34" charset="0"/>
            </a:endParaRPr>
          </a:p>
        </p:txBody>
      </p:sp>
      <p:sp>
        <p:nvSpPr>
          <p:cNvPr id="9" name="AutoShape 9"/>
          <p:cNvSpPr>
            <a:spLocks noChangeArrowheads="1"/>
          </p:cNvSpPr>
          <p:nvPr/>
        </p:nvSpPr>
        <p:spPr bwMode="auto">
          <a:xfrm>
            <a:off x="10633075" y="3644824"/>
            <a:ext cx="990600" cy="144462"/>
          </a:xfrm>
          <a:prstGeom prst="roundRect">
            <a:avLst>
              <a:gd name="adj" fmla="val 7815"/>
            </a:avLst>
          </a:prstGeom>
          <a:gradFill flip="none" rotWithShape="1">
            <a:gsLst>
              <a:gs pos="0">
                <a:srgbClr val="D2CB6C">
                  <a:lumMod val="5000"/>
                  <a:lumOff val="95000"/>
                </a:srgbClr>
              </a:gs>
              <a:gs pos="74000">
                <a:srgbClr val="D2CB6C">
                  <a:lumMod val="45000"/>
                  <a:lumOff val="55000"/>
                </a:srgbClr>
              </a:gs>
              <a:gs pos="83000">
                <a:srgbClr val="D2CB6C">
                  <a:lumMod val="45000"/>
                  <a:lumOff val="55000"/>
                </a:srgbClr>
              </a:gs>
              <a:gs pos="100000">
                <a:srgbClr val="D2CB6C">
                  <a:lumMod val="30000"/>
                  <a:lumOff val="70000"/>
                </a:srgbClr>
              </a:gs>
            </a:gsLst>
            <a:lin ang="5400000" scaled="1"/>
            <a:tileRect/>
          </a:gradFill>
          <a:ln w="3175">
            <a:solidFill>
              <a:srgbClr val="000000"/>
            </a:solidFill>
            <a:round/>
            <a:headEnd/>
            <a:tailEnd/>
          </a:ln>
          <a:effectLst/>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s-MX" sz="1200" b="0" i="0" u="none" strike="noStrike" kern="0" cap="none" spc="0" normalizeH="0" baseline="0" noProof="0">
              <a:ln>
                <a:noFill/>
              </a:ln>
              <a:solidFill>
                <a:srgbClr val="000000"/>
              </a:solidFill>
              <a:effectLst/>
              <a:uLnTx/>
              <a:uFillTx/>
              <a:latin typeface="Verdana" pitchFamily="34" charset="0"/>
            </a:endParaRPr>
          </a:p>
        </p:txBody>
      </p:sp>
      <p:sp>
        <p:nvSpPr>
          <p:cNvPr id="10" name="Line 10"/>
          <p:cNvSpPr>
            <a:spLocks noChangeShapeType="1"/>
          </p:cNvSpPr>
          <p:nvPr/>
        </p:nvSpPr>
        <p:spPr bwMode="auto">
          <a:xfrm>
            <a:off x="9261475" y="4032174"/>
            <a:ext cx="2362200" cy="0"/>
          </a:xfrm>
          <a:prstGeom prst="line">
            <a:avLst/>
          </a:prstGeom>
          <a:noFill/>
          <a:ln w="317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pPr algn="ctr" eaLnBrk="0" fontAlgn="base" hangingPunct="0">
              <a:spcBef>
                <a:spcPct val="0"/>
              </a:spcBef>
              <a:spcAft>
                <a:spcPct val="0"/>
              </a:spcAft>
            </a:pPr>
            <a:endParaRPr lang="en-US" sz="1100" b="1">
              <a:solidFill>
                <a:srgbClr val="767676"/>
              </a:solidFill>
              <a:latin typeface="Verdana" pitchFamily="34" charset="0"/>
            </a:endParaRPr>
          </a:p>
        </p:txBody>
      </p:sp>
      <p:sp>
        <p:nvSpPr>
          <p:cNvPr id="11" name="Rectangle 11"/>
          <p:cNvSpPr>
            <a:spLocks noChangeArrowheads="1"/>
          </p:cNvSpPr>
          <p:nvPr/>
        </p:nvSpPr>
        <p:spPr bwMode="auto">
          <a:xfrm>
            <a:off x="9250362" y="4108374"/>
            <a:ext cx="24384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lgn="ctr">
                <a:solidFill>
                  <a:srgbClr val="000000"/>
                </a:solidFill>
                <a:miter lim="800000"/>
                <a:headEnd/>
                <a:tailEnd/>
              </a14:hiddenLine>
            </a:ext>
          </a:extLst>
        </p:spPr>
        <p:txBody>
          <a:bodyPr wrap="none" anchor="ctr"/>
          <a:lstStyle/>
          <a:p>
            <a:pPr algn="ctr" eaLnBrk="0" fontAlgn="base" hangingPunct="0">
              <a:spcBef>
                <a:spcPct val="0"/>
              </a:spcBef>
              <a:spcAft>
                <a:spcPct val="0"/>
              </a:spcAft>
            </a:pPr>
            <a:r>
              <a:rPr lang="es-MX" sz="1200" dirty="0">
                <a:solidFill>
                  <a:srgbClr val="000000"/>
                </a:solidFill>
                <a:latin typeface="Verdana" pitchFamily="34" charset="0"/>
              </a:rPr>
              <a:t>7 días en el peor de los casos</a:t>
            </a:r>
            <a:endParaRPr lang="es-ES" sz="1200" dirty="0">
              <a:solidFill>
                <a:srgbClr val="000000"/>
              </a:solidFill>
              <a:latin typeface="Verdana" pitchFamily="34" charset="0"/>
            </a:endParaRPr>
          </a:p>
        </p:txBody>
      </p:sp>
      <p:sp>
        <p:nvSpPr>
          <p:cNvPr id="12" name="AutoShape 13" descr="Diagonal hacia arriba ancha"/>
          <p:cNvSpPr>
            <a:spLocks noChangeArrowheads="1"/>
          </p:cNvSpPr>
          <p:nvPr/>
        </p:nvSpPr>
        <p:spPr bwMode="auto">
          <a:xfrm>
            <a:off x="7369175" y="2495474"/>
            <a:ext cx="990600" cy="152400"/>
          </a:xfrm>
          <a:prstGeom prst="roundRect">
            <a:avLst>
              <a:gd name="adj" fmla="val 7815"/>
            </a:avLst>
          </a:prstGeom>
          <a:pattFill prst="dkHorz">
            <a:fgClr>
              <a:srgbClr val="003300"/>
            </a:fgClr>
            <a:bgClr>
              <a:srgbClr val="FFFFFF"/>
            </a:bgClr>
          </a:pattFill>
          <a:ln w="3175">
            <a:solidFill>
              <a:srgbClr val="000000"/>
            </a:solidFill>
            <a:round/>
            <a:headEnd/>
            <a:tailEnd/>
          </a:ln>
        </p:spPr>
        <p:txBody>
          <a:bodyPr wrap="none" anchor="ctr"/>
          <a:lstStyle/>
          <a:p>
            <a:pPr algn="ctr" eaLnBrk="0" fontAlgn="base" hangingPunct="0">
              <a:spcBef>
                <a:spcPct val="0"/>
              </a:spcBef>
              <a:spcAft>
                <a:spcPct val="0"/>
              </a:spcAft>
            </a:pPr>
            <a:endParaRPr lang="es-ES_tradnl" sz="1400" b="1">
              <a:solidFill>
                <a:srgbClr val="000000"/>
              </a:solidFill>
              <a:latin typeface="Verdana" pitchFamily="34" charset="0"/>
            </a:endParaRPr>
          </a:p>
        </p:txBody>
      </p:sp>
      <p:sp>
        <p:nvSpPr>
          <p:cNvPr id="13" name="Line 14"/>
          <p:cNvSpPr>
            <a:spLocks noChangeShapeType="1"/>
          </p:cNvSpPr>
          <p:nvPr/>
        </p:nvSpPr>
        <p:spPr bwMode="auto">
          <a:xfrm>
            <a:off x="8359775" y="2571674"/>
            <a:ext cx="381000" cy="0"/>
          </a:xfrm>
          <a:prstGeom prst="line">
            <a:avLst/>
          </a:prstGeom>
          <a:noFill/>
          <a:ln w="317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pPr algn="ctr" eaLnBrk="0" fontAlgn="base" hangingPunct="0">
              <a:spcBef>
                <a:spcPct val="0"/>
              </a:spcBef>
              <a:spcAft>
                <a:spcPct val="0"/>
              </a:spcAft>
            </a:pPr>
            <a:endParaRPr lang="en-US" sz="1100" b="1">
              <a:solidFill>
                <a:srgbClr val="767676"/>
              </a:solidFill>
              <a:latin typeface="Verdana" pitchFamily="34" charset="0"/>
            </a:endParaRPr>
          </a:p>
        </p:txBody>
      </p:sp>
      <p:sp>
        <p:nvSpPr>
          <p:cNvPr id="14" name="AutoShape 15" descr="Diagonal hacia arriba ancha"/>
          <p:cNvSpPr>
            <a:spLocks noChangeArrowheads="1"/>
          </p:cNvSpPr>
          <p:nvPr/>
        </p:nvSpPr>
        <p:spPr bwMode="auto">
          <a:xfrm>
            <a:off x="8740775" y="2495474"/>
            <a:ext cx="609600" cy="152400"/>
          </a:xfrm>
          <a:prstGeom prst="roundRect">
            <a:avLst>
              <a:gd name="adj" fmla="val 7815"/>
            </a:avLst>
          </a:prstGeom>
          <a:pattFill prst="dkHorz">
            <a:fgClr>
              <a:srgbClr val="003300"/>
            </a:fgClr>
            <a:bgClr>
              <a:srgbClr val="FFFFFF"/>
            </a:bgClr>
          </a:pattFill>
          <a:ln w="3175">
            <a:solidFill>
              <a:srgbClr val="000000"/>
            </a:solidFill>
            <a:round/>
            <a:headEnd/>
            <a:tailEnd/>
          </a:ln>
        </p:spPr>
        <p:txBody>
          <a:bodyPr wrap="none" anchor="ctr"/>
          <a:lstStyle/>
          <a:p>
            <a:pPr algn="ctr" eaLnBrk="0" fontAlgn="base" hangingPunct="0">
              <a:spcBef>
                <a:spcPct val="0"/>
              </a:spcBef>
              <a:spcAft>
                <a:spcPct val="0"/>
              </a:spcAft>
            </a:pPr>
            <a:endParaRPr lang="es-ES_tradnl" sz="1400" b="1">
              <a:solidFill>
                <a:srgbClr val="000000"/>
              </a:solidFill>
              <a:latin typeface="Verdana" pitchFamily="34" charset="0"/>
            </a:endParaRPr>
          </a:p>
        </p:txBody>
      </p:sp>
      <p:sp>
        <p:nvSpPr>
          <p:cNvPr id="15" name="Rectangle 16"/>
          <p:cNvSpPr>
            <a:spLocks noChangeArrowheads="1"/>
          </p:cNvSpPr>
          <p:nvPr/>
        </p:nvSpPr>
        <p:spPr bwMode="auto">
          <a:xfrm>
            <a:off x="7597775" y="2724074"/>
            <a:ext cx="533400" cy="228600"/>
          </a:xfrm>
          <a:prstGeom prst="rect">
            <a:avLst/>
          </a:prstGeom>
          <a:solidFill>
            <a:srgbClr val="FFFFFF"/>
          </a:solidFill>
          <a:ln>
            <a:noFill/>
          </a:ln>
          <a:extLst>
            <a:ext uri="{91240B29-F687-4F45-9708-019B960494DF}">
              <a14:hiddenLine xmlns:a14="http://schemas.microsoft.com/office/drawing/2010/main" w="3175">
                <a:solidFill>
                  <a:srgbClr val="000000"/>
                </a:solidFill>
                <a:miter lim="800000"/>
                <a:headEnd/>
                <a:tailEnd/>
              </a14:hiddenLine>
            </a:ext>
          </a:extLst>
        </p:spPr>
        <p:txBody>
          <a:bodyPr wrap="none" anchor="ctr"/>
          <a:lstStyle/>
          <a:p>
            <a:pPr algn="ctr" eaLnBrk="0" fontAlgn="base" hangingPunct="0">
              <a:spcBef>
                <a:spcPct val="0"/>
              </a:spcBef>
              <a:spcAft>
                <a:spcPct val="0"/>
              </a:spcAft>
            </a:pPr>
            <a:r>
              <a:rPr lang="es-MX" sz="1200" dirty="0">
                <a:solidFill>
                  <a:srgbClr val="000000"/>
                </a:solidFill>
                <a:latin typeface="Verdana" pitchFamily="34" charset="0"/>
              </a:rPr>
              <a:t>4 días</a:t>
            </a:r>
            <a:endParaRPr lang="es-ES" sz="1200" dirty="0">
              <a:solidFill>
                <a:srgbClr val="000000"/>
              </a:solidFill>
              <a:latin typeface="Verdana" pitchFamily="34" charset="0"/>
            </a:endParaRPr>
          </a:p>
        </p:txBody>
      </p:sp>
      <p:sp>
        <p:nvSpPr>
          <p:cNvPr id="16" name="Rectangle 17"/>
          <p:cNvSpPr>
            <a:spLocks noChangeArrowheads="1"/>
          </p:cNvSpPr>
          <p:nvPr/>
        </p:nvSpPr>
        <p:spPr bwMode="auto">
          <a:xfrm>
            <a:off x="8816975" y="2724074"/>
            <a:ext cx="533400" cy="228600"/>
          </a:xfrm>
          <a:prstGeom prst="rect">
            <a:avLst/>
          </a:prstGeom>
          <a:solidFill>
            <a:srgbClr val="FFFFFF"/>
          </a:solidFill>
          <a:ln>
            <a:noFill/>
          </a:ln>
          <a:extLst>
            <a:ext uri="{91240B29-F687-4F45-9708-019B960494DF}">
              <a14:hiddenLine xmlns:a14="http://schemas.microsoft.com/office/drawing/2010/main" w="3175">
                <a:solidFill>
                  <a:srgbClr val="000000"/>
                </a:solidFill>
                <a:miter lim="800000"/>
                <a:headEnd/>
                <a:tailEnd/>
              </a14:hiddenLine>
            </a:ext>
          </a:extLst>
        </p:spPr>
        <p:txBody>
          <a:bodyPr wrap="none" anchor="ctr"/>
          <a:lstStyle/>
          <a:p>
            <a:pPr algn="ctr" eaLnBrk="0" fontAlgn="base" hangingPunct="0">
              <a:spcBef>
                <a:spcPct val="0"/>
              </a:spcBef>
              <a:spcAft>
                <a:spcPct val="0"/>
              </a:spcAft>
            </a:pPr>
            <a:r>
              <a:rPr lang="es-MX" sz="1200" dirty="0">
                <a:solidFill>
                  <a:srgbClr val="000000"/>
                </a:solidFill>
                <a:latin typeface="Verdana" pitchFamily="34" charset="0"/>
              </a:rPr>
              <a:t>3 días</a:t>
            </a:r>
            <a:endParaRPr lang="es-ES" sz="1200" dirty="0">
              <a:solidFill>
                <a:srgbClr val="000000"/>
              </a:solidFill>
              <a:latin typeface="Verdana" pitchFamily="34" charset="0"/>
            </a:endParaRPr>
          </a:p>
        </p:txBody>
      </p:sp>
      <p:sp>
        <p:nvSpPr>
          <p:cNvPr id="17" name="Rectangle 20"/>
          <p:cNvSpPr>
            <a:spLocks noChangeArrowheads="1"/>
          </p:cNvSpPr>
          <p:nvPr/>
        </p:nvSpPr>
        <p:spPr bwMode="auto">
          <a:xfrm>
            <a:off x="2156851" y="2373236"/>
            <a:ext cx="3636963" cy="290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none">
            <a:spAutoFit/>
          </a:bodyPr>
          <a:lstStyle/>
          <a:p>
            <a:pPr algn="ctr" eaLnBrk="0" fontAlgn="base" hangingPunct="0">
              <a:spcBef>
                <a:spcPct val="0"/>
              </a:spcBef>
              <a:spcAft>
                <a:spcPct val="0"/>
              </a:spcAft>
            </a:pPr>
            <a:r>
              <a:rPr lang="es-MX" sz="1300" b="1" dirty="0">
                <a:solidFill>
                  <a:srgbClr val="000000"/>
                </a:solidFill>
                <a:latin typeface="Verdana" pitchFamily="34" charset="0"/>
              </a:rPr>
              <a:t>1. Final a Inicio (</a:t>
            </a:r>
            <a:r>
              <a:rPr lang="es-MX" sz="1300" b="1" dirty="0" err="1">
                <a:solidFill>
                  <a:srgbClr val="000000"/>
                </a:solidFill>
                <a:latin typeface="Verdana" pitchFamily="34" charset="0"/>
              </a:rPr>
              <a:t>Finish</a:t>
            </a:r>
            <a:r>
              <a:rPr lang="es-MX" sz="1300" b="1" dirty="0">
                <a:solidFill>
                  <a:srgbClr val="000000"/>
                </a:solidFill>
                <a:latin typeface="Verdana" pitchFamily="34" charset="0"/>
              </a:rPr>
              <a:t>-to-</a:t>
            </a:r>
            <a:r>
              <a:rPr lang="es-MX" sz="1300" b="1" dirty="0" err="1">
                <a:solidFill>
                  <a:srgbClr val="000000"/>
                </a:solidFill>
                <a:latin typeface="Verdana" pitchFamily="34" charset="0"/>
              </a:rPr>
              <a:t>Start</a:t>
            </a:r>
            <a:r>
              <a:rPr lang="es-MX" sz="1300" b="1" dirty="0">
                <a:solidFill>
                  <a:srgbClr val="000000"/>
                </a:solidFill>
                <a:latin typeface="Verdana" pitchFamily="34" charset="0"/>
              </a:rPr>
              <a:t>  FS)</a:t>
            </a:r>
            <a:r>
              <a:rPr lang="es-MX" sz="1300" dirty="0">
                <a:solidFill>
                  <a:srgbClr val="000000"/>
                </a:solidFill>
                <a:latin typeface="Verdana" pitchFamily="34" charset="0"/>
              </a:rPr>
              <a:t>:</a:t>
            </a:r>
            <a:endParaRPr lang="es-ES" sz="1300" dirty="0">
              <a:solidFill>
                <a:srgbClr val="000000"/>
              </a:solidFill>
              <a:latin typeface="Verdana" pitchFamily="34" charset="0"/>
            </a:endParaRPr>
          </a:p>
        </p:txBody>
      </p:sp>
      <p:sp>
        <p:nvSpPr>
          <p:cNvPr id="18" name="Rectangle 21"/>
          <p:cNvSpPr>
            <a:spLocks noChangeArrowheads="1"/>
          </p:cNvSpPr>
          <p:nvPr/>
        </p:nvSpPr>
        <p:spPr bwMode="auto">
          <a:xfrm>
            <a:off x="2228289" y="3522586"/>
            <a:ext cx="3633787" cy="290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lgn="ctr">
                <a:solidFill>
                  <a:srgbClr val="000000"/>
                </a:solidFill>
                <a:miter lim="800000"/>
                <a:headEnd/>
                <a:tailEnd/>
              </a14:hiddenLine>
            </a:ext>
          </a:extLst>
        </p:spPr>
        <p:txBody>
          <a:bodyPr wrap="none">
            <a:spAutoFit/>
          </a:bodyPr>
          <a:lstStyle/>
          <a:p>
            <a:pPr algn="ctr" eaLnBrk="0" fontAlgn="base" hangingPunct="0">
              <a:spcBef>
                <a:spcPct val="0"/>
              </a:spcBef>
              <a:spcAft>
                <a:spcPct val="0"/>
              </a:spcAft>
            </a:pPr>
            <a:r>
              <a:rPr lang="es-MX" sz="1300" b="1" dirty="0">
                <a:solidFill>
                  <a:srgbClr val="000000"/>
                </a:solidFill>
                <a:latin typeface="Verdana" pitchFamily="34" charset="0"/>
              </a:rPr>
              <a:t>2. Final a Final (</a:t>
            </a:r>
            <a:r>
              <a:rPr lang="es-MX" sz="1300" b="1" dirty="0" err="1">
                <a:solidFill>
                  <a:srgbClr val="000000"/>
                </a:solidFill>
                <a:latin typeface="Verdana" pitchFamily="34" charset="0"/>
              </a:rPr>
              <a:t>Finish</a:t>
            </a:r>
            <a:r>
              <a:rPr lang="es-MX" sz="1300" b="1" dirty="0">
                <a:solidFill>
                  <a:srgbClr val="000000"/>
                </a:solidFill>
                <a:latin typeface="Verdana" pitchFamily="34" charset="0"/>
              </a:rPr>
              <a:t>-to-</a:t>
            </a:r>
            <a:r>
              <a:rPr lang="es-MX" sz="1300" b="1" dirty="0" err="1">
                <a:solidFill>
                  <a:srgbClr val="000000"/>
                </a:solidFill>
                <a:latin typeface="Verdana" pitchFamily="34" charset="0"/>
              </a:rPr>
              <a:t>Finish</a:t>
            </a:r>
            <a:r>
              <a:rPr lang="es-MX" sz="1300" b="1" dirty="0">
                <a:solidFill>
                  <a:srgbClr val="000000"/>
                </a:solidFill>
                <a:latin typeface="Verdana" pitchFamily="34" charset="0"/>
              </a:rPr>
              <a:t>  FF):</a:t>
            </a:r>
            <a:endParaRPr lang="es-ES" sz="1300" b="1" dirty="0">
              <a:solidFill>
                <a:srgbClr val="000000"/>
              </a:solidFill>
              <a:latin typeface="Verdana" pitchFamily="34" charset="0"/>
            </a:endParaRPr>
          </a:p>
        </p:txBody>
      </p:sp>
      <p:sp>
        <p:nvSpPr>
          <p:cNvPr id="19" name="Rectangle 22"/>
          <p:cNvSpPr>
            <a:spLocks noChangeArrowheads="1"/>
          </p:cNvSpPr>
          <p:nvPr/>
        </p:nvSpPr>
        <p:spPr bwMode="auto">
          <a:xfrm>
            <a:off x="2832100" y="2736774"/>
            <a:ext cx="3960812" cy="53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a:spAutoFit/>
          </a:bodyPr>
          <a:lstStyle/>
          <a:p>
            <a:pPr eaLnBrk="0" fontAlgn="base" hangingPunct="0">
              <a:lnSpc>
                <a:spcPct val="110000"/>
              </a:lnSpc>
              <a:spcBef>
                <a:spcPct val="0"/>
              </a:spcBef>
              <a:spcAft>
                <a:spcPct val="0"/>
              </a:spcAft>
            </a:pPr>
            <a:r>
              <a:rPr lang="es-ES_tradnl" sz="1300" dirty="0">
                <a:solidFill>
                  <a:srgbClr val="000000"/>
                </a:solidFill>
                <a:latin typeface="Arial" charset="0"/>
              </a:rPr>
              <a:t>El inicio de la actividad sucesora B depende del fin de la actividad predecesora A.</a:t>
            </a:r>
            <a:endParaRPr lang="es-ES" sz="1300" dirty="0">
              <a:solidFill>
                <a:srgbClr val="000000"/>
              </a:solidFill>
              <a:latin typeface="Arial" charset="0"/>
            </a:endParaRPr>
          </a:p>
        </p:txBody>
      </p:sp>
      <p:sp>
        <p:nvSpPr>
          <p:cNvPr id="20" name="Rectangle 23"/>
          <p:cNvSpPr>
            <a:spLocks noChangeArrowheads="1"/>
          </p:cNvSpPr>
          <p:nvPr/>
        </p:nvSpPr>
        <p:spPr bwMode="auto">
          <a:xfrm>
            <a:off x="7739062" y="3168574"/>
            <a:ext cx="938213" cy="260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a:spAutoFit/>
          </a:bodyPr>
          <a:lstStyle/>
          <a:p>
            <a:pPr algn="ctr" eaLnBrk="0" fontAlgn="base" hangingPunct="0">
              <a:spcBef>
                <a:spcPct val="0"/>
              </a:spcBef>
              <a:spcAft>
                <a:spcPct val="0"/>
              </a:spcAft>
            </a:pPr>
            <a:r>
              <a:rPr lang="es-ES_tradnl" sz="1100" b="1">
                <a:solidFill>
                  <a:srgbClr val="000000"/>
                </a:solidFill>
                <a:latin typeface="Verdana" pitchFamily="34" charset="0"/>
              </a:rPr>
              <a:t>A</a:t>
            </a:r>
            <a:endParaRPr lang="es-ES" sz="1100">
              <a:solidFill>
                <a:srgbClr val="000000"/>
              </a:solidFill>
              <a:latin typeface="Verdana" pitchFamily="34" charset="0"/>
            </a:endParaRPr>
          </a:p>
        </p:txBody>
      </p:sp>
      <p:sp>
        <p:nvSpPr>
          <p:cNvPr id="21" name="Rectangle 24"/>
          <p:cNvSpPr>
            <a:spLocks noChangeArrowheads="1"/>
          </p:cNvSpPr>
          <p:nvPr/>
        </p:nvSpPr>
        <p:spPr bwMode="auto">
          <a:xfrm>
            <a:off x="9717087" y="3184449"/>
            <a:ext cx="292100" cy="260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none">
            <a:spAutoFit/>
          </a:bodyPr>
          <a:lstStyle/>
          <a:p>
            <a:pPr algn="ctr" eaLnBrk="0" fontAlgn="base" hangingPunct="0">
              <a:spcBef>
                <a:spcPct val="0"/>
              </a:spcBef>
              <a:spcAft>
                <a:spcPct val="0"/>
              </a:spcAft>
            </a:pPr>
            <a:r>
              <a:rPr lang="es-ES_tradnl" sz="1100" b="1">
                <a:solidFill>
                  <a:srgbClr val="000000"/>
                </a:solidFill>
                <a:latin typeface="Verdana" pitchFamily="34" charset="0"/>
              </a:rPr>
              <a:t>A</a:t>
            </a:r>
            <a:endParaRPr lang="es-ES" sz="1100">
              <a:solidFill>
                <a:srgbClr val="000000"/>
              </a:solidFill>
              <a:latin typeface="Verdana" pitchFamily="34" charset="0"/>
            </a:endParaRPr>
          </a:p>
        </p:txBody>
      </p:sp>
      <p:sp>
        <p:nvSpPr>
          <p:cNvPr id="22" name="Rectangle 25"/>
          <p:cNvSpPr>
            <a:spLocks noChangeArrowheads="1"/>
          </p:cNvSpPr>
          <p:nvPr/>
        </p:nvSpPr>
        <p:spPr bwMode="auto">
          <a:xfrm>
            <a:off x="8420100" y="3789286"/>
            <a:ext cx="290512" cy="260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none">
            <a:spAutoFit/>
          </a:bodyPr>
          <a:lstStyle/>
          <a:p>
            <a:pPr algn="ctr" eaLnBrk="0" fontAlgn="base" hangingPunct="0">
              <a:spcBef>
                <a:spcPct val="0"/>
              </a:spcBef>
              <a:spcAft>
                <a:spcPct val="0"/>
              </a:spcAft>
            </a:pPr>
            <a:r>
              <a:rPr lang="es-ES_tradnl" sz="1100" b="1">
                <a:solidFill>
                  <a:srgbClr val="000000"/>
                </a:solidFill>
                <a:latin typeface="Verdana" pitchFamily="34" charset="0"/>
              </a:rPr>
              <a:t>B</a:t>
            </a:r>
            <a:endParaRPr lang="es-ES" sz="1100">
              <a:solidFill>
                <a:srgbClr val="000000"/>
              </a:solidFill>
              <a:latin typeface="Verdana" pitchFamily="34" charset="0"/>
            </a:endParaRPr>
          </a:p>
        </p:txBody>
      </p:sp>
      <p:sp>
        <p:nvSpPr>
          <p:cNvPr id="23" name="Rectangle 26"/>
          <p:cNvSpPr>
            <a:spLocks noChangeArrowheads="1"/>
          </p:cNvSpPr>
          <p:nvPr/>
        </p:nvSpPr>
        <p:spPr bwMode="auto">
          <a:xfrm>
            <a:off x="11012487" y="3789286"/>
            <a:ext cx="290513" cy="260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none">
            <a:spAutoFit/>
          </a:bodyPr>
          <a:lstStyle/>
          <a:p>
            <a:pPr algn="ctr" eaLnBrk="0" fontAlgn="base" hangingPunct="0">
              <a:spcBef>
                <a:spcPct val="0"/>
              </a:spcBef>
              <a:spcAft>
                <a:spcPct val="0"/>
              </a:spcAft>
            </a:pPr>
            <a:r>
              <a:rPr lang="es-ES_tradnl" sz="1100" b="1">
                <a:solidFill>
                  <a:srgbClr val="000000"/>
                </a:solidFill>
                <a:latin typeface="Verdana" pitchFamily="34" charset="0"/>
              </a:rPr>
              <a:t>B</a:t>
            </a:r>
            <a:endParaRPr lang="es-ES" sz="1100">
              <a:solidFill>
                <a:srgbClr val="000000"/>
              </a:solidFill>
              <a:latin typeface="Verdana" pitchFamily="34" charset="0"/>
            </a:endParaRPr>
          </a:p>
        </p:txBody>
      </p:sp>
      <p:sp>
        <p:nvSpPr>
          <p:cNvPr id="24" name="Rectangle 27"/>
          <p:cNvSpPr>
            <a:spLocks noChangeArrowheads="1"/>
          </p:cNvSpPr>
          <p:nvPr/>
        </p:nvSpPr>
        <p:spPr bwMode="auto">
          <a:xfrm>
            <a:off x="2832100" y="3862311"/>
            <a:ext cx="4032250" cy="53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lgn="ctr">
                <a:solidFill>
                  <a:srgbClr val="000000"/>
                </a:solidFill>
                <a:miter lim="800000"/>
                <a:headEnd/>
                <a:tailEnd/>
              </a14:hiddenLine>
            </a:ext>
          </a:extLst>
        </p:spPr>
        <p:txBody>
          <a:bodyPr>
            <a:spAutoFit/>
          </a:bodyPr>
          <a:lstStyle/>
          <a:p>
            <a:pPr eaLnBrk="0" fontAlgn="base" hangingPunct="0">
              <a:lnSpc>
                <a:spcPct val="110000"/>
              </a:lnSpc>
              <a:spcBef>
                <a:spcPct val="0"/>
              </a:spcBef>
              <a:spcAft>
                <a:spcPct val="0"/>
              </a:spcAft>
            </a:pPr>
            <a:r>
              <a:rPr lang="es-ES_tradnl" sz="1300" dirty="0">
                <a:solidFill>
                  <a:srgbClr val="000000"/>
                </a:solidFill>
                <a:latin typeface="Arial" charset="0"/>
              </a:rPr>
              <a:t>El fin de la actividad sucesora B depende del fin de la actividad predecesora A</a:t>
            </a:r>
          </a:p>
        </p:txBody>
      </p:sp>
      <p:sp>
        <p:nvSpPr>
          <p:cNvPr id="25" name="Rectangle 56"/>
          <p:cNvSpPr>
            <a:spLocks noChangeArrowheads="1"/>
          </p:cNvSpPr>
          <p:nvPr/>
        </p:nvSpPr>
        <p:spPr bwMode="auto">
          <a:xfrm>
            <a:off x="10812722" y="2360627"/>
            <a:ext cx="92551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none">
            <a:spAutoFit/>
          </a:bodyPr>
          <a:lstStyle/>
          <a:p>
            <a:pPr eaLnBrk="0" fontAlgn="base" hangingPunct="0">
              <a:spcBef>
                <a:spcPct val="0"/>
              </a:spcBef>
              <a:spcAft>
                <a:spcPct val="0"/>
              </a:spcAft>
            </a:pPr>
            <a:r>
              <a:rPr lang="es-ES_tradnl" sz="1100" b="1" dirty="0">
                <a:solidFill>
                  <a:srgbClr val="000000"/>
                </a:solidFill>
                <a:latin typeface="Verdana" pitchFamily="34" charset="0"/>
              </a:rPr>
              <a:t>A</a:t>
            </a:r>
            <a:r>
              <a:rPr lang="es-ES_tradnl" sz="1100" dirty="0">
                <a:solidFill>
                  <a:srgbClr val="000000"/>
                </a:solidFill>
                <a:latin typeface="Verdana" pitchFamily="34" charset="0"/>
              </a:rPr>
              <a:t> = 4 días</a:t>
            </a:r>
          </a:p>
          <a:p>
            <a:pPr eaLnBrk="0" fontAlgn="base" hangingPunct="0">
              <a:spcBef>
                <a:spcPct val="0"/>
              </a:spcBef>
              <a:spcAft>
                <a:spcPct val="0"/>
              </a:spcAft>
            </a:pPr>
            <a:r>
              <a:rPr lang="es-ES_tradnl" sz="1100" b="1" dirty="0">
                <a:solidFill>
                  <a:srgbClr val="000000"/>
                </a:solidFill>
                <a:latin typeface="Verdana" pitchFamily="34" charset="0"/>
              </a:rPr>
              <a:t>B</a:t>
            </a:r>
            <a:r>
              <a:rPr lang="es-ES_tradnl" sz="1100" dirty="0">
                <a:solidFill>
                  <a:srgbClr val="000000"/>
                </a:solidFill>
                <a:latin typeface="Verdana" pitchFamily="34" charset="0"/>
              </a:rPr>
              <a:t> = 3 días</a:t>
            </a:r>
            <a:endParaRPr lang="es-ES" sz="1100" dirty="0">
              <a:solidFill>
                <a:srgbClr val="000000"/>
              </a:solidFill>
              <a:latin typeface="Verdana" pitchFamily="34" charset="0"/>
            </a:endParaRPr>
          </a:p>
        </p:txBody>
      </p:sp>
      <p:sp>
        <p:nvSpPr>
          <p:cNvPr id="26" name="AutoShape 33"/>
          <p:cNvSpPr>
            <a:spLocks noChangeArrowheads="1"/>
          </p:cNvSpPr>
          <p:nvPr/>
        </p:nvSpPr>
        <p:spPr bwMode="auto">
          <a:xfrm>
            <a:off x="6719887" y="2663749"/>
            <a:ext cx="288925" cy="287337"/>
          </a:xfrm>
          <a:prstGeom prst="rightArrow">
            <a:avLst>
              <a:gd name="adj1" fmla="val 50000"/>
              <a:gd name="adj2" fmla="val 25138"/>
            </a:avLst>
          </a:prstGeom>
          <a:solidFill>
            <a:srgbClr val="34E0F2"/>
          </a:solidFill>
          <a:ln w="12700">
            <a:solidFill>
              <a:srgbClr val="000000"/>
            </a:solidFill>
            <a:miter lim="800000"/>
            <a:headEnd/>
            <a:tailEnd/>
          </a:ln>
        </p:spPr>
        <p:txBody>
          <a:bodyPr wrap="none" anchor="ctr"/>
          <a:lstStyle/>
          <a:p>
            <a:pPr algn="ctr" eaLnBrk="0" fontAlgn="base" hangingPunct="0">
              <a:spcBef>
                <a:spcPct val="0"/>
              </a:spcBef>
              <a:spcAft>
                <a:spcPct val="0"/>
              </a:spcAft>
            </a:pPr>
            <a:endParaRPr lang="es-PE" sz="1100" b="1">
              <a:solidFill>
                <a:srgbClr val="767676"/>
              </a:solidFill>
              <a:latin typeface="Verdana" pitchFamily="34" charset="0"/>
            </a:endParaRPr>
          </a:p>
        </p:txBody>
      </p:sp>
      <p:sp>
        <p:nvSpPr>
          <p:cNvPr id="27" name="AutoShape 34"/>
          <p:cNvSpPr>
            <a:spLocks noChangeArrowheads="1"/>
          </p:cNvSpPr>
          <p:nvPr/>
        </p:nvSpPr>
        <p:spPr bwMode="auto">
          <a:xfrm>
            <a:off x="6719887" y="3816274"/>
            <a:ext cx="288925" cy="287337"/>
          </a:xfrm>
          <a:prstGeom prst="rightArrow">
            <a:avLst>
              <a:gd name="adj1" fmla="val 50000"/>
              <a:gd name="adj2" fmla="val 25138"/>
            </a:avLst>
          </a:prstGeom>
          <a:solidFill>
            <a:srgbClr val="34E0F2"/>
          </a:solidFill>
          <a:ln w="12700">
            <a:solidFill>
              <a:srgbClr val="000000"/>
            </a:solidFill>
            <a:miter lim="800000"/>
            <a:headEnd/>
            <a:tailEnd/>
          </a:ln>
        </p:spPr>
        <p:txBody>
          <a:bodyPr wrap="none" anchor="ctr"/>
          <a:lstStyle/>
          <a:p>
            <a:pPr algn="ctr" eaLnBrk="0" fontAlgn="base" hangingPunct="0">
              <a:spcBef>
                <a:spcPct val="0"/>
              </a:spcBef>
              <a:spcAft>
                <a:spcPct val="0"/>
              </a:spcAft>
            </a:pPr>
            <a:endParaRPr lang="es-PE" sz="1100" b="1">
              <a:solidFill>
                <a:srgbClr val="767676"/>
              </a:solidFill>
              <a:latin typeface="Verdana" pitchFamily="34" charset="0"/>
            </a:endParaRPr>
          </a:p>
        </p:txBody>
      </p:sp>
      <p:sp>
        <p:nvSpPr>
          <p:cNvPr id="28" name="Rectangle 36"/>
          <p:cNvSpPr>
            <a:spLocks noChangeArrowheads="1"/>
          </p:cNvSpPr>
          <p:nvPr/>
        </p:nvSpPr>
        <p:spPr bwMode="auto">
          <a:xfrm>
            <a:off x="2261626" y="4817986"/>
            <a:ext cx="3567113" cy="290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lgn="ctr">
                <a:solidFill>
                  <a:srgbClr val="000000"/>
                </a:solidFill>
                <a:miter lim="800000"/>
                <a:headEnd/>
                <a:tailEnd/>
              </a14:hiddenLine>
            </a:ext>
          </a:extLst>
        </p:spPr>
        <p:txBody>
          <a:bodyPr wrap="none">
            <a:spAutoFit/>
          </a:bodyPr>
          <a:lstStyle/>
          <a:p>
            <a:pPr algn="ctr" eaLnBrk="0" fontAlgn="base" hangingPunct="0">
              <a:spcBef>
                <a:spcPct val="0"/>
              </a:spcBef>
              <a:spcAft>
                <a:spcPct val="0"/>
              </a:spcAft>
            </a:pPr>
            <a:r>
              <a:rPr lang="es-MX" sz="1300" b="1">
                <a:solidFill>
                  <a:srgbClr val="000000"/>
                </a:solidFill>
                <a:latin typeface="Verdana" pitchFamily="34" charset="0"/>
              </a:rPr>
              <a:t>3. Inicio a Inicio (Start-to-Start SS):</a:t>
            </a:r>
            <a:endParaRPr lang="es-ES" sz="1300" b="1">
              <a:solidFill>
                <a:srgbClr val="000000"/>
              </a:solidFill>
              <a:latin typeface="Verdana" pitchFamily="34" charset="0"/>
            </a:endParaRPr>
          </a:p>
        </p:txBody>
      </p:sp>
      <p:sp>
        <p:nvSpPr>
          <p:cNvPr id="29" name="Rectangle 41"/>
          <p:cNvSpPr>
            <a:spLocks noChangeArrowheads="1"/>
          </p:cNvSpPr>
          <p:nvPr/>
        </p:nvSpPr>
        <p:spPr bwMode="auto">
          <a:xfrm>
            <a:off x="2832100" y="5157711"/>
            <a:ext cx="3744912" cy="53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lgn="ctr">
                <a:solidFill>
                  <a:srgbClr val="000000"/>
                </a:solidFill>
                <a:miter lim="800000"/>
                <a:headEnd/>
                <a:tailEnd/>
              </a14:hiddenLine>
            </a:ext>
          </a:extLst>
        </p:spPr>
        <p:txBody>
          <a:bodyPr>
            <a:spAutoFit/>
          </a:bodyPr>
          <a:lstStyle/>
          <a:p>
            <a:pPr eaLnBrk="0" fontAlgn="base" hangingPunct="0">
              <a:lnSpc>
                <a:spcPct val="110000"/>
              </a:lnSpc>
              <a:spcBef>
                <a:spcPct val="0"/>
              </a:spcBef>
              <a:spcAft>
                <a:spcPct val="0"/>
              </a:spcAft>
            </a:pPr>
            <a:r>
              <a:rPr lang="es-ES_tradnl" sz="1300" dirty="0">
                <a:solidFill>
                  <a:srgbClr val="000000"/>
                </a:solidFill>
                <a:latin typeface="Arial" charset="0"/>
              </a:rPr>
              <a:t>El inicio de la actividad sucesora B depende del inicio de la actividad predecesora A.</a:t>
            </a:r>
          </a:p>
        </p:txBody>
      </p:sp>
      <p:sp>
        <p:nvSpPr>
          <p:cNvPr id="30" name="AutoShape 28" descr="Vertical clara"/>
          <p:cNvSpPr>
            <a:spLocks noChangeArrowheads="1"/>
          </p:cNvSpPr>
          <p:nvPr/>
        </p:nvSpPr>
        <p:spPr bwMode="auto">
          <a:xfrm>
            <a:off x="7121525" y="4895774"/>
            <a:ext cx="1676400" cy="111125"/>
          </a:xfrm>
          <a:prstGeom prst="roundRect">
            <a:avLst>
              <a:gd name="adj" fmla="val 7815"/>
            </a:avLst>
          </a:prstGeom>
          <a:gradFill>
            <a:gsLst>
              <a:gs pos="0">
                <a:srgbClr val="D2CB6C">
                  <a:lumMod val="67000"/>
                </a:srgbClr>
              </a:gs>
              <a:gs pos="48000">
                <a:srgbClr val="D2CB6C">
                  <a:lumMod val="97000"/>
                  <a:lumOff val="3000"/>
                </a:srgbClr>
              </a:gs>
              <a:gs pos="100000">
                <a:srgbClr val="D2CB6C">
                  <a:lumMod val="60000"/>
                  <a:lumOff val="40000"/>
                </a:srgbClr>
              </a:gs>
            </a:gsLst>
            <a:lin ang="16200000" scaled="1"/>
          </a:gradFill>
          <a:ln w="3175" algn="ctr">
            <a:solidFill>
              <a:srgbClr val="00008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s-MX" sz="1200" b="0" i="0" u="none" strike="noStrike" kern="0" cap="none" spc="0" normalizeH="0" baseline="0" noProof="0">
              <a:ln>
                <a:noFill/>
              </a:ln>
              <a:solidFill>
                <a:srgbClr val="000000"/>
              </a:solidFill>
              <a:effectLst/>
              <a:uLnTx/>
              <a:uFillTx/>
              <a:latin typeface="Verdana" pitchFamily="34" charset="0"/>
            </a:endParaRPr>
          </a:p>
        </p:txBody>
      </p:sp>
      <p:sp>
        <p:nvSpPr>
          <p:cNvPr id="31" name="AutoShape 29" descr="Diagonal hacia abajo ancha"/>
          <p:cNvSpPr>
            <a:spLocks noChangeArrowheads="1"/>
          </p:cNvSpPr>
          <p:nvPr/>
        </p:nvSpPr>
        <p:spPr bwMode="auto">
          <a:xfrm>
            <a:off x="7121525" y="5089449"/>
            <a:ext cx="990600" cy="73025"/>
          </a:xfrm>
          <a:prstGeom prst="roundRect">
            <a:avLst>
              <a:gd name="adj" fmla="val 7815"/>
            </a:avLst>
          </a:prstGeom>
          <a:pattFill prst="openDmnd">
            <a:fgClr>
              <a:srgbClr val="000000"/>
            </a:fgClr>
            <a:bgClr>
              <a:srgbClr val="E3E3E3"/>
            </a:bgClr>
          </a:pattFill>
          <a:ln w="3175">
            <a:solidFill>
              <a:srgbClr val="000000"/>
            </a:solidFill>
            <a:round/>
            <a:headEnd/>
            <a:tailEnd/>
          </a:ln>
        </p:spPr>
        <p:txBody>
          <a:bodyPr wrap="none" anchor="ctr"/>
          <a:lstStyle/>
          <a:p>
            <a:pPr algn="ctr" eaLnBrk="0" fontAlgn="base" hangingPunct="0">
              <a:spcBef>
                <a:spcPct val="0"/>
              </a:spcBef>
              <a:spcAft>
                <a:spcPct val="0"/>
              </a:spcAft>
              <a:defRPr/>
            </a:pPr>
            <a:endParaRPr lang="es-MX" sz="1200" kern="0">
              <a:solidFill>
                <a:srgbClr val="000000"/>
              </a:solidFill>
              <a:latin typeface="Verdana" pitchFamily="34" charset="0"/>
            </a:endParaRPr>
          </a:p>
        </p:txBody>
      </p:sp>
      <p:sp>
        <p:nvSpPr>
          <p:cNvPr id="32" name="Line 30"/>
          <p:cNvSpPr>
            <a:spLocks noChangeShapeType="1"/>
          </p:cNvSpPr>
          <p:nvPr/>
        </p:nvSpPr>
        <p:spPr bwMode="auto">
          <a:xfrm>
            <a:off x="7121525" y="5378374"/>
            <a:ext cx="1676400" cy="0"/>
          </a:xfrm>
          <a:prstGeom prst="line">
            <a:avLst/>
          </a:prstGeom>
          <a:noFill/>
          <a:ln w="317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pPr algn="ctr" eaLnBrk="0" fontAlgn="base" hangingPunct="0">
              <a:spcBef>
                <a:spcPct val="0"/>
              </a:spcBef>
              <a:spcAft>
                <a:spcPct val="0"/>
              </a:spcAft>
            </a:pPr>
            <a:endParaRPr lang="en-US" sz="1100" b="1">
              <a:solidFill>
                <a:srgbClr val="767676"/>
              </a:solidFill>
              <a:latin typeface="Verdana" pitchFamily="34" charset="0"/>
            </a:endParaRPr>
          </a:p>
        </p:txBody>
      </p:sp>
      <p:sp>
        <p:nvSpPr>
          <p:cNvPr id="33" name="Rectangle 31"/>
          <p:cNvSpPr>
            <a:spLocks noChangeArrowheads="1"/>
          </p:cNvSpPr>
          <p:nvPr/>
        </p:nvSpPr>
        <p:spPr bwMode="auto">
          <a:xfrm>
            <a:off x="6950075" y="5425999"/>
            <a:ext cx="19812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lgn="ctr">
                <a:solidFill>
                  <a:srgbClr val="000000"/>
                </a:solidFill>
                <a:miter lim="800000"/>
                <a:headEnd/>
                <a:tailEnd/>
              </a14:hiddenLine>
            </a:ext>
          </a:extLst>
        </p:spPr>
        <p:txBody>
          <a:bodyPr wrap="none" anchor="ctr"/>
          <a:lstStyle/>
          <a:p>
            <a:pPr algn="ctr" eaLnBrk="0" fontAlgn="base" hangingPunct="0">
              <a:lnSpc>
                <a:spcPct val="80000"/>
              </a:lnSpc>
              <a:spcBef>
                <a:spcPct val="0"/>
              </a:spcBef>
              <a:spcAft>
                <a:spcPct val="0"/>
              </a:spcAft>
            </a:pPr>
            <a:r>
              <a:rPr lang="es-MX" sz="1200" dirty="0">
                <a:solidFill>
                  <a:srgbClr val="000000"/>
                </a:solidFill>
                <a:latin typeface="Verdana" pitchFamily="34" charset="0"/>
              </a:rPr>
              <a:t>4 días en el mejor de </a:t>
            </a:r>
          </a:p>
          <a:p>
            <a:pPr algn="ctr" eaLnBrk="0" fontAlgn="base" hangingPunct="0">
              <a:lnSpc>
                <a:spcPct val="80000"/>
              </a:lnSpc>
              <a:spcBef>
                <a:spcPct val="0"/>
              </a:spcBef>
              <a:spcAft>
                <a:spcPct val="0"/>
              </a:spcAft>
            </a:pPr>
            <a:r>
              <a:rPr lang="es-MX" sz="1200" dirty="0">
                <a:solidFill>
                  <a:srgbClr val="000000"/>
                </a:solidFill>
                <a:latin typeface="Verdana" pitchFamily="34" charset="0"/>
              </a:rPr>
              <a:t>los casos</a:t>
            </a:r>
            <a:endParaRPr lang="es-ES" sz="1200" dirty="0">
              <a:solidFill>
                <a:srgbClr val="000000"/>
              </a:solidFill>
              <a:latin typeface="Verdana" pitchFamily="34" charset="0"/>
            </a:endParaRPr>
          </a:p>
        </p:txBody>
      </p:sp>
      <p:sp>
        <p:nvSpPr>
          <p:cNvPr id="34" name="AutoShape 32" descr="Vertical clara"/>
          <p:cNvSpPr>
            <a:spLocks noChangeArrowheads="1"/>
          </p:cNvSpPr>
          <p:nvPr/>
        </p:nvSpPr>
        <p:spPr bwMode="auto">
          <a:xfrm>
            <a:off x="8950325" y="4895774"/>
            <a:ext cx="1676400" cy="122237"/>
          </a:xfrm>
          <a:prstGeom prst="roundRect">
            <a:avLst>
              <a:gd name="adj" fmla="val 7815"/>
            </a:avLst>
          </a:prstGeom>
          <a:gradFill>
            <a:gsLst>
              <a:gs pos="0">
                <a:srgbClr val="D2CB6C">
                  <a:lumMod val="67000"/>
                </a:srgbClr>
              </a:gs>
              <a:gs pos="48000">
                <a:srgbClr val="D2CB6C">
                  <a:lumMod val="97000"/>
                  <a:lumOff val="3000"/>
                </a:srgbClr>
              </a:gs>
              <a:gs pos="100000">
                <a:srgbClr val="D2CB6C">
                  <a:lumMod val="60000"/>
                  <a:lumOff val="40000"/>
                </a:srgbClr>
              </a:gs>
            </a:gsLst>
            <a:lin ang="16200000" scaled="1"/>
          </a:gradFill>
          <a:ln w="3175" algn="ctr">
            <a:solidFill>
              <a:srgbClr val="000080"/>
            </a:solidFill>
            <a:round/>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s-MX" sz="1200" b="0" i="0" u="none" strike="noStrike" kern="0" cap="none" spc="0" normalizeH="0" baseline="0" noProof="0">
              <a:ln>
                <a:noFill/>
              </a:ln>
              <a:solidFill>
                <a:srgbClr val="000000"/>
              </a:solidFill>
              <a:effectLst/>
              <a:uLnTx/>
              <a:uFillTx/>
              <a:latin typeface="Verdana" pitchFamily="34" charset="0"/>
            </a:endParaRPr>
          </a:p>
        </p:txBody>
      </p:sp>
      <p:sp>
        <p:nvSpPr>
          <p:cNvPr id="35" name="AutoShape 33" descr="Diagonal hacia abajo ancha"/>
          <p:cNvSpPr>
            <a:spLocks noChangeArrowheads="1"/>
          </p:cNvSpPr>
          <p:nvPr/>
        </p:nvSpPr>
        <p:spPr bwMode="auto">
          <a:xfrm>
            <a:off x="10621962" y="5089449"/>
            <a:ext cx="990600" cy="73025"/>
          </a:xfrm>
          <a:prstGeom prst="roundRect">
            <a:avLst>
              <a:gd name="adj" fmla="val 7815"/>
            </a:avLst>
          </a:prstGeom>
          <a:pattFill prst="openDmnd">
            <a:fgClr>
              <a:srgbClr val="000000"/>
            </a:fgClr>
            <a:bgClr>
              <a:srgbClr val="E3E3E3"/>
            </a:bgClr>
          </a:pattFill>
          <a:ln w="3175" algn="ctr">
            <a:solidFill>
              <a:srgbClr val="000000"/>
            </a:solidFill>
            <a:round/>
            <a:headEnd/>
            <a:tailEnd/>
          </a:ln>
        </p:spPr>
        <p:txBody>
          <a:bodyPr wrap="none" anchor="ctr"/>
          <a:lstStyle/>
          <a:p>
            <a:pPr algn="ctr" eaLnBrk="0" fontAlgn="base" hangingPunct="0">
              <a:spcBef>
                <a:spcPct val="0"/>
              </a:spcBef>
              <a:spcAft>
                <a:spcPct val="0"/>
              </a:spcAft>
              <a:defRPr/>
            </a:pPr>
            <a:endParaRPr lang="es-MX" sz="1200" kern="0">
              <a:solidFill>
                <a:srgbClr val="000000"/>
              </a:solidFill>
              <a:latin typeface="Verdana" pitchFamily="34" charset="0"/>
            </a:endParaRPr>
          </a:p>
        </p:txBody>
      </p:sp>
      <p:sp>
        <p:nvSpPr>
          <p:cNvPr id="36" name="Line 34"/>
          <p:cNvSpPr>
            <a:spLocks noChangeShapeType="1"/>
          </p:cNvSpPr>
          <p:nvPr/>
        </p:nvSpPr>
        <p:spPr bwMode="auto">
          <a:xfrm>
            <a:off x="8950325" y="5378374"/>
            <a:ext cx="2667000" cy="0"/>
          </a:xfrm>
          <a:prstGeom prst="line">
            <a:avLst/>
          </a:prstGeom>
          <a:noFill/>
          <a:ln w="317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pPr algn="ctr" eaLnBrk="0" fontAlgn="base" hangingPunct="0">
              <a:spcBef>
                <a:spcPct val="0"/>
              </a:spcBef>
              <a:spcAft>
                <a:spcPct val="0"/>
              </a:spcAft>
            </a:pPr>
            <a:endParaRPr lang="en-US" sz="1100" b="1">
              <a:solidFill>
                <a:srgbClr val="767676"/>
              </a:solidFill>
              <a:latin typeface="Verdana" pitchFamily="34" charset="0"/>
            </a:endParaRPr>
          </a:p>
        </p:txBody>
      </p:sp>
      <p:sp>
        <p:nvSpPr>
          <p:cNvPr id="37" name="Rectangle 35"/>
          <p:cNvSpPr>
            <a:spLocks noChangeArrowheads="1"/>
          </p:cNvSpPr>
          <p:nvPr/>
        </p:nvSpPr>
        <p:spPr bwMode="auto">
          <a:xfrm>
            <a:off x="8874125" y="5425999"/>
            <a:ext cx="27432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none" anchor="ctr"/>
          <a:lstStyle/>
          <a:p>
            <a:pPr algn="ctr" eaLnBrk="0" fontAlgn="base" hangingPunct="0">
              <a:spcBef>
                <a:spcPct val="0"/>
              </a:spcBef>
              <a:spcAft>
                <a:spcPct val="0"/>
              </a:spcAft>
            </a:pPr>
            <a:r>
              <a:rPr lang="es-MX" sz="1200" dirty="0">
                <a:solidFill>
                  <a:srgbClr val="000000"/>
                </a:solidFill>
                <a:latin typeface="Verdana" pitchFamily="34" charset="0"/>
              </a:rPr>
              <a:t>7 días en el peor de los casos</a:t>
            </a:r>
            <a:endParaRPr lang="es-ES" sz="1200" dirty="0">
              <a:solidFill>
                <a:srgbClr val="000000"/>
              </a:solidFill>
              <a:latin typeface="Verdana" pitchFamily="34" charset="0"/>
            </a:endParaRPr>
          </a:p>
        </p:txBody>
      </p:sp>
      <p:sp>
        <p:nvSpPr>
          <p:cNvPr id="38" name="Rectangle 37"/>
          <p:cNvSpPr>
            <a:spLocks noChangeArrowheads="1"/>
          </p:cNvSpPr>
          <p:nvPr/>
        </p:nvSpPr>
        <p:spPr bwMode="auto">
          <a:xfrm>
            <a:off x="7691437" y="4637011"/>
            <a:ext cx="292100" cy="260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none">
            <a:spAutoFit/>
          </a:bodyPr>
          <a:lstStyle/>
          <a:p>
            <a:pPr algn="ctr" eaLnBrk="0" fontAlgn="base" hangingPunct="0">
              <a:spcBef>
                <a:spcPct val="0"/>
              </a:spcBef>
              <a:spcAft>
                <a:spcPct val="0"/>
              </a:spcAft>
            </a:pPr>
            <a:r>
              <a:rPr lang="es-ES_tradnl" sz="1100" b="1">
                <a:solidFill>
                  <a:srgbClr val="000000"/>
                </a:solidFill>
                <a:latin typeface="Verdana" pitchFamily="34" charset="0"/>
              </a:rPr>
              <a:t>A</a:t>
            </a:r>
            <a:endParaRPr lang="es-ES" sz="1100">
              <a:solidFill>
                <a:srgbClr val="000000"/>
              </a:solidFill>
              <a:latin typeface="Verdana" pitchFamily="34" charset="0"/>
            </a:endParaRPr>
          </a:p>
        </p:txBody>
      </p:sp>
      <p:sp>
        <p:nvSpPr>
          <p:cNvPr id="39" name="Rectangle 38"/>
          <p:cNvSpPr>
            <a:spLocks noChangeArrowheads="1"/>
          </p:cNvSpPr>
          <p:nvPr/>
        </p:nvSpPr>
        <p:spPr bwMode="auto">
          <a:xfrm>
            <a:off x="9561512" y="4635424"/>
            <a:ext cx="292100" cy="260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none">
            <a:spAutoFit/>
          </a:bodyPr>
          <a:lstStyle/>
          <a:p>
            <a:pPr algn="ctr" eaLnBrk="0" fontAlgn="base" hangingPunct="0">
              <a:spcBef>
                <a:spcPct val="0"/>
              </a:spcBef>
              <a:spcAft>
                <a:spcPct val="0"/>
              </a:spcAft>
            </a:pPr>
            <a:r>
              <a:rPr lang="es-ES_tradnl" sz="1100" b="1">
                <a:solidFill>
                  <a:srgbClr val="000000"/>
                </a:solidFill>
                <a:latin typeface="Verdana" pitchFamily="34" charset="0"/>
              </a:rPr>
              <a:t>A</a:t>
            </a:r>
            <a:endParaRPr lang="es-ES" sz="1100">
              <a:solidFill>
                <a:srgbClr val="000000"/>
              </a:solidFill>
              <a:latin typeface="Verdana" pitchFamily="34" charset="0"/>
            </a:endParaRPr>
          </a:p>
        </p:txBody>
      </p:sp>
      <p:sp>
        <p:nvSpPr>
          <p:cNvPr id="40" name="Rectangle 39"/>
          <p:cNvSpPr>
            <a:spLocks noChangeArrowheads="1"/>
          </p:cNvSpPr>
          <p:nvPr/>
        </p:nvSpPr>
        <p:spPr bwMode="auto">
          <a:xfrm>
            <a:off x="11015662" y="5137074"/>
            <a:ext cx="290513" cy="260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none">
            <a:spAutoFit/>
          </a:bodyPr>
          <a:lstStyle/>
          <a:p>
            <a:pPr algn="ctr" eaLnBrk="0" fontAlgn="base" hangingPunct="0">
              <a:spcBef>
                <a:spcPct val="0"/>
              </a:spcBef>
              <a:spcAft>
                <a:spcPct val="0"/>
              </a:spcAft>
            </a:pPr>
            <a:r>
              <a:rPr lang="es-ES_tradnl" sz="1100" b="1">
                <a:solidFill>
                  <a:srgbClr val="000000"/>
                </a:solidFill>
                <a:latin typeface="Verdana" pitchFamily="34" charset="0"/>
              </a:rPr>
              <a:t>B</a:t>
            </a:r>
            <a:endParaRPr lang="es-ES" sz="1100">
              <a:solidFill>
                <a:srgbClr val="000000"/>
              </a:solidFill>
              <a:latin typeface="Verdana" pitchFamily="34" charset="0"/>
            </a:endParaRPr>
          </a:p>
        </p:txBody>
      </p:sp>
      <p:sp>
        <p:nvSpPr>
          <p:cNvPr id="41" name="Rectangle 40"/>
          <p:cNvSpPr>
            <a:spLocks noChangeArrowheads="1"/>
          </p:cNvSpPr>
          <p:nvPr/>
        </p:nvSpPr>
        <p:spPr bwMode="auto">
          <a:xfrm>
            <a:off x="7458075" y="5137074"/>
            <a:ext cx="290512" cy="260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none">
            <a:spAutoFit/>
          </a:bodyPr>
          <a:lstStyle/>
          <a:p>
            <a:pPr algn="ctr" eaLnBrk="0" fontAlgn="base" hangingPunct="0">
              <a:spcBef>
                <a:spcPct val="0"/>
              </a:spcBef>
              <a:spcAft>
                <a:spcPct val="0"/>
              </a:spcAft>
            </a:pPr>
            <a:r>
              <a:rPr lang="es-ES_tradnl" sz="1100" b="1">
                <a:solidFill>
                  <a:srgbClr val="000000"/>
                </a:solidFill>
                <a:latin typeface="Verdana" pitchFamily="34" charset="0"/>
              </a:rPr>
              <a:t>B</a:t>
            </a:r>
            <a:endParaRPr lang="es-ES" sz="1100">
              <a:solidFill>
                <a:srgbClr val="000000"/>
              </a:solidFill>
              <a:latin typeface="Verdana" pitchFamily="34" charset="0"/>
            </a:endParaRPr>
          </a:p>
        </p:txBody>
      </p:sp>
      <p:sp>
        <p:nvSpPr>
          <p:cNvPr id="42" name="AutoShape 49"/>
          <p:cNvSpPr>
            <a:spLocks noChangeArrowheads="1"/>
          </p:cNvSpPr>
          <p:nvPr/>
        </p:nvSpPr>
        <p:spPr bwMode="auto">
          <a:xfrm>
            <a:off x="6719887" y="5184699"/>
            <a:ext cx="288925" cy="287337"/>
          </a:xfrm>
          <a:prstGeom prst="rightArrow">
            <a:avLst>
              <a:gd name="adj1" fmla="val 50000"/>
              <a:gd name="adj2" fmla="val 25138"/>
            </a:avLst>
          </a:prstGeom>
          <a:solidFill>
            <a:srgbClr val="34E0F2"/>
          </a:solidFill>
          <a:ln w="12700">
            <a:solidFill>
              <a:srgbClr val="000000"/>
            </a:solidFill>
            <a:miter lim="800000"/>
            <a:headEnd/>
            <a:tailEnd/>
          </a:ln>
        </p:spPr>
        <p:txBody>
          <a:bodyPr wrap="none" anchor="ctr"/>
          <a:lstStyle/>
          <a:p>
            <a:pPr algn="ctr" eaLnBrk="0" fontAlgn="base" hangingPunct="0">
              <a:spcBef>
                <a:spcPct val="0"/>
              </a:spcBef>
              <a:spcAft>
                <a:spcPct val="0"/>
              </a:spcAft>
            </a:pPr>
            <a:endParaRPr lang="es-PE" sz="1100" b="1">
              <a:solidFill>
                <a:srgbClr val="767676"/>
              </a:solidFill>
              <a:latin typeface="Verdana" pitchFamily="34" charset="0"/>
            </a:endParaRPr>
          </a:p>
        </p:txBody>
      </p:sp>
      <p:sp>
        <p:nvSpPr>
          <p:cNvPr id="60" name="Título 1">
            <a:extLst>
              <a:ext uri="{FF2B5EF4-FFF2-40B4-BE49-F238E27FC236}">
                <a16:creationId xmlns:a16="http://schemas.microsoft.com/office/drawing/2014/main" id="{F29162BF-E09A-7FEA-081D-C32487199F4E}"/>
              </a:ext>
            </a:extLst>
          </p:cNvPr>
          <p:cNvSpPr>
            <a:spLocks noGrp="1"/>
          </p:cNvSpPr>
          <p:nvPr>
            <p:ph type="title"/>
          </p:nvPr>
        </p:nvSpPr>
        <p:spPr>
          <a:xfrm>
            <a:off x="292288" y="377263"/>
            <a:ext cx="9083723" cy="1325563"/>
          </a:xfrm>
        </p:spPr>
        <p:txBody>
          <a:bodyPr>
            <a:normAutofit/>
          </a:bodyPr>
          <a:lstStyle/>
          <a:p>
            <a:r>
              <a:rPr lang="es-ES" sz="4000" b="1" dirty="0"/>
              <a:t>03. ACTIVIDADES, SECUENCIAMIENTO, DURACIÓN Y HOLGURAS</a:t>
            </a:r>
            <a:endParaRPr lang="en-US" sz="4000" b="1" dirty="0"/>
          </a:p>
        </p:txBody>
      </p:sp>
      <p:pic>
        <p:nvPicPr>
          <p:cNvPr id="2" name="Imagen 1">
            <a:extLst>
              <a:ext uri="{FF2B5EF4-FFF2-40B4-BE49-F238E27FC236}">
                <a16:creationId xmlns:a16="http://schemas.microsoft.com/office/drawing/2014/main" id="{E5C2EE7E-C5BA-D57D-CEAC-FA7D3EDBB8B9}"/>
              </a:ext>
            </a:extLst>
          </p:cNvPr>
          <p:cNvPicPr>
            <a:picLocks noChangeAspect="1"/>
          </p:cNvPicPr>
          <p:nvPr/>
        </p:nvPicPr>
        <p:blipFill>
          <a:blip r:embed="rId2"/>
          <a:stretch>
            <a:fillRect/>
          </a:stretch>
        </p:blipFill>
        <p:spPr>
          <a:xfrm>
            <a:off x="9897686" y="5907116"/>
            <a:ext cx="2033588" cy="731810"/>
          </a:xfrm>
          <a:prstGeom prst="rect">
            <a:avLst/>
          </a:prstGeom>
        </p:spPr>
      </p:pic>
    </p:spTree>
    <p:extLst>
      <p:ext uri="{BB962C8B-B14F-4D97-AF65-F5344CB8AC3E}">
        <p14:creationId xmlns:p14="http://schemas.microsoft.com/office/powerpoint/2010/main" val="3802114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p:cNvSpPr>
            <a:spLocks noChangeArrowheads="1"/>
          </p:cNvSpPr>
          <p:nvPr/>
        </p:nvSpPr>
        <p:spPr bwMode="auto">
          <a:xfrm>
            <a:off x="361238" y="1702826"/>
            <a:ext cx="2881313" cy="308629"/>
          </a:xfrm>
          <a:prstGeom prst="rect">
            <a:avLst/>
          </a:prstGeom>
          <a:solidFill>
            <a:srgbClr val="FF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lstStyle/>
          <a:p>
            <a:pPr marL="342900" indent="-342900" fontAlgn="base">
              <a:lnSpc>
                <a:spcPct val="80000"/>
              </a:lnSpc>
              <a:spcBef>
                <a:spcPct val="20000"/>
              </a:spcBef>
              <a:spcAft>
                <a:spcPct val="0"/>
              </a:spcAft>
              <a:buClr>
                <a:srgbClr val="336666"/>
              </a:buClr>
              <a:buSzPct val="70000"/>
              <a:buFont typeface="Wingdings" pitchFamily="2" charset="2"/>
              <a:buNone/>
              <a:defRPr/>
            </a:pPr>
            <a:r>
              <a:rPr lang="es-MX" sz="1600" b="1" kern="0" dirty="0">
                <a:solidFill>
                  <a:srgbClr val="000099"/>
                </a:solidFill>
                <a:latin typeface="Arial" pitchFamily="34" charset="0"/>
                <a:cs typeface="Arial" pitchFamily="34" charset="0"/>
              </a:rPr>
              <a:t>Estimación análoga</a:t>
            </a:r>
          </a:p>
        </p:txBody>
      </p:sp>
      <p:sp>
        <p:nvSpPr>
          <p:cNvPr id="4" name="AutoShape 9"/>
          <p:cNvSpPr>
            <a:spLocks noChangeArrowheads="1"/>
          </p:cNvSpPr>
          <p:nvPr/>
        </p:nvSpPr>
        <p:spPr bwMode="auto">
          <a:xfrm>
            <a:off x="361238" y="2105287"/>
            <a:ext cx="11261477" cy="1481895"/>
          </a:xfrm>
          <a:prstGeom prst="roundRect">
            <a:avLst>
              <a:gd name="adj" fmla="val 6866"/>
            </a:avLst>
          </a:prstGeom>
          <a:solidFill>
            <a:srgbClr val="F2F2F2"/>
          </a:solidFill>
          <a:ln w="12700" algn="ctr">
            <a:solidFill>
              <a:srgbClr val="000000"/>
            </a:solidFill>
            <a:round/>
            <a:headEnd/>
            <a:tailEnd/>
          </a:ln>
        </p:spPr>
        <p:txBody>
          <a:bodyPr/>
          <a:lstStyle/>
          <a:p>
            <a:pPr defTabSz="190500" fontAlgn="base">
              <a:lnSpc>
                <a:spcPct val="150000"/>
              </a:lnSpc>
              <a:spcBef>
                <a:spcPct val="0"/>
              </a:spcBef>
              <a:spcAft>
                <a:spcPct val="0"/>
              </a:spcAft>
            </a:pPr>
            <a:r>
              <a:rPr lang="es-PE" sz="1400" b="1" dirty="0">
                <a:solidFill>
                  <a:srgbClr val="000000"/>
                </a:solidFill>
                <a:latin typeface="Arial" pitchFamily="34" charset="0"/>
                <a:cs typeface="Arial" pitchFamily="34" charset="0"/>
              </a:rPr>
              <a:t>Es una técnica para estimar la duración o el costo de una actividad o de un proyecto mediante la utilización de datos históricos de una actividad o proyecto similar</a:t>
            </a:r>
            <a:r>
              <a:rPr lang="es-PE" sz="1400" dirty="0">
                <a:solidFill>
                  <a:srgbClr val="000000"/>
                </a:solidFill>
                <a:latin typeface="Arial" pitchFamily="34" charset="0"/>
                <a:cs typeface="Arial" pitchFamily="34" charset="0"/>
              </a:rPr>
              <a:t>. Es menos costosa y  requiere menos tiempo que otras técnicas, pero también es menos exacta. También se le conoce como estimación </a:t>
            </a:r>
            <a:r>
              <a:rPr lang="es-PE" sz="1400" b="1" dirty="0">
                <a:solidFill>
                  <a:srgbClr val="2E2B21"/>
                </a:solidFill>
                <a:latin typeface="Arial" pitchFamily="34" charset="0"/>
                <a:cs typeface="Arial" pitchFamily="34" charset="0"/>
              </a:rPr>
              <a:t>Top-</a:t>
            </a:r>
            <a:r>
              <a:rPr lang="es-PE" sz="1400" b="1" dirty="0" err="1">
                <a:solidFill>
                  <a:srgbClr val="2E2B21"/>
                </a:solidFill>
                <a:latin typeface="Arial" pitchFamily="34" charset="0"/>
                <a:cs typeface="Arial" pitchFamily="34" charset="0"/>
              </a:rPr>
              <a:t>down</a:t>
            </a:r>
            <a:r>
              <a:rPr lang="es-PE" sz="1400" b="1" dirty="0">
                <a:solidFill>
                  <a:srgbClr val="2E2B21"/>
                </a:solidFill>
                <a:latin typeface="Arial" pitchFamily="34" charset="0"/>
                <a:cs typeface="Arial" pitchFamily="34" charset="0"/>
              </a:rPr>
              <a:t>.</a:t>
            </a:r>
            <a:endParaRPr lang="es-ES" sz="1400" b="1" dirty="0">
              <a:solidFill>
                <a:srgbClr val="2E2B21"/>
              </a:solidFill>
              <a:latin typeface="Arial" pitchFamily="34" charset="0"/>
              <a:cs typeface="Arial" pitchFamily="34" charset="0"/>
            </a:endParaRPr>
          </a:p>
        </p:txBody>
      </p:sp>
      <p:grpSp>
        <p:nvGrpSpPr>
          <p:cNvPr id="5" name="Group 17"/>
          <p:cNvGrpSpPr>
            <a:grpSpLocks/>
          </p:cNvGrpSpPr>
          <p:nvPr/>
        </p:nvGrpSpPr>
        <p:grpSpPr bwMode="auto">
          <a:xfrm>
            <a:off x="8950926" y="2968156"/>
            <a:ext cx="2616200" cy="1071563"/>
            <a:chOff x="2962" y="768"/>
            <a:chExt cx="1694" cy="720"/>
          </a:xfrm>
        </p:grpSpPr>
        <p:sp>
          <p:nvSpPr>
            <p:cNvPr id="6" name="AutoShape 18"/>
            <p:cNvSpPr>
              <a:spLocks noChangeArrowheads="1"/>
            </p:cNvSpPr>
            <p:nvPr/>
          </p:nvSpPr>
          <p:spPr bwMode="auto">
            <a:xfrm>
              <a:off x="2962" y="768"/>
              <a:ext cx="638" cy="720"/>
            </a:xfrm>
            <a:prstGeom prst="verticalScroll">
              <a:avLst>
                <a:gd name="adj" fmla="val 8241"/>
              </a:avLst>
            </a:prstGeom>
            <a:solidFill>
              <a:srgbClr val="E5F5FF"/>
            </a:solidFill>
            <a:ln w="12700">
              <a:solidFill>
                <a:srgbClr val="000000"/>
              </a:solidFill>
              <a:round/>
              <a:headEnd/>
              <a:tailEnd/>
            </a:ln>
          </p:spPr>
          <p:txBody>
            <a:bodyPr wrap="none" anchor="ctr"/>
            <a:lstStyle/>
            <a:p>
              <a:pPr algn="ctr" fontAlgn="base">
                <a:lnSpc>
                  <a:spcPct val="60000"/>
                </a:lnSpc>
                <a:spcBef>
                  <a:spcPct val="5000"/>
                </a:spcBef>
                <a:spcAft>
                  <a:spcPct val="40000"/>
                </a:spcAft>
                <a:buClr>
                  <a:srgbClr val="0033CC"/>
                </a:buClr>
                <a:buFont typeface="Wingdings" pitchFamily="2" charset="2"/>
                <a:buNone/>
                <a:defRPr/>
              </a:pPr>
              <a:r>
                <a:rPr kumimoji="1" lang="es-ES_tradnl" sz="1100" b="1" i="1" kern="0" dirty="0">
                  <a:solidFill>
                    <a:srgbClr val="010000"/>
                  </a:solidFill>
                  <a:latin typeface="Book Antiqua" pitchFamily="18" charset="0"/>
                  <a:cs typeface="Arial" pitchFamily="34" charset="0"/>
                </a:rPr>
                <a:t>Actividad </a:t>
              </a:r>
            </a:p>
            <a:p>
              <a:pPr algn="ctr" fontAlgn="base">
                <a:lnSpc>
                  <a:spcPct val="60000"/>
                </a:lnSpc>
                <a:spcBef>
                  <a:spcPct val="5000"/>
                </a:spcBef>
                <a:spcAft>
                  <a:spcPct val="40000"/>
                </a:spcAft>
                <a:buClr>
                  <a:srgbClr val="0033CC"/>
                </a:buClr>
                <a:buFont typeface="Wingdings" pitchFamily="2" charset="2"/>
                <a:buNone/>
                <a:defRPr/>
              </a:pPr>
              <a:r>
                <a:rPr kumimoji="1" lang="es-ES_tradnl" sz="1100" b="1" i="1" kern="0" dirty="0">
                  <a:solidFill>
                    <a:srgbClr val="010000"/>
                  </a:solidFill>
                  <a:latin typeface="Book Antiqua" pitchFamily="18" charset="0"/>
                  <a:cs typeface="Arial" pitchFamily="34" charset="0"/>
                </a:rPr>
                <a:t>A</a:t>
              </a:r>
            </a:p>
            <a:p>
              <a:pPr algn="ctr" fontAlgn="base">
                <a:lnSpc>
                  <a:spcPct val="60000"/>
                </a:lnSpc>
                <a:spcBef>
                  <a:spcPct val="5000"/>
                </a:spcBef>
                <a:spcAft>
                  <a:spcPct val="40000"/>
                </a:spcAft>
                <a:buClr>
                  <a:srgbClr val="0033CC"/>
                </a:buClr>
                <a:buFont typeface="Wingdings" pitchFamily="2" charset="2"/>
                <a:buNone/>
                <a:defRPr/>
              </a:pPr>
              <a:r>
                <a:rPr kumimoji="1" lang="es-ES_tradnl" sz="1100" b="1" i="1" kern="0" dirty="0">
                  <a:solidFill>
                    <a:srgbClr val="010000"/>
                  </a:solidFill>
                  <a:latin typeface="Book Antiqua" pitchFamily="18" charset="0"/>
                  <a:cs typeface="Arial" pitchFamily="34" charset="0"/>
                </a:rPr>
                <a:t>(pasado)</a:t>
              </a:r>
              <a:endParaRPr kumimoji="1" lang="es-ES" sz="1100" b="1" i="1" kern="0" dirty="0">
                <a:solidFill>
                  <a:srgbClr val="010000"/>
                </a:solidFill>
                <a:latin typeface="Book Antiqua" pitchFamily="18" charset="0"/>
                <a:cs typeface="Arial" pitchFamily="34" charset="0"/>
              </a:endParaRPr>
            </a:p>
          </p:txBody>
        </p:sp>
        <p:sp>
          <p:nvSpPr>
            <p:cNvPr id="7" name="AutoShape 19"/>
            <p:cNvSpPr>
              <a:spLocks noChangeArrowheads="1"/>
            </p:cNvSpPr>
            <p:nvPr/>
          </p:nvSpPr>
          <p:spPr bwMode="auto">
            <a:xfrm>
              <a:off x="4032" y="768"/>
              <a:ext cx="624" cy="720"/>
            </a:xfrm>
            <a:prstGeom prst="verticalScroll">
              <a:avLst>
                <a:gd name="adj" fmla="val 10417"/>
              </a:avLst>
            </a:prstGeom>
            <a:solidFill>
              <a:srgbClr val="E5F5FF"/>
            </a:solidFill>
            <a:ln w="12700">
              <a:solidFill>
                <a:srgbClr val="000000"/>
              </a:solidFill>
              <a:round/>
              <a:headEnd/>
              <a:tailEnd/>
            </a:ln>
          </p:spPr>
          <p:txBody>
            <a:bodyPr wrap="none" anchor="ctr"/>
            <a:lstStyle/>
            <a:p>
              <a:pPr algn="ctr" fontAlgn="base">
                <a:lnSpc>
                  <a:spcPct val="60000"/>
                </a:lnSpc>
                <a:spcBef>
                  <a:spcPct val="5000"/>
                </a:spcBef>
                <a:spcAft>
                  <a:spcPct val="40000"/>
                </a:spcAft>
                <a:buClr>
                  <a:srgbClr val="0033CC"/>
                </a:buClr>
                <a:buFont typeface="Wingdings" pitchFamily="2" charset="2"/>
                <a:buNone/>
                <a:defRPr/>
              </a:pPr>
              <a:r>
                <a:rPr kumimoji="1" lang="es-ES_tradnl" sz="1100" b="1" i="1" kern="0" dirty="0">
                  <a:solidFill>
                    <a:srgbClr val="010000"/>
                  </a:solidFill>
                  <a:latin typeface="Book Antiqua" pitchFamily="18" charset="0"/>
                  <a:cs typeface="Arial" pitchFamily="34" charset="0"/>
                </a:rPr>
                <a:t>Actividad </a:t>
              </a:r>
            </a:p>
            <a:p>
              <a:pPr algn="ctr" fontAlgn="base">
                <a:lnSpc>
                  <a:spcPct val="60000"/>
                </a:lnSpc>
                <a:spcBef>
                  <a:spcPct val="5000"/>
                </a:spcBef>
                <a:spcAft>
                  <a:spcPct val="40000"/>
                </a:spcAft>
                <a:buClr>
                  <a:srgbClr val="0033CC"/>
                </a:buClr>
                <a:buFont typeface="Wingdings" pitchFamily="2" charset="2"/>
                <a:buNone/>
                <a:defRPr/>
              </a:pPr>
              <a:r>
                <a:rPr kumimoji="1" lang="es-ES_tradnl" sz="1100" b="1" i="1" kern="0" dirty="0">
                  <a:solidFill>
                    <a:srgbClr val="010000"/>
                  </a:solidFill>
                  <a:latin typeface="Book Antiqua" pitchFamily="18" charset="0"/>
                  <a:cs typeface="Arial" pitchFamily="34" charset="0"/>
                </a:rPr>
                <a:t>B</a:t>
              </a:r>
            </a:p>
            <a:p>
              <a:pPr algn="ctr" fontAlgn="base">
                <a:lnSpc>
                  <a:spcPct val="60000"/>
                </a:lnSpc>
                <a:spcBef>
                  <a:spcPct val="5000"/>
                </a:spcBef>
                <a:spcAft>
                  <a:spcPct val="40000"/>
                </a:spcAft>
                <a:buClr>
                  <a:srgbClr val="0033CC"/>
                </a:buClr>
                <a:buFont typeface="Wingdings" pitchFamily="2" charset="2"/>
                <a:buNone/>
                <a:defRPr/>
              </a:pPr>
              <a:r>
                <a:rPr kumimoji="1" lang="es-ES_tradnl" sz="1100" b="1" i="1" kern="0" dirty="0">
                  <a:solidFill>
                    <a:srgbClr val="010000"/>
                  </a:solidFill>
                  <a:latin typeface="Book Antiqua" pitchFamily="18" charset="0"/>
                  <a:cs typeface="Arial" pitchFamily="34" charset="0"/>
                </a:rPr>
                <a:t>(hoy)</a:t>
              </a:r>
              <a:endParaRPr kumimoji="1" lang="es-ES" sz="1100" b="1" i="1" kern="0" dirty="0">
                <a:solidFill>
                  <a:srgbClr val="010000"/>
                </a:solidFill>
                <a:latin typeface="Book Antiqua" pitchFamily="18" charset="0"/>
                <a:cs typeface="Arial" pitchFamily="34" charset="0"/>
              </a:endParaRPr>
            </a:p>
          </p:txBody>
        </p:sp>
        <p:sp>
          <p:nvSpPr>
            <p:cNvPr id="8" name="AutoShape 20"/>
            <p:cNvSpPr>
              <a:spLocks noChangeArrowheads="1"/>
            </p:cNvSpPr>
            <p:nvPr/>
          </p:nvSpPr>
          <p:spPr bwMode="auto">
            <a:xfrm>
              <a:off x="3600" y="951"/>
              <a:ext cx="378" cy="297"/>
            </a:xfrm>
            <a:prstGeom prst="leftRightArrow">
              <a:avLst>
                <a:gd name="adj1" fmla="val 50000"/>
                <a:gd name="adj2" fmla="val 25455"/>
              </a:avLst>
            </a:prstGeom>
            <a:solidFill>
              <a:srgbClr val="FFFF99"/>
            </a:solidFill>
            <a:ln w="3175">
              <a:solidFill>
                <a:srgbClr val="000000"/>
              </a:solidFill>
              <a:miter lim="800000"/>
              <a:headEnd/>
              <a:tailEnd/>
            </a:ln>
          </p:spPr>
          <p:txBody>
            <a:bodyPr wrap="none" anchor="ctr"/>
            <a:lstStyle/>
            <a:p>
              <a:pPr algn="ctr" fontAlgn="base">
                <a:spcBef>
                  <a:spcPct val="0"/>
                </a:spcBef>
                <a:spcAft>
                  <a:spcPct val="0"/>
                </a:spcAft>
                <a:defRPr/>
              </a:pPr>
              <a:endParaRPr lang="es-PE" sz="1100" b="1" kern="0">
                <a:solidFill>
                  <a:srgbClr val="000000"/>
                </a:solidFill>
                <a:latin typeface="Arial" pitchFamily="34" charset="0"/>
                <a:cs typeface="Arial" pitchFamily="34" charset="0"/>
              </a:endParaRPr>
            </a:p>
          </p:txBody>
        </p:sp>
      </p:grpSp>
      <p:sp>
        <p:nvSpPr>
          <p:cNvPr id="9" name="Rectangle 10"/>
          <p:cNvSpPr>
            <a:spLocks noChangeArrowheads="1"/>
          </p:cNvSpPr>
          <p:nvPr/>
        </p:nvSpPr>
        <p:spPr bwMode="auto">
          <a:xfrm>
            <a:off x="361238" y="4017841"/>
            <a:ext cx="3581400" cy="3473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fontAlgn="base">
              <a:lnSpc>
                <a:spcPct val="70000"/>
              </a:lnSpc>
              <a:spcBef>
                <a:spcPct val="20000"/>
              </a:spcBef>
              <a:spcAft>
                <a:spcPct val="0"/>
              </a:spcAft>
              <a:buClr>
                <a:srgbClr val="336666"/>
              </a:buClr>
              <a:buSzPct val="70000"/>
              <a:buFont typeface="Wingdings" pitchFamily="2" charset="2"/>
              <a:buNone/>
            </a:pPr>
            <a:r>
              <a:rPr lang="es-MX" sz="1600" b="1" dirty="0">
                <a:solidFill>
                  <a:srgbClr val="000099"/>
                </a:solidFill>
                <a:latin typeface="Arial" pitchFamily="34" charset="0"/>
                <a:cs typeface="Arial" pitchFamily="34" charset="0"/>
              </a:rPr>
              <a:t>Estimación paramétrica</a:t>
            </a:r>
          </a:p>
        </p:txBody>
      </p:sp>
      <p:sp>
        <p:nvSpPr>
          <p:cNvPr id="10" name="AutoShape 11"/>
          <p:cNvSpPr>
            <a:spLocks noChangeArrowheads="1"/>
          </p:cNvSpPr>
          <p:nvPr/>
        </p:nvSpPr>
        <p:spPr bwMode="auto">
          <a:xfrm>
            <a:off x="401719" y="4382602"/>
            <a:ext cx="11180514" cy="1378434"/>
          </a:xfrm>
          <a:prstGeom prst="roundRect">
            <a:avLst>
              <a:gd name="adj" fmla="val 7815"/>
            </a:avLst>
          </a:prstGeom>
          <a:solidFill>
            <a:srgbClr val="F2F2F2"/>
          </a:solidFill>
          <a:ln w="12700" algn="ctr">
            <a:solidFill>
              <a:srgbClr val="000000"/>
            </a:solidFill>
            <a:round/>
            <a:headEnd/>
            <a:tailEnd/>
          </a:ln>
        </p:spPr>
        <p:txBody>
          <a:bodyPr/>
          <a:lstStyle/>
          <a:p>
            <a:pPr defTabSz="190500" fontAlgn="base">
              <a:lnSpc>
                <a:spcPct val="140000"/>
              </a:lnSpc>
              <a:spcBef>
                <a:spcPct val="0"/>
              </a:spcBef>
              <a:spcAft>
                <a:spcPct val="0"/>
              </a:spcAft>
            </a:pPr>
            <a:r>
              <a:rPr lang="es-PE" sz="1400" dirty="0">
                <a:solidFill>
                  <a:srgbClr val="000000"/>
                </a:solidFill>
                <a:latin typeface="Arial" pitchFamily="34" charset="0"/>
                <a:cs typeface="Arial" pitchFamily="34" charset="0"/>
              </a:rPr>
              <a:t>Es una técnica en la que se utiliza un algoritmo para calcular el costo o la duración sobre la base de los datos históricos y los parámetros del proyecto. </a:t>
            </a:r>
            <a:r>
              <a:rPr lang="es-PE" sz="1400" b="1" dirty="0">
                <a:solidFill>
                  <a:srgbClr val="000000"/>
                </a:solidFill>
                <a:latin typeface="Arial" pitchFamily="34" charset="0"/>
                <a:cs typeface="Arial" pitchFamily="34" charset="0"/>
              </a:rPr>
              <a:t>Es la técnica más exacta</a:t>
            </a:r>
            <a:r>
              <a:rPr lang="es-PE" sz="1400" dirty="0">
                <a:solidFill>
                  <a:srgbClr val="000000"/>
                </a:solidFill>
                <a:latin typeface="Arial" pitchFamily="34" charset="0"/>
                <a:cs typeface="Arial" pitchFamily="34" charset="0"/>
              </a:rPr>
              <a:t>. </a:t>
            </a:r>
            <a:r>
              <a:rPr lang="es-ES" sz="1400" dirty="0">
                <a:solidFill>
                  <a:srgbClr val="000000"/>
                </a:solidFill>
                <a:latin typeface="Arial" pitchFamily="34" charset="0"/>
                <a:cs typeface="Arial" pitchFamily="34" charset="0"/>
              </a:rPr>
              <a:t>Por ejemplo, los ratios de productividad podrían calcularse para:</a:t>
            </a:r>
          </a:p>
          <a:p>
            <a:pPr defTabSz="190500" fontAlgn="base">
              <a:lnSpc>
                <a:spcPct val="140000"/>
              </a:lnSpc>
              <a:spcBef>
                <a:spcPct val="0"/>
              </a:spcBef>
              <a:spcAft>
                <a:spcPct val="0"/>
              </a:spcAft>
            </a:pPr>
            <a:r>
              <a:rPr lang="es-ES" sz="1400" dirty="0">
                <a:solidFill>
                  <a:srgbClr val="000000"/>
                </a:solidFill>
                <a:latin typeface="Arial" pitchFamily="34" charset="0"/>
                <a:cs typeface="Arial" pitchFamily="34" charset="0"/>
              </a:rPr>
              <a:t>						proyecto de diseño = (cantidad de dibujos) x (# horas de trabajo por dibujo);</a:t>
            </a:r>
          </a:p>
          <a:p>
            <a:pPr defTabSz="190500" fontAlgn="base">
              <a:lnSpc>
                <a:spcPct val="140000"/>
              </a:lnSpc>
              <a:spcBef>
                <a:spcPct val="0"/>
              </a:spcBef>
              <a:spcAft>
                <a:spcPct val="0"/>
              </a:spcAft>
            </a:pPr>
            <a:r>
              <a:rPr lang="es-ES" sz="1400" dirty="0">
                <a:solidFill>
                  <a:srgbClr val="000000"/>
                </a:solidFill>
                <a:latin typeface="Arial" pitchFamily="34" charset="0"/>
                <a:cs typeface="Arial" pitchFamily="34" charset="0"/>
              </a:rPr>
              <a:t>						instalación de cable = (metros de cable) x (# horas de trabajo por metro)</a:t>
            </a:r>
          </a:p>
        </p:txBody>
      </p:sp>
      <p:sp>
        <p:nvSpPr>
          <p:cNvPr id="11" name="WordArt 21"/>
          <p:cNvSpPr>
            <a:spLocks noChangeArrowheads="1" noChangeShapeType="1" noTextEdit="1"/>
          </p:cNvSpPr>
          <p:nvPr/>
        </p:nvSpPr>
        <p:spPr bwMode="auto">
          <a:xfrm>
            <a:off x="9443587" y="5367429"/>
            <a:ext cx="1754358" cy="393607"/>
          </a:xfrm>
          <a:prstGeom prst="rect">
            <a:avLst/>
          </a:prstGeom>
          <a:extLst>
            <a:ext uri="{91240B29-F687-4F45-9708-019B960494DF}">
              <a14:hiddenLine xmlns:a14="http://schemas.microsoft.com/office/drawing/2010/main" w="9525">
                <a:solidFill>
                  <a:srgbClr val="000000"/>
                </a:solidFill>
                <a:round/>
                <a:headEnd/>
                <a:tailEnd/>
              </a14:hiddenLine>
            </a:ext>
          </a:extLst>
        </p:spPr>
        <p:txBody>
          <a:bodyPr wrap="none" fromWordArt="1">
            <a:prstTxWarp prst="textPlain">
              <a:avLst>
                <a:gd name="adj" fmla="val 50000"/>
              </a:avLst>
            </a:prstTxWarp>
          </a:bodyPr>
          <a:lstStyle/>
          <a:p>
            <a:pPr fontAlgn="base">
              <a:spcBef>
                <a:spcPct val="0"/>
              </a:spcBef>
              <a:spcAft>
                <a:spcPct val="0"/>
              </a:spcAft>
            </a:pPr>
            <a:r>
              <a:rPr lang="en-US" sz="3600" b="1" kern="10" dirty="0">
                <a:solidFill>
                  <a:srgbClr val="336699"/>
                </a:solidFill>
                <a:effectLst>
                  <a:outerShdw dist="45791" dir="2021404" algn="ctr" rotWithShape="0">
                    <a:srgbClr val="B2B2B2">
                      <a:alpha val="79999"/>
                    </a:srgbClr>
                  </a:outerShdw>
                </a:effectLst>
                <a:latin typeface="Times New Roman"/>
                <a:cs typeface="Times New Roman"/>
              </a:rPr>
              <a:t>x= 5y -1 </a:t>
            </a:r>
          </a:p>
        </p:txBody>
      </p:sp>
      <p:sp>
        <p:nvSpPr>
          <p:cNvPr id="14" name="Título 1">
            <a:extLst>
              <a:ext uri="{FF2B5EF4-FFF2-40B4-BE49-F238E27FC236}">
                <a16:creationId xmlns:a16="http://schemas.microsoft.com/office/drawing/2014/main" id="{F023B65C-F55B-F26C-37E6-2DD59CA387A5}"/>
              </a:ext>
            </a:extLst>
          </p:cNvPr>
          <p:cNvSpPr>
            <a:spLocks noGrp="1"/>
          </p:cNvSpPr>
          <p:nvPr>
            <p:ph type="title"/>
          </p:nvPr>
        </p:nvSpPr>
        <p:spPr>
          <a:xfrm>
            <a:off x="292288" y="377263"/>
            <a:ext cx="9083723" cy="1325563"/>
          </a:xfrm>
        </p:spPr>
        <p:txBody>
          <a:bodyPr>
            <a:normAutofit/>
          </a:bodyPr>
          <a:lstStyle/>
          <a:p>
            <a:r>
              <a:rPr lang="es-ES" sz="4000" b="1" dirty="0"/>
              <a:t>03. ACTIVIDADES, SECUENCIAMIENTO, DURACIÓN Y HOLGURAS</a:t>
            </a:r>
            <a:endParaRPr lang="en-US" sz="4000" b="1" dirty="0"/>
          </a:p>
        </p:txBody>
      </p:sp>
      <p:pic>
        <p:nvPicPr>
          <p:cNvPr id="2" name="Imagen 1">
            <a:extLst>
              <a:ext uri="{FF2B5EF4-FFF2-40B4-BE49-F238E27FC236}">
                <a16:creationId xmlns:a16="http://schemas.microsoft.com/office/drawing/2014/main" id="{D33A7843-FD84-536A-EE26-3C128DA78300}"/>
              </a:ext>
            </a:extLst>
          </p:cNvPr>
          <p:cNvPicPr>
            <a:picLocks noChangeAspect="1"/>
          </p:cNvPicPr>
          <p:nvPr/>
        </p:nvPicPr>
        <p:blipFill>
          <a:blip r:embed="rId2"/>
          <a:stretch>
            <a:fillRect/>
          </a:stretch>
        </p:blipFill>
        <p:spPr>
          <a:xfrm>
            <a:off x="9897686" y="5907116"/>
            <a:ext cx="2033588" cy="731810"/>
          </a:xfrm>
          <a:prstGeom prst="rect">
            <a:avLst/>
          </a:prstGeom>
        </p:spPr>
      </p:pic>
    </p:spTree>
    <p:extLst>
      <p:ext uri="{BB962C8B-B14F-4D97-AF65-F5344CB8AC3E}">
        <p14:creationId xmlns:p14="http://schemas.microsoft.com/office/powerpoint/2010/main" val="19562731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31"/>
          <p:cNvSpPr>
            <a:spLocks noChangeArrowheads="1"/>
          </p:cNvSpPr>
          <p:nvPr/>
        </p:nvSpPr>
        <p:spPr bwMode="auto">
          <a:xfrm>
            <a:off x="437305" y="2461600"/>
            <a:ext cx="5035397" cy="3903986"/>
          </a:xfrm>
          <a:prstGeom prst="roundRect">
            <a:avLst>
              <a:gd name="adj" fmla="val 3431"/>
            </a:avLst>
          </a:prstGeom>
          <a:solidFill>
            <a:srgbClr val="F2F2F2"/>
          </a:solidFill>
          <a:ln w="12700" algn="ctr">
            <a:solidFill>
              <a:srgbClr val="000000"/>
            </a:solidFill>
            <a:round/>
            <a:headEnd/>
            <a:tailEnd/>
          </a:ln>
        </p:spPr>
        <p:txBody>
          <a:bodyPr/>
          <a:lstStyle/>
          <a:p>
            <a:pPr defTabSz="190500" fontAlgn="base">
              <a:lnSpc>
                <a:spcPct val="120000"/>
              </a:lnSpc>
              <a:spcBef>
                <a:spcPct val="0"/>
              </a:spcBef>
              <a:spcAft>
                <a:spcPct val="0"/>
              </a:spcAft>
            </a:pPr>
            <a:r>
              <a:rPr lang="es-ES" sz="1400" dirty="0">
                <a:solidFill>
                  <a:srgbClr val="000000"/>
                </a:solidFill>
                <a:latin typeface="Arial" pitchFamily="34" charset="0"/>
                <a:cs typeface="Arial" pitchFamily="34" charset="0"/>
              </a:rPr>
              <a:t>La técnica considera tres tipos de estimaciones para cada actividad:</a:t>
            </a:r>
          </a:p>
          <a:p>
            <a:pPr defTabSz="190500" fontAlgn="base">
              <a:lnSpc>
                <a:spcPct val="120000"/>
              </a:lnSpc>
              <a:spcBef>
                <a:spcPct val="0"/>
              </a:spcBef>
              <a:spcAft>
                <a:spcPct val="0"/>
              </a:spcAft>
            </a:pPr>
            <a:endParaRPr lang="es-ES" sz="1400" dirty="0">
              <a:solidFill>
                <a:srgbClr val="000000"/>
              </a:solidFill>
              <a:latin typeface="Arial" pitchFamily="34" charset="0"/>
              <a:cs typeface="Arial" pitchFamily="34" charset="0"/>
            </a:endParaRPr>
          </a:p>
          <a:p>
            <a:pPr defTabSz="190500" fontAlgn="base">
              <a:lnSpc>
                <a:spcPct val="120000"/>
              </a:lnSpc>
              <a:spcBef>
                <a:spcPct val="0"/>
              </a:spcBef>
              <a:spcAft>
                <a:spcPct val="0"/>
              </a:spcAft>
              <a:buFontTx/>
              <a:buChar char="•"/>
            </a:pPr>
            <a:r>
              <a:rPr lang="es-ES_tradnl" sz="1400" b="1" dirty="0">
                <a:solidFill>
                  <a:srgbClr val="000000"/>
                </a:solidFill>
                <a:latin typeface="Arial" pitchFamily="34" charset="0"/>
                <a:cs typeface="Arial" pitchFamily="34" charset="0"/>
              </a:rPr>
              <a:t> </a:t>
            </a:r>
            <a:r>
              <a:rPr lang="es-ES" sz="1400" b="1" dirty="0">
                <a:solidFill>
                  <a:srgbClr val="000000"/>
                </a:solidFill>
                <a:latin typeface="Arial" pitchFamily="34" charset="0"/>
                <a:cs typeface="Arial" pitchFamily="34" charset="0"/>
              </a:rPr>
              <a:t>Más</a:t>
            </a:r>
            <a:r>
              <a:rPr lang="es-ES" sz="1400" dirty="0">
                <a:solidFill>
                  <a:srgbClr val="000000"/>
                </a:solidFill>
                <a:latin typeface="Arial" pitchFamily="34" charset="0"/>
                <a:cs typeface="Arial" pitchFamily="34" charset="0"/>
              </a:rPr>
              <a:t> </a:t>
            </a:r>
            <a:r>
              <a:rPr lang="es-ES" sz="1400" b="1" dirty="0">
                <a:solidFill>
                  <a:srgbClr val="000000"/>
                </a:solidFill>
                <a:latin typeface="Arial" pitchFamily="34" charset="0"/>
                <a:cs typeface="Arial" pitchFamily="34" charset="0"/>
              </a:rPr>
              <a:t>probable</a:t>
            </a:r>
            <a:r>
              <a:rPr lang="es-ES" sz="1400" dirty="0">
                <a:solidFill>
                  <a:srgbClr val="000000"/>
                </a:solidFill>
                <a:latin typeface="Arial" pitchFamily="34" charset="0"/>
                <a:cs typeface="Arial" pitchFamily="34" charset="0"/>
              </a:rPr>
              <a:t>. Se toma en cuenta los recursos que probablemente serán asignados, su productividad, las expectativas realistas de disponibilidad para la actividad del cronograma, las dependencias de otros participantes y</a:t>
            </a:r>
            <a:r>
              <a:rPr lang="es-ES_tradnl" sz="1400" dirty="0">
                <a:solidFill>
                  <a:srgbClr val="000000"/>
                </a:solidFill>
                <a:latin typeface="Arial" pitchFamily="34" charset="0"/>
                <a:cs typeface="Arial" pitchFamily="34" charset="0"/>
              </a:rPr>
              <a:t> </a:t>
            </a:r>
            <a:r>
              <a:rPr lang="es-ES" sz="1400" dirty="0">
                <a:solidFill>
                  <a:srgbClr val="000000"/>
                </a:solidFill>
                <a:latin typeface="Arial" pitchFamily="34" charset="0"/>
                <a:cs typeface="Arial" pitchFamily="34" charset="0"/>
              </a:rPr>
              <a:t>las interrupciones.</a:t>
            </a:r>
          </a:p>
          <a:p>
            <a:pPr defTabSz="190500" fontAlgn="base">
              <a:lnSpc>
                <a:spcPct val="120000"/>
              </a:lnSpc>
              <a:spcBef>
                <a:spcPct val="0"/>
              </a:spcBef>
              <a:spcAft>
                <a:spcPct val="0"/>
              </a:spcAft>
              <a:buFontTx/>
              <a:buChar char="•"/>
            </a:pPr>
            <a:endParaRPr lang="es-ES_tradnl" sz="1400" dirty="0">
              <a:solidFill>
                <a:srgbClr val="000000"/>
              </a:solidFill>
              <a:latin typeface="Arial" pitchFamily="34" charset="0"/>
              <a:cs typeface="Arial" pitchFamily="34" charset="0"/>
            </a:endParaRPr>
          </a:p>
          <a:p>
            <a:pPr defTabSz="190500" fontAlgn="base">
              <a:lnSpc>
                <a:spcPct val="120000"/>
              </a:lnSpc>
              <a:spcBef>
                <a:spcPct val="0"/>
              </a:spcBef>
              <a:spcAft>
                <a:spcPct val="0"/>
              </a:spcAft>
              <a:buFontTx/>
              <a:buChar char="•"/>
            </a:pPr>
            <a:r>
              <a:rPr lang="es-ES_tradnl" sz="1400" b="1" dirty="0">
                <a:solidFill>
                  <a:srgbClr val="000000"/>
                </a:solidFill>
                <a:latin typeface="Arial" pitchFamily="34" charset="0"/>
                <a:cs typeface="Arial" pitchFamily="34" charset="0"/>
              </a:rPr>
              <a:t> </a:t>
            </a:r>
            <a:r>
              <a:rPr lang="es-ES" sz="1400" b="1" dirty="0">
                <a:solidFill>
                  <a:srgbClr val="000000"/>
                </a:solidFill>
                <a:latin typeface="Arial" pitchFamily="34" charset="0"/>
                <a:cs typeface="Arial" pitchFamily="34" charset="0"/>
              </a:rPr>
              <a:t>Optimista</a:t>
            </a:r>
            <a:r>
              <a:rPr lang="es-ES" sz="1400" dirty="0">
                <a:solidFill>
                  <a:srgbClr val="000000"/>
                </a:solidFill>
                <a:latin typeface="Arial" pitchFamily="34" charset="0"/>
                <a:cs typeface="Arial" pitchFamily="34" charset="0"/>
              </a:rPr>
              <a:t>. Toma el mejor escenario posible de lo que se describe en la estimación.</a:t>
            </a:r>
          </a:p>
          <a:p>
            <a:pPr defTabSz="190500" fontAlgn="base">
              <a:lnSpc>
                <a:spcPct val="120000"/>
              </a:lnSpc>
              <a:spcBef>
                <a:spcPct val="0"/>
              </a:spcBef>
              <a:spcAft>
                <a:spcPct val="0"/>
              </a:spcAft>
              <a:buFontTx/>
              <a:buChar char="•"/>
            </a:pPr>
            <a:endParaRPr lang="es-ES_tradnl" sz="1400" dirty="0">
              <a:solidFill>
                <a:srgbClr val="000000"/>
              </a:solidFill>
              <a:latin typeface="Arial" pitchFamily="34" charset="0"/>
              <a:cs typeface="Arial" pitchFamily="34" charset="0"/>
            </a:endParaRPr>
          </a:p>
          <a:p>
            <a:pPr defTabSz="190500" fontAlgn="base">
              <a:lnSpc>
                <a:spcPct val="120000"/>
              </a:lnSpc>
              <a:spcBef>
                <a:spcPct val="0"/>
              </a:spcBef>
              <a:spcAft>
                <a:spcPct val="0"/>
              </a:spcAft>
              <a:buFontTx/>
              <a:buChar char="•"/>
            </a:pPr>
            <a:r>
              <a:rPr lang="es-ES_tradnl" sz="1400" b="1" dirty="0">
                <a:solidFill>
                  <a:srgbClr val="000000"/>
                </a:solidFill>
                <a:latin typeface="Arial" pitchFamily="34" charset="0"/>
                <a:cs typeface="Arial" pitchFamily="34" charset="0"/>
              </a:rPr>
              <a:t> </a:t>
            </a:r>
            <a:r>
              <a:rPr lang="es-ES" sz="1400" b="1" dirty="0">
                <a:solidFill>
                  <a:srgbClr val="000000"/>
                </a:solidFill>
                <a:latin typeface="Arial" pitchFamily="34" charset="0"/>
                <a:cs typeface="Arial" pitchFamily="34" charset="0"/>
              </a:rPr>
              <a:t>Pesimista</a:t>
            </a:r>
            <a:r>
              <a:rPr lang="es-ES" sz="1400" dirty="0">
                <a:solidFill>
                  <a:srgbClr val="000000"/>
                </a:solidFill>
                <a:latin typeface="Arial" pitchFamily="34" charset="0"/>
                <a:cs typeface="Arial" pitchFamily="34" charset="0"/>
              </a:rPr>
              <a:t>. Toma el peor escenario posible de lo que se describe en la estimación.</a:t>
            </a:r>
          </a:p>
        </p:txBody>
      </p:sp>
      <p:sp>
        <p:nvSpPr>
          <p:cNvPr id="4" name="Rectangle 7"/>
          <p:cNvSpPr>
            <a:spLocks noChangeArrowheads="1"/>
          </p:cNvSpPr>
          <p:nvPr/>
        </p:nvSpPr>
        <p:spPr bwMode="auto">
          <a:xfrm>
            <a:off x="5619121" y="2754932"/>
            <a:ext cx="6158897" cy="382587"/>
          </a:xfrm>
          <a:prstGeom prst="rect">
            <a:avLst/>
          </a:prstGeom>
          <a:solidFill>
            <a:srgbClr val="FFFFCC"/>
          </a:solidFill>
          <a:ln>
            <a:solidFill>
              <a:schemeClr val="tx1"/>
            </a:solidFill>
          </a:ln>
        </p:spPr>
        <p:txBody>
          <a:bodyPr/>
          <a:lstStyle/>
          <a:p>
            <a:pPr marL="342900" indent="-342900" algn="ctr" fontAlgn="base">
              <a:lnSpc>
                <a:spcPct val="70000"/>
              </a:lnSpc>
              <a:spcBef>
                <a:spcPct val="20000"/>
              </a:spcBef>
              <a:spcAft>
                <a:spcPct val="0"/>
              </a:spcAft>
              <a:buClr>
                <a:srgbClr val="336666"/>
              </a:buClr>
              <a:buSzPct val="70000"/>
              <a:buFont typeface="Wingdings" pitchFamily="2" charset="2"/>
              <a:buNone/>
              <a:defRPr/>
            </a:pPr>
            <a:r>
              <a:rPr lang="es-ES_tradnl" sz="1600" b="1" kern="0" dirty="0">
                <a:solidFill>
                  <a:srgbClr val="000099"/>
                </a:solidFill>
                <a:latin typeface="Arial" pitchFamily="34" charset="0"/>
                <a:cs typeface="Arial" pitchFamily="34" charset="0"/>
              </a:rPr>
              <a:t>Fórmulas PERT de duración de actividades                    (Distribución Beta) </a:t>
            </a:r>
          </a:p>
          <a:p>
            <a:pPr marL="342900" indent="-342900" fontAlgn="base">
              <a:lnSpc>
                <a:spcPct val="70000"/>
              </a:lnSpc>
              <a:spcBef>
                <a:spcPct val="20000"/>
              </a:spcBef>
              <a:spcAft>
                <a:spcPct val="0"/>
              </a:spcAft>
              <a:buClr>
                <a:srgbClr val="336666"/>
              </a:buClr>
              <a:buSzPct val="70000"/>
              <a:buFont typeface="Wingdings" pitchFamily="2" charset="2"/>
              <a:buNone/>
              <a:defRPr/>
            </a:pPr>
            <a:endParaRPr lang="es-ES_tradnl" sz="700" b="1" kern="0" dirty="0">
              <a:solidFill>
                <a:srgbClr val="000099"/>
              </a:solidFill>
              <a:latin typeface="Arial" pitchFamily="34" charset="0"/>
              <a:cs typeface="Arial" pitchFamily="34" charset="0"/>
            </a:endParaRPr>
          </a:p>
          <a:p>
            <a:pPr marL="342900" indent="-342900" fontAlgn="base">
              <a:lnSpc>
                <a:spcPct val="70000"/>
              </a:lnSpc>
              <a:spcBef>
                <a:spcPct val="20000"/>
              </a:spcBef>
              <a:spcAft>
                <a:spcPct val="0"/>
              </a:spcAft>
              <a:buClr>
                <a:srgbClr val="336666"/>
              </a:buClr>
              <a:buSzPct val="70000"/>
              <a:buFont typeface="Wingdings" pitchFamily="2" charset="2"/>
              <a:buNone/>
              <a:defRPr/>
            </a:pPr>
            <a:r>
              <a:rPr lang="es-ES_tradnl" sz="1300" kern="0" dirty="0">
                <a:solidFill>
                  <a:srgbClr val="000000"/>
                </a:solidFill>
                <a:latin typeface="Arial" pitchFamily="34" charset="0"/>
                <a:cs typeface="Arial" pitchFamily="34" charset="0"/>
              </a:rPr>
              <a:t>Aplicados únicamente a actividades</a:t>
            </a:r>
            <a:endParaRPr lang="es-ES" sz="1300" kern="0" dirty="0">
              <a:solidFill>
                <a:srgbClr val="000000"/>
              </a:solidFill>
              <a:latin typeface="Arial" pitchFamily="34" charset="0"/>
              <a:cs typeface="Arial" pitchFamily="34" charset="0"/>
            </a:endParaRPr>
          </a:p>
        </p:txBody>
      </p:sp>
      <p:grpSp>
        <p:nvGrpSpPr>
          <p:cNvPr id="5" name="Group 8"/>
          <p:cNvGrpSpPr>
            <a:grpSpLocks/>
          </p:cNvGrpSpPr>
          <p:nvPr/>
        </p:nvGrpSpPr>
        <p:grpSpPr bwMode="auto">
          <a:xfrm>
            <a:off x="6916027" y="3665344"/>
            <a:ext cx="1584325" cy="617538"/>
            <a:chOff x="824" y="1681"/>
            <a:chExt cx="998" cy="389"/>
          </a:xfrm>
        </p:grpSpPr>
        <p:sp>
          <p:nvSpPr>
            <p:cNvPr id="6" name="Text Box 9"/>
            <p:cNvSpPr txBox="1">
              <a:spLocks noChangeArrowheads="1"/>
            </p:cNvSpPr>
            <p:nvPr/>
          </p:nvSpPr>
          <p:spPr bwMode="auto">
            <a:xfrm>
              <a:off x="824" y="1681"/>
              <a:ext cx="998"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a:spAutoFit/>
            </a:bodyPr>
            <a:lstStyle>
              <a:lvl1pPr eaLnBrk="0" hangingPunct="0">
                <a:defRPr sz="2500" b="1">
                  <a:solidFill>
                    <a:schemeClr val="tx2"/>
                  </a:solidFill>
                  <a:latin typeface="Arial" pitchFamily="34" charset="0"/>
                </a:defRPr>
              </a:lvl1pPr>
              <a:lvl2pPr marL="742950" indent="-285750" eaLnBrk="0" hangingPunct="0">
                <a:defRPr sz="2500" b="1">
                  <a:solidFill>
                    <a:schemeClr val="tx2"/>
                  </a:solidFill>
                  <a:latin typeface="Arial" pitchFamily="34" charset="0"/>
                </a:defRPr>
              </a:lvl2pPr>
              <a:lvl3pPr marL="1143000" indent="-228600" eaLnBrk="0" hangingPunct="0">
                <a:defRPr sz="2500" b="1">
                  <a:solidFill>
                    <a:schemeClr val="tx2"/>
                  </a:solidFill>
                  <a:latin typeface="Arial" pitchFamily="34" charset="0"/>
                </a:defRPr>
              </a:lvl3pPr>
              <a:lvl4pPr marL="1600200" indent="-228600" eaLnBrk="0" hangingPunct="0">
                <a:defRPr sz="2500" b="1">
                  <a:solidFill>
                    <a:schemeClr val="tx2"/>
                  </a:solidFill>
                  <a:latin typeface="Arial" pitchFamily="34" charset="0"/>
                </a:defRPr>
              </a:lvl4pPr>
              <a:lvl5pPr marL="2057400" indent="-228600" eaLnBrk="0" hangingPunct="0">
                <a:defRPr sz="2500" b="1">
                  <a:solidFill>
                    <a:schemeClr val="tx2"/>
                  </a:solidFill>
                  <a:latin typeface="Arial" pitchFamily="34" charset="0"/>
                </a:defRPr>
              </a:lvl5pPr>
              <a:lvl6pPr marL="2514600" indent="-228600" eaLnBrk="0" fontAlgn="base" hangingPunct="0">
                <a:spcBef>
                  <a:spcPct val="0"/>
                </a:spcBef>
                <a:spcAft>
                  <a:spcPct val="0"/>
                </a:spcAft>
                <a:defRPr sz="2500" b="1">
                  <a:solidFill>
                    <a:schemeClr val="tx2"/>
                  </a:solidFill>
                  <a:latin typeface="Arial" pitchFamily="34" charset="0"/>
                </a:defRPr>
              </a:lvl6pPr>
              <a:lvl7pPr marL="2971800" indent="-228600" eaLnBrk="0" fontAlgn="base" hangingPunct="0">
                <a:spcBef>
                  <a:spcPct val="0"/>
                </a:spcBef>
                <a:spcAft>
                  <a:spcPct val="0"/>
                </a:spcAft>
                <a:defRPr sz="2500" b="1">
                  <a:solidFill>
                    <a:schemeClr val="tx2"/>
                  </a:solidFill>
                  <a:latin typeface="Arial" pitchFamily="34" charset="0"/>
                </a:defRPr>
              </a:lvl7pPr>
              <a:lvl8pPr marL="3429000" indent="-228600" eaLnBrk="0" fontAlgn="base" hangingPunct="0">
                <a:spcBef>
                  <a:spcPct val="0"/>
                </a:spcBef>
                <a:spcAft>
                  <a:spcPct val="0"/>
                </a:spcAft>
                <a:defRPr sz="2500" b="1">
                  <a:solidFill>
                    <a:schemeClr val="tx2"/>
                  </a:solidFill>
                  <a:latin typeface="Arial" pitchFamily="34" charset="0"/>
                </a:defRPr>
              </a:lvl8pPr>
              <a:lvl9pPr marL="3886200" indent="-228600" eaLnBrk="0" fontAlgn="base" hangingPunct="0">
                <a:spcBef>
                  <a:spcPct val="0"/>
                </a:spcBef>
                <a:spcAft>
                  <a:spcPct val="0"/>
                </a:spcAft>
                <a:defRPr sz="2500" b="1">
                  <a:solidFill>
                    <a:schemeClr val="tx2"/>
                  </a:solidFill>
                  <a:latin typeface="Arial" pitchFamily="34" charset="0"/>
                </a:defRPr>
              </a:lvl9pPr>
            </a:lstStyle>
            <a:p>
              <a:pPr algn="ctr" fontAlgn="base">
                <a:spcBef>
                  <a:spcPct val="50000"/>
                </a:spcBef>
                <a:spcAft>
                  <a:spcPct val="0"/>
                </a:spcAft>
              </a:pPr>
              <a:r>
                <a:rPr lang="es-ES" sz="1500" dirty="0">
                  <a:solidFill>
                    <a:srgbClr val="000000"/>
                  </a:solidFill>
                  <a:latin typeface="Verdana" pitchFamily="34" charset="0"/>
                  <a:cs typeface="Arial" pitchFamily="34" charset="0"/>
                </a:rPr>
                <a:t>(P + 4M +O)</a:t>
              </a:r>
              <a:endParaRPr lang="es-PE" sz="1500" dirty="0">
                <a:solidFill>
                  <a:srgbClr val="000000"/>
                </a:solidFill>
                <a:latin typeface="Verdana" pitchFamily="34" charset="0"/>
                <a:cs typeface="Arial" pitchFamily="34" charset="0"/>
              </a:endParaRPr>
            </a:p>
          </p:txBody>
        </p:sp>
        <p:sp>
          <p:nvSpPr>
            <p:cNvPr id="7" name="Line 10"/>
            <p:cNvSpPr>
              <a:spLocks noChangeShapeType="1"/>
            </p:cNvSpPr>
            <p:nvPr/>
          </p:nvSpPr>
          <p:spPr bwMode="auto">
            <a:xfrm>
              <a:off x="929" y="1889"/>
              <a:ext cx="817" cy="0"/>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fontAlgn="base">
                <a:spcBef>
                  <a:spcPct val="0"/>
                </a:spcBef>
                <a:spcAft>
                  <a:spcPct val="0"/>
                </a:spcAft>
              </a:pPr>
              <a:endParaRPr lang="en-US" sz="2500" b="1">
                <a:solidFill>
                  <a:srgbClr val="000000"/>
                </a:solidFill>
                <a:latin typeface="Arial" pitchFamily="34" charset="0"/>
                <a:cs typeface="Arial" pitchFamily="34" charset="0"/>
              </a:endParaRPr>
            </a:p>
          </p:txBody>
        </p:sp>
        <p:sp>
          <p:nvSpPr>
            <p:cNvPr id="8" name="Text Box 11"/>
            <p:cNvSpPr txBox="1">
              <a:spLocks noChangeArrowheads="1"/>
            </p:cNvSpPr>
            <p:nvPr/>
          </p:nvSpPr>
          <p:spPr bwMode="auto">
            <a:xfrm>
              <a:off x="1020" y="1868"/>
              <a:ext cx="589"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a:spAutoFit/>
            </a:bodyPr>
            <a:lstStyle>
              <a:lvl1pPr eaLnBrk="0" hangingPunct="0">
                <a:defRPr sz="2500" b="1">
                  <a:solidFill>
                    <a:schemeClr val="tx2"/>
                  </a:solidFill>
                  <a:latin typeface="Arial" pitchFamily="34" charset="0"/>
                </a:defRPr>
              </a:lvl1pPr>
              <a:lvl2pPr marL="742950" indent="-285750" eaLnBrk="0" hangingPunct="0">
                <a:defRPr sz="2500" b="1">
                  <a:solidFill>
                    <a:schemeClr val="tx2"/>
                  </a:solidFill>
                  <a:latin typeface="Arial" pitchFamily="34" charset="0"/>
                </a:defRPr>
              </a:lvl2pPr>
              <a:lvl3pPr marL="1143000" indent="-228600" eaLnBrk="0" hangingPunct="0">
                <a:defRPr sz="2500" b="1">
                  <a:solidFill>
                    <a:schemeClr val="tx2"/>
                  </a:solidFill>
                  <a:latin typeface="Arial" pitchFamily="34" charset="0"/>
                </a:defRPr>
              </a:lvl3pPr>
              <a:lvl4pPr marL="1600200" indent="-228600" eaLnBrk="0" hangingPunct="0">
                <a:defRPr sz="2500" b="1">
                  <a:solidFill>
                    <a:schemeClr val="tx2"/>
                  </a:solidFill>
                  <a:latin typeface="Arial" pitchFamily="34" charset="0"/>
                </a:defRPr>
              </a:lvl4pPr>
              <a:lvl5pPr marL="2057400" indent="-228600" eaLnBrk="0" hangingPunct="0">
                <a:defRPr sz="2500" b="1">
                  <a:solidFill>
                    <a:schemeClr val="tx2"/>
                  </a:solidFill>
                  <a:latin typeface="Arial" pitchFamily="34" charset="0"/>
                </a:defRPr>
              </a:lvl5pPr>
              <a:lvl6pPr marL="2514600" indent="-228600" eaLnBrk="0" fontAlgn="base" hangingPunct="0">
                <a:spcBef>
                  <a:spcPct val="0"/>
                </a:spcBef>
                <a:spcAft>
                  <a:spcPct val="0"/>
                </a:spcAft>
                <a:defRPr sz="2500" b="1">
                  <a:solidFill>
                    <a:schemeClr val="tx2"/>
                  </a:solidFill>
                  <a:latin typeface="Arial" pitchFamily="34" charset="0"/>
                </a:defRPr>
              </a:lvl6pPr>
              <a:lvl7pPr marL="2971800" indent="-228600" eaLnBrk="0" fontAlgn="base" hangingPunct="0">
                <a:spcBef>
                  <a:spcPct val="0"/>
                </a:spcBef>
                <a:spcAft>
                  <a:spcPct val="0"/>
                </a:spcAft>
                <a:defRPr sz="2500" b="1">
                  <a:solidFill>
                    <a:schemeClr val="tx2"/>
                  </a:solidFill>
                  <a:latin typeface="Arial" pitchFamily="34" charset="0"/>
                </a:defRPr>
              </a:lvl7pPr>
              <a:lvl8pPr marL="3429000" indent="-228600" eaLnBrk="0" fontAlgn="base" hangingPunct="0">
                <a:spcBef>
                  <a:spcPct val="0"/>
                </a:spcBef>
                <a:spcAft>
                  <a:spcPct val="0"/>
                </a:spcAft>
                <a:defRPr sz="2500" b="1">
                  <a:solidFill>
                    <a:schemeClr val="tx2"/>
                  </a:solidFill>
                  <a:latin typeface="Arial" pitchFamily="34" charset="0"/>
                </a:defRPr>
              </a:lvl8pPr>
              <a:lvl9pPr marL="3886200" indent="-228600" eaLnBrk="0" fontAlgn="base" hangingPunct="0">
                <a:spcBef>
                  <a:spcPct val="0"/>
                </a:spcBef>
                <a:spcAft>
                  <a:spcPct val="0"/>
                </a:spcAft>
                <a:defRPr sz="2500" b="1">
                  <a:solidFill>
                    <a:schemeClr val="tx2"/>
                  </a:solidFill>
                  <a:latin typeface="Arial" pitchFamily="34" charset="0"/>
                </a:defRPr>
              </a:lvl9pPr>
            </a:lstStyle>
            <a:p>
              <a:pPr algn="ctr" fontAlgn="base">
                <a:spcBef>
                  <a:spcPct val="50000"/>
                </a:spcBef>
                <a:spcAft>
                  <a:spcPct val="0"/>
                </a:spcAft>
              </a:pPr>
              <a:r>
                <a:rPr lang="es-ES" sz="1500">
                  <a:solidFill>
                    <a:srgbClr val="000000"/>
                  </a:solidFill>
                  <a:latin typeface="Verdana" pitchFamily="34" charset="0"/>
                  <a:cs typeface="Arial" pitchFamily="34" charset="0"/>
                </a:rPr>
                <a:t>6</a:t>
              </a:r>
              <a:endParaRPr lang="es-PE" sz="1500">
                <a:solidFill>
                  <a:srgbClr val="000000"/>
                </a:solidFill>
                <a:latin typeface="Verdana" pitchFamily="34" charset="0"/>
                <a:cs typeface="Arial" pitchFamily="34" charset="0"/>
              </a:endParaRPr>
            </a:p>
          </p:txBody>
        </p:sp>
      </p:grpSp>
      <p:grpSp>
        <p:nvGrpSpPr>
          <p:cNvPr id="9" name="Group 12"/>
          <p:cNvGrpSpPr>
            <a:grpSpLocks/>
          </p:cNvGrpSpPr>
          <p:nvPr/>
        </p:nvGrpSpPr>
        <p:grpSpPr bwMode="auto">
          <a:xfrm>
            <a:off x="9475077" y="3684811"/>
            <a:ext cx="1584325" cy="647700"/>
            <a:chOff x="2290" y="1662"/>
            <a:chExt cx="998" cy="408"/>
          </a:xfrm>
        </p:grpSpPr>
        <p:sp>
          <p:nvSpPr>
            <p:cNvPr id="10" name="Text Box 13"/>
            <p:cNvSpPr txBox="1">
              <a:spLocks noChangeArrowheads="1"/>
            </p:cNvSpPr>
            <p:nvPr/>
          </p:nvSpPr>
          <p:spPr bwMode="auto">
            <a:xfrm>
              <a:off x="2290" y="1662"/>
              <a:ext cx="998"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a:spAutoFit/>
            </a:bodyPr>
            <a:lstStyle>
              <a:lvl1pPr eaLnBrk="0" hangingPunct="0">
                <a:defRPr sz="2500" b="1">
                  <a:solidFill>
                    <a:schemeClr val="tx2"/>
                  </a:solidFill>
                  <a:latin typeface="Arial" pitchFamily="34" charset="0"/>
                </a:defRPr>
              </a:lvl1pPr>
              <a:lvl2pPr marL="742950" indent="-285750" eaLnBrk="0" hangingPunct="0">
                <a:defRPr sz="2500" b="1">
                  <a:solidFill>
                    <a:schemeClr val="tx2"/>
                  </a:solidFill>
                  <a:latin typeface="Arial" pitchFamily="34" charset="0"/>
                </a:defRPr>
              </a:lvl2pPr>
              <a:lvl3pPr marL="1143000" indent="-228600" eaLnBrk="0" hangingPunct="0">
                <a:defRPr sz="2500" b="1">
                  <a:solidFill>
                    <a:schemeClr val="tx2"/>
                  </a:solidFill>
                  <a:latin typeface="Arial" pitchFamily="34" charset="0"/>
                </a:defRPr>
              </a:lvl3pPr>
              <a:lvl4pPr marL="1600200" indent="-228600" eaLnBrk="0" hangingPunct="0">
                <a:defRPr sz="2500" b="1">
                  <a:solidFill>
                    <a:schemeClr val="tx2"/>
                  </a:solidFill>
                  <a:latin typeface="Arial" pitchFamily="34" charset="0"/>
                </a:defRPr>
              </a:lvl4pPr>
              <a:lvl5pPr marL="2057400" indent="-228600" eaLnBrk="0" hangingPunct="0">
                <a:defRPr sz="2500" b="1">
                  <a:solidFill>
                    <a:schemeClr val="tx2"/>
                  </a:solidFill>
                  <a:latin typeface="Arial" pitchFamily="34" charset="0"/>
                </a:defRPr>
              </a:lvl5pPr>
              <a:lvl6pPr marL="2514600" indent="-228600" eaLnBrk="0" fontAlgn="base" hangingPunct="0">
                <a:spcBef>
                  <a:spcPct val="0"/>
                </a:spcBef>
                <a:spcAft>
                  <a:spcPct val="0"/>
                </a:spcAft>
                <a:defRPr sz="2500" b="1">
                  <a:solidFill>
                    <a:schemeClr val="tx2"/>
                  </a:solidFill>
                  <a:latin typeface="Arial" pitchFamily="34" charset="0"/>
                </a:defRPr>
              </a:lvl6pPr>
              <a:lvl7pPr marL="2971800" indent="-228600" eaLnBrk="0" fontAlgn="base" hangingPunct="0">
                <a:spcBef>
                  <a:spcPct val="0"/>
                </a:spcBef>
                <a:spcAft>
                  <a:spcPct val="0"/>
                </a:spcAft>
                <a:defRPr sz="2500" b="1">
                  <a:solidFill>
                    <a:schemeClr val="tx2"/>
                  </a:solidFill>
                  <a:latin typeface="Arial" pitchFamily="34" charset="0"/>
                </a:defRPr>
              </a:lvl7pPr>
              <a:lvl8pPr marL="3429000" indent="-228600" eaLnBrk="0" fontAlgn="base" hangingPunct="0">
                <a:spcBef>
                  <a:spcPct val="0"/>
                </a:spcBef>
                <a:spcAft>
                  <a:spcPct val="0"/>
                </a:spcAft>
                <a:defRPr sz="2500" b="1">
                  <a:solidFill>
                    <a:schemeClr val="tx2"/>
                  </a:solidFill>
                  <a:latin typeface="Arial" pitchFamily="34" charset="0"/>
                </a:defRPr>
              </a:lvl8pPr>
              <a:lvl9pPr marL="3886200" indent="-228600" eaLnBrk="0" fontAlgn="base" hangingPunct="0">
                <a:spcBef>
                  <a:spcPct val="0"/>
                </a:spcBef>
                <a:spcAft>
                  <a:spcPct val="0"/>
                </a:spcAft>
                <a:defRPr sz="2500" b="1">
                  <a:solidFill>
                    <a:schemeClr val="tx2"/>
                  </a:solidFill>
                  <a:latin typeface="Arial" pitchFamily="34" charset="0"/>
                </a:defRPr>
              </a:lvl9pPr>
            </a:lstStyle>
            <a:p>
              <a:pPr algn="ctr" fontAlgn="base">
                <a:spcBef>
                  <a:spcPct val="50000"/>
                </a:spcBef>
                <a:spcAft>
                  <a:spcPct val="0"/>
                </a:spcAft>
              </a:pPr>
              <a:r>
                <a:rPr lang="es-ES" sz="1500">
                  <a:solidFill>
                    <a:srgbClr val="000000"/>
                  </a:solidFill>
                  <a:latin typeface="Verdana" pitchFamily="34" charset="0"/>
                  <a:cs typeface="Arial" pitchFamily="34" charset="0"/>
                </a:rPr>
                <a:t>(P -O)</a:t>
              </a:r>
              <a:endParaRPr lang="es-PE" sz="1500">
                <a:solidFill>
                  <a:srgbClr val="000000"/>
                </a:solidFill>
                <a:latin typeface="Verdana" pitchFamily="34" charset="0"/>
                <a:cs typeface="Arial" pitchFamily="34" charset="0"/>
              </a:endParaRPr>
            </a:p>
          </p:txBody>
        </p:sp>
        <p:sp>
          <p:nvSpPr>
            <p:cNvPr id="11" name="Line 14"/>
            <p:cNvSpPr>
              <a:spLocks noChangeShapeType="1"/>
            </p:cNvSpPr>
            <p:nvPr/>
          </p:nvSpPr>
          <p:spPr bwMode="auto">
            <a:xfrm>
              <a:off x="2516" y="1889"/>
              <a:ext cx="545" cy="0"/>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fontAlgn="base">
                <a:spcBef>
                  <a:spcPct val="0"/>
                </a:spcBef>
                <a:spcAft>
                  <a:spcPct val="0"/>
                </a:spcAft>
              </a:pPr>
              <a:endParaRPr lang="en-US" sz="2500" b="1">
                <a:solidFill>
                  <a:srgbClr val="000000"/>
                </a:solidFill>
                <a:latin typeface="Arial" pitchFamily="34" charset="0"/>
                <a:cs typeface="Arial" pitchFamily="34" charset="0"/>
              </a:endParaRPr>
            </a:p>
          </p:txBody>
        </p:sp>
        <p:sp>
          <p:nvSpPr>
            <p:cNvPr id="12" name="Text Box 15"/>
            <p:cNvSpPr txBox="1">
              <a:spLocks noChangeArrowheads="1"/>
            </p:cNvSpPr>
            <p:nvPr/>
          </p:nvSpPr>
          <p:spPr bwMode="auto">
            <a:xfrm>
              <a:off x="2471" y="1868"/>
              <a:ext cx="589"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a:spAutoFit/>
            </a:bodyPr>
            <a:lstStyle>
              <a:lvl1pPr eaLnBrk="0" hangingPunct="0">
                <a:defRPr sz="2500" b="1">
                  <a:solidFill>
                    <a:schemeClr val="tx2"/>
                  </a:solidFill>
                  <a:latin typeface="Arial" pitchFamily="34" charset="0"/>
                </a:defRPr>
              </a:lvl1pPr>
              <a:lvl2pPr marL="742950" indent="-285750" eaLnBrk="0" hangingPunct="0">
                <a:defRPr sz="2500" b="1">
                  <a:solidFill>
                    <a:schemeClr val="tx2"/>
                  </a:solidFill>
                  <a:latin typeface="Arial" pitchFamily="34" charset="0"/>
                </a:defRPr>
              </a:lvl2pPr>
              <a:lvl3pPr marL="1143000" indent="-228600" eaLnBrk="0" hangingPunct="0">
                <a:defRPr sz="2500" b="1">
                  <a:solidFill>
                    <a:schemeClr val="tx2"/>
                  </a:solidFill>
                  <a:latin typeface="Arial" pitchFamily="34" charset="0"/>
                </a:defRPr>
              </a:lvl3pPr>
              <a:lvl4pPr marL="1600200" indent="-228600" eaLnBrk="0" hangingPunct="0">
                <a:defRPr sz="2500" b="1">
                  <a:solidFill>
                    <a:schemeClr val="tx2"/>
                  </a:solidFill>
                  <a:latin typeface="Arial" pitchFamily="34" charset="0"/>
                </a:defRPr>
              </a:lvl4pPr>
              <a:lvl5pPr marL="2057400" indent="-228600" eaLnBrk="0" hangingPunct="0">
                <a:defRPr sz="2500" b="1">
                  <a:solidFill>
                    <a:schemeClr val="tx2"/>
                  </a:solidFill>
                  <a:latin typeface="Arial" pitchFamily="34" charset="0"/>
                </a:defRPr>
              </a:lvl5pPr>
              <a:lvl6pPr marL="2514600" indent="-228600" eaLnBrk="0" fontAlgn="base" hangingPunct="0">
                <a:spcBef>
                  <a:spcPct val="0"/>
                </a:spcBef>
                <a:spcAft>
                  <a:spcPct val="0"/>
                </a:spcAft>
                <a:defRPr sz="2500" b="1">
                  <a:solidFill>
                    <a:schemeClr val="tx2"/>
                  </a:solidFill>
                  <a:latin typeface="Arial" pitchFamily="34" charset="0"/>
                </a:defRPr>
              </a:lvl6pPr>
              <a:lvl7pPr marL="2971800" indent="-228600" eaLnBrk="0" fontAlgn="base" hangingPunct="0">
                <a:spcBef>
                  <a:spcPct val="0"/>
                </a:spcBef>
                <a:spcAft>
                  <a:spcPct val="0"/>
                </a:spcAft>
                <a:defRPr sz="2500" b="1">
                  <a:solidFill>
                    <a:schemeClr val="tx2"/>
                  </a:solidFill>
                  <a:latin typeface="Arial" pitchFamily="34" charset="0"/>
                </a:defRPr>
              </a:lvl7pPr>
              <a:lvl8pPr marL="3429000" indent="-228600" eaLnBrk="0" fontAlgn="base" hangingPunct="0">
                <a:spcBef>
                  <a:spcPct val="0"/>
                </a:spcBef>
                <a:spcAft>
                  <a:spcPct val="0"/>
                </a:spcAft>
                <a:defRPr sz="2500" b="1">
                  <a:solidFill>
                    <a:schemeClr val="tx2"/>
                  </a:solidFill>
                  <a:latin typeface="Arial" pitchFamily="34" charset="0"/>
                </a:defRPr>
              </a:lvl8pPr>
              <a:lvl9pPr marL="3886200" indent="-228600" eaLnBrk="0" fontAlgn="base" hangingPunct="0">
                <a:spcBef>
                  <a:spcPct val="0"/>
                </a:spcBef>
                <a:spcAft>
                  <a:spcPct val="0"/>
                </a:spcAft>
                <a:defRPr sz="2500" b="1">
                  <a:solidFill>
                    <a:schemeClr val="tx2"/>
                  </a:solidFill>
                  <a:latin typeface="Arial" pitchFamily="34" charset="0"/>
                </a:defRPr>
              </a:lvl9pPr>
            </a:lstStyle>
            <a:p>
              <a:pPr algn="ctr" fontAlgn="base">
                <a:spcBef>
                  <a:spcPct val="50000"/>
                </a:spcBef>
                <a:spcAft>
                  <a:spcPct val="0"/>
                </a:spcAft>
              </a:pPr>
              <a:r>
                <a:rPr lang="es-ES" sz="1500">
                  <a:solidFill>
                    <a:srgbClr val="000000"/>
                  </a:solidFill>
                  <a:latin typeface="Verdana" pitchFamily="34" charset="0"/>
                  <a:cs typeface="Arial" pitchFamily="34" charset="0"/>
                </a:rPr>
                <a:t>6</a:t>
              </a:r>
              <a:endParaRPr lang="es-PE" sz="1500">
                <a:solidFill>
                  <a:srgbClr val="000000"/>
                </a:solidFill>
                <a:latin typeface="Verdana" pitchFamily="34" charset="0"/>
                <a:cs typeface="Arial" pitchFamily="34" charset="0"/>
              </a:endParaRPr>
            </a:p>
          </p:txBody>
        </p:sp>
      </p:grpSp>
      <p:sp>
        <p:nvSpPr>
          <p:cNvPr id="13" name="Rectangle 23"/>
          <p:cNvSpPr>
            <a:spLocks noChangeArrowheads="1"/>
          </p:cNvSpPr>
          <p:nvPr/>
        </p:nvSpPr>
        <p:spPr bwMode="auto">
          <a:xfrm>
            <a:off x="9116302" y="4351561"/>
            <a:ext cx="2376487" cy="382588"/>
          </a:xfrm>
          <a:prstGeom prst="rect">
            <a:avLst/>
          </a:prstGeom>
          <a:solidFill>
            <a:srgbClr val="FF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lstStyle/>
          <a:p>
            <a:pPr marL="342900" indent="-342900" algn="ctr" fontAlgn="base">
              <a:lnSpc>
                <a:spcPct val="70000"/>
              </a:lnSpc>
              <a:spcBef>
                <a:spcPct val="20000"/>
              </a:spcBef>
              <a:spcAft>
                <a:spcPct val="0"/>
              </a:spcAft>
              <a:buClr>
                <a:srgbClr val="336666"/>
              </a:buClr>
              <a:buSzPct val="70000"/>
              <a:buFont typeface="Wingdings" pitchFamily="2" charset="2"/>
              <a:buNone/>
              <a:defRPr/>
            </a:pPr>
            <a:r>
              <a:rPr lang="es-ES_tradnl" sz="1400" b="1" kern="0">
                <a:solidFill>
                  <a:srgbClr val="000000"/>
                </a:solidFill>
                <a:latin typeface="Arial" pitchFamily="34" charset="0"/>
                <a:cs typeface="Arial" pitchFamily="34" charset="0"/>
              </a:rPr>
              <a:t>Desviación estándar</a:t>
            </a:r>
          </a:p>
          <a:p>
            <a:pPr marL="342900" indent="-342900" algn="ctr" fontAlgn="base">
              <a:lnSpc>
                <a:spcPct val="70000"/>
              </a:lnSpc>
              <a:spcBef>
                <a:spcPct val="20000"/>
              </a:spcBef>
              <a:spcAft>
                <a:spcPct val="0"/>
              </a:spcAft>
              <a:buClr>
                <a:srgbClr val="336666"/>
              </a:buClr>
              <a:buSzPct val="70000"/>
              <a:buFont typeface="Wingdings" pitchFamily="2" charset="2"/>
              <a:buNone/>
              <a:defRPr/>
            </a:pPr>
            <a:r>
              <a:rPr lang="es-ES_tradnl" sz="1400" b="1" kern="0">
                <a:solidFill>
                  <a:srgbClr val="000000"/>
                </a:solidFill>
                <a:latin typeface="Arial" pitchFamily="34" charset="0"/>
                <a:cs typeface="Arial" pitchFamily="34" charset="0"/>
              </a:rPr>
              <a:t>de una actividad</a:t>
            </a:r>
            <a:endParaRPr lang="es-ES" sz="1100" kern="0">
              <a:solidFill>
                <a:srgbClr val="000000"/>
              </a:solidFill>
              <a:latin typeface="Arial" pitchFamily="34" charset="0"/>
              <a:cs typeface="Arial" pitchFamily="34" charset="0"/>
            </a:endParaRPr>
          </a:p>
        </p:txBody>
      </p:sp>
      <p:sp>
        <p:nvSpPr>
          <p:cNvPr id="14" name="Rectangle 25"/>
          <p:cNvSpPr>
            <a:spLocks noChangeArrowheads="1"/>
          </p:cNvSpPr>
          <p:nvPr/>
        </p:nvSpPr>
        <p:spPr bwMode="auto">
          <a:xfrm>
            <a:off x="6429314" y="4367218"/>
            <a:ext cx="2376488" cy="382587"/>
          </a:xfrm>
          <a:prstGeom prst="rect">
            <a:avLst/>
          </a:prstGeom>
          <a:solidFill>
            <a:srgbClr val="FF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lstStyle/>
          <a:p>
            <a:pPr algn="ctr" fontAlgn="base">
              <a:lnSpc>
                <a:spcPct val="90000"/>
              </a:lnSpc>
              <a:spcBef>
                <a:spcPct val="20000"/>
              </a:spcBef>
              <a:spcAft>
                <a:spcPct val="0"/>
              </a:spcAft>
              <a:buClr>
                <a:srgbClr val="336666"/>
              </a:buClr>
              <a:buSzPct val="70000"/>
              <a:buFont typeface="Wingdings" pitchFamily="2" charset="2"/>
              <a:buNone/>
              <a:defRPr/>
            </a:pPr>
            <a:r>
              <a:rPr lang="es-ES_tradnl" sz="1400" b="1" kern="0" dirty="0">
                <a:solidFill>
                  <a:srgbClr val="000000"/>
                </a:solidFill>
                <a:latin typeface="Arial" pitchFamily="34" charset="0"/>
                <a:cs typeface="Arial" pitchFamily="34" charset="0"/>
              </a:rPr>
              <a:t>Estimación por tres valores</a:t>
            </a:r>
            <a:endParaRPr lang="es-ES" sz="1100" kern="0" dirty="0">
              <a:solidFill>
                <a:srgbClr val="000000"/>
              </a:solidFill>
              <a:latin typeface="Arial" pitchFamily="34" charset="0"/>
              <a:cs typeface="Arial" pitchFamily="34" charset="0"/>
            </a:endParaRPr>
          </a:p>
        </p:txBody>
      </p:sp>
      <p:sp>
        <p:nvSpPr>
          <p:cNvPr id="15" name="Rectangle 32"/>
          <p:cNvSpPr>
            <a:spLocks noChangeArrowheads="1"/>
          </p:cNvSpPr>
          <p:nvPr/>
        </p:nvSpPr>
        <p:spPr bwMode="auto">
          <a:xfrm>
            <a:off x="437305" y="1989857"/>
            <a:ext cx="2881313" cy="381000"/>
          </a:xfrm>
          <a:prstGeom prst="rect">
            <a:avLst/>
          </a:prstGeom>
          <a:solidFill>
            <a:srgbClr val="FFFFCC"/>
          </a:solidFill>
          <a:ln>
            <a:solidFill>
              <a:schemeClr val="tx1"/>
            </a:solidFill>
          </a:ln>
        </p:spPr>
        <p:txBody>
          <a:bodyPr/>
          <a:lstStyle/>
          <a:p>
            <a:pPr marL="342900" indent="-342900" fontAlgn="base">
              <a:lnSpc>
                <a:spcPct val="80000"/>
              </a:lnSpc>
              <a:spcBef>
                <a:spcPct val="20000"/>
              </a:spcBef>
              <a:spcAft>
                <a:spcPct val="0"/>
              </a:spcAft>
              <a:buClr>
                <a:srgbClr val="336666"/>
              </a:buClr>
              <a:buSzPct val="70000"/>
              <a:buFont typeface="Wingdings" pitchFamily="2" charset="2"/>
              <a:buNone/>
              <a:defRPr/>
            </a:pPr>
            <a:r>
              <a:rPr lang="es-MX" sz="1600" b="1" kern="0" dirty="0">
                <a:solidFill>
                  <a:srgbClr val="000099"/>
                </a:solidFill>
                <a:latin typeface="Arial" pitchFamily="34" charset="0"/>
                <a:cs typeface="Arial" pitchFamily="34" charset="0"/>
              </a:rPr>
              <a:t>Estimación por tres valores</a:t>
            </a:r>
          </a:p>
        </p:txBody>
      </p:sp>
      <p:pic>
        <p:nvPicPr>
          <p:cNvPr id="16" name="Imagen 15"/>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6600823" y="5100037"/>
            <a:ext cx="2797346" cy="1421686"/>
          </a:xfrm>
          <a:prstGeom prst="rect">
            <a:avLst/>
          </a:prstGeom>
        </p:spPr>
      </p:pic>
      <p:sp>
        <p:nvSpPr>
          <p:cNvPr id="19" name="Título 1">
            <a:extLst>
              <a:ext uri="{FF2B5EF4-FFF2-40B4-BE49-F238E27FC236}">
                <a16:creationId xmlns:a16="http://schemas.microsoft.com/office/drawing/2014/main" id="{0CD3E5A9-A2A3-F336-9DC6-F2300A30597E}"/>
              </a:ext>
            </a:extLst>
          </p:cNvPr>
          <p:cNvSpPr>
            <a:spLocks noGrp="1"/>
          </p:cNvSpPr>
          <p:nvPr>
            <p:ph type="title"/>
          </p:nvPr>
        </p:nvSpPr>
        <p:spPr>
          <a:xfrm>
            <a:off x="292288" y="377263"/>
            <a:ext cx="9083723" cy="1325563"/>
          </a:xfrm>
        </p:spPr>
        <p:txBody>
          <a:bodyPr>
            <a:normAutofit/>
          </a:bodyPr>
          <a:lstStyle/>
          <a:p>
            <a:r>
              <a:rPr lang="es-ES" sz="4000" b="1" dirty="0"/>
              <a:t>03. ACTIVIDADES, SECUENCIAMIENTO, DURACIÓN Y HOLGURAS</a:t>
            </a:r>
            <a:endParaRPr lang="en-US" sz="4000" b="1" dirty="0"/>
          </a:p>
        </p:txBody>
      </p:sp>
      <p:pic>
        <p:nvPicPr>
          <p:cNvPr id="2" name="Imagen 1">
            <a:extLst>
              <a:ext uri="{FF2B5EF4-FFF2-40B4-BE49-F238E27FC236}">
                <a16:creationId xmlns:a16="http://schemas.microsoft.com/office/drawing/2014/main" id="{4DA76499-249A-FE5B-CCB8-D973C8C4B52B}"/>
              </a:ext>
            </a:extLst>
          </p:cNvPr>
          <p:cNvPicPr>
            <a:picLocks noChangeAspect="1"/>
          </p:cNvPicPr>
          <p:nvPr/>
        </p:nvPicPr>
        <p:blipFill>
          <a:blip r:embed="rId3"/>
          <a:stretch>
            <a:fillRect/>
          </a:stretch>
        </p:blipFill>
        <p:spPr>
          <a:xfrm>
            <a:off x="9897686" y="5907116"/>
            <a:ext cx="2033588" cy="731810"/>
          </a:xfrm>
          <a:prstGeom prst="rect">
            <a:avLst/>
          </a:prstGeom>
        </p:spPr>
      </p:pic>
    </p:spTree>
    <p:extLst>
      <p:ext uri="{BB962C8B-B14F-4D97-AF65-F5344CB8AC3E}">
        <p14:creationId xmlns:p14="http://schemas.microsoft.com/office/powerpoint/2010/main" val="27730124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47"/>
          <p:cNvSpPr>
            <a:spLocks noChangeArrowheads="1"/>
          </p:cNvSpPr>
          <p:nvPr/>
        </p:nvSpPr>
        <p:spPr bwMode="auto">
          <a:xfrm>
            <a:off x="434422" y="1770997"/>
            <a:ext cx="2772801"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square">
            <a:spAutoFit/>
          </a:bodyPr>
          <a:lstStyle/>
          <a:p>
            <a:pPr eaLnBrk="0" fontAlgn="base" hangingPunct="0">
              <a:spcBef>
                <a:spcPct val="0"/>
              </a:spcBef>
              <a:spcAft>
                <a:spcPct val="0"/>
              </a:spcAft>
            </a:pPr>
            <a:r>
              <a:rPr lang="es-ES_tradnl" sz="1600" b="1" dirty="0">
                <a:solidFill>
                  <a:srgbClr val="000099"/>
                </a:solidFill>
                <a:latin typeface="Arial" pitchFamily="34" charset="0"/>
                <a:cs typeface="Arial" pitchFamily="34" charset="0"/>
              </a:rPr>
              <a:t>Análisis de Reservas</a:t>
            </a:r>
          </a:p>
        </p:txBody>
      </p:sp>
      <p:sp>
        <p:nvSpPr>
          <p:cNvPr id="4" name="AutoShape 6"/>
          <p:cNvSpPr>
            <a:spLocks noChangeArrowheads="1"/>
          </p:cNvSpPr>
          <p:nvPr/>
        </p:nvSpPr>
        <p:spPr bwMode="auto">
          <a:xfrm>
            <a:off x="541118" y="2191988"/>
            <a:ext cx="11182310" cy="3526815"/>
          </a:xfrm>
          <a:prstGeom prst="roundRect">
            <a:avLst>
              <a:gd name="adj" fmla="val 3991"/>
            </a:avLst>
          </a:prstGeom>
          <a:solidFill>
            <a:srgbClr val="F2F2F2"/>
          </a:solidFill>
          <a:ln w="12700" algn="ctr">
            <a:solidFill>
              <a:srgbClr val="000000"/>
            </a:solidFill>
            <a:round/>
            <a:headEnd/>
            <a:tailEnd/>
          </a:ln>
        </p:spPr>
        <p:txBody>
          <a:bodyPr/>
          <a:lstStyle/>
          <a:p>
            <a:pPr defTabSz="190500" fontAlgn="base">
              <a:lnSpc>
                <a:spcPct val="140000"/>
              </a:lnSpc>
              <a:spcBef>
                <a:spcPct val="0"/>
              </a:spcBef>
              <a:spcAft>
                <a:spcPct val="0"/>
              </a:spcAft>
              <a:buFontTx/>
              <a:buChar char="•"/>
            </a:pPr>
            <a:r>
              <a:rPr lang="es-PE" sz="1200" dirty="0">
                <a:solidFill>
                  <a:srgbClr val="000000"/>
                </a:solidFill>
                <a:latin typeface="Arial" pitchFamily="34" charset="0"/>
                <a:cs typeface="Arial" pitchFamily="34" charset="0"/>
              </a:rPr>
              <a:t> </a:t>
            </a:r>
            <a:r>
              <a:rPr lang="es-PE" sz="1400" dirty="0">
                <a:solidFill>
                  <a:srgbClr val="000000"/>
                </a:solidFill>
                <a:latin typeface="Arial" pitchFamily="34" charset="0"/>
                <a:cs typeface="Arial" pitchFamily="34" charset="0"/>
              </a:rPr>
              <a:t>Las estimaciones de la duración pueden incluir </a:t>
            </a:r>
            <a:r>
              <a:rPr lang="es-PE" sz="1400" b="1" dirty="0">
                <a:solidFill>
                  <a:srgbClr val="0070C0"/>
                </a:solidFill>
                <a:latin typeface="Arial" pitchFamily="34" charset="0"/>
                <a:cs typeface="Arial" pitchFamily="34" charset="0"/>
              </a:rPr>
              <a:t>reservas para contingencias y/o reservas de gestión </a:t>
            </a:r>
            <a:r>
              <a:rPr lang="es-PE" sz="1400" dirty="0">
                <a:solidFill>
                  <a:srgbClr val="000000"/>
                </a:solidFill>
                <a:latin typeface="Arial" pitchFamily="34" charset="0"/>
                <a:cs typeface="Arial" pitchFamily="34" charset="0"/>
              </a:rPr>
              <a:t>en el cronograma global del proyecto, denominadas en ocasiones </a:t>
            </a:r>
            <a:r>
              <a:rPr lang="es-PE" sz="1400" b="1" dirty="0">
                <a:solidFill>
                  <a:srgbClr val="000000"/>
                </a:solidFill>
                <a:latin typeface="Arial" pitchFamily="34" charset="0"/>
                <a:cs typeface="Arial" pitchFamily="34" charset="0"/>
              </a:rPr>
              <a:t>reservas de tiempo o colchones</a:t>
            </a:r>
            <a:r>
              <a:rPr lang="es-PE" sz="1400" dirty="0">
                <a:solidFill>
                  <a:srgbClr val="000000"/>
                </a:solidFill>
                <a:latin typeface="Arial" pitchFamily="34" charset="0"/>
                <a:cs typeface="Arial" pitchFamily="34" charset="0"/>
              </a:rPr>
              <a:t>, para tener en cuenta la incertidumbre del cronograma. </a:t>
            </a:r>
          </a:p>
          <a:p>
            <a:pPr marL="285750" indent="-285750" defTabSz="190500" fontAlgn="base">
              <a:lnSpc>
                <a:spcPct val="140000"/>
              </a:lnSpc>
              <a:spcBef>
                <a:spcPct val="0"/>
              </a:spcBef>
              <a:spcAft>
                <a:spcPct val="0"/>
              </a:spcAft>
              <a:buFont typeface="Wingdings" panose="05000000000000000000" pitchFamily="2" charset="2"/>
              <a:buChar char="q"/>
            </a:pPr>
            <a:r>
              <a:rPr lang="es-PE" sz="1400" dirty="0">
                <a:solidFill>
                  <a:srgbClr val="000000"/>
                </a:solidFill>
                <a:latin typeface="Arial" pitchFamily="34" charset="0"/>
                <a:cs typeface="Arial" pitchFamily="34" charset="0"/>
              </a:rPr>
              <a:t> Las reservas para contingencias consisten en la duración estimada dentro de la línea base del cronograma que se asigna a los riesgos identificados y asumidos por la organización, para los cuales se han desarrollado respuestas de contingencia o mitigación. </a:t>
            </a:r>
          </a:p>
          <a:p>
            <a:pPr marL="285750" indent="-285750" defTabSz="190500" fontAlgn="base">
              <a:lnSpc>
                <a:spcPct val="140000"/>
              </a:lnSpc>
              <a:spcBef>
                <a:spcPct val="0"/>
              </a:spcBef>
              <a:spcAft>
                <a:spcPct val="0"/>
              </a:spcAft>
              <a:buFont typeface="Wingdings" panose="05000000000000000000" pitchFamily="2" charset="2"/>
              <a:buChar char="q"/>
            </a:pPr>
            <a:r>
              <a:rPr lang="es-PE" sz="1400" dirty="0">
                <a:solidFill>
                  <a:srgbClr val="000000"/>
                </a:solidFill>
                <a:latin typeface="Arial" pitchFamily="34" charset="0"/>
                <a:cs typeface="Arial" pitchFamily="34" charset="0"/>
              </a:rPr>
              <a:t> Las reservas para contingencias se asocian a los “conocidos-desconocidos”, que se pueden estimar para tener en cuenta esta cantidad  desconocida de re trabajo. </a:t>
            </a:r>
          </a:p>
          <a:p>
            <a:pPr marL="285750" indent="-285750" defTabSz="190500" fontAlgn="base">
              <a:lnSpc>
                <a:spcPct val="140000"/>
              </a:lnSpc>
              <a:spcBef>
                <a:spcPct val="0"/>
              </a:spcBef>
              <a:spcAft>
                <a:spcPct val="0"/>
              </a:spcAft>
              <a:buFont typeface="Wingdings" panose="05000000000000000000" pitchFamily="2" charset="2"/>
              <a:buChar char="q"/>
            </a:pPr>
            <a:r>
              <a:rPr lang="es-PE" sz="1400" dirty="0">
                <a:solidFill>
                  <a:srgbClr val="000000"/>
                </a:solidFill>
                <a:latin typeface="Arial" pitchFamily="34" charset="0"/>
                <a:cs typeface="Arial" pitchFamily="34" charset="0"/>
              </a:rPr>
              <a:t> La reserva para contingencias puede ser un porcentaje de la duración estimada de la actividad, una cantidad fija de períodos de trabajo, o puede calcularse utilizando métodos de análisis cuantitativos, como la simulación Monte Carlo.</a:t>
            </a:r>
          </a:p>
          <a:p>
            <a:pPr marL="285750" indent="-285750" defTabSz="190500" fontAlgn="base">
              <a:lnSpc>
                <a:spcPct val="140000"/>
              </a:lnSpc>
              <a:spcBef>
                <a:spcPct val="0"/>
              </a:spcBef>
              <a:spcAft>
                <a:spcPct val="0"/>
              </a:spcAft>
              <a:buFont typeface="Wingdings" panose="05000000000000000000" pitchFamily="2" charset="2"/>
              <a:buChar char="q"/>
            </a:pPr>
            <a:r>
              <a:rPr lang="es-PE" sz="1400" dirty="0">
                <a:solidFill>
                  <a:srgbClr val="000000"/>
                </a:solidFill>
                <a:latin typeface="Arial" pitchFamily="34" charset="0"/>
                <a:cs typeface="Arial" pitchFamily="34" charset="0"/>
              </a:rPr>
              <a:t>Las reservas de gestión sirven mayormente para propósitos de gestión y son reservas para trabajos imprevistos que estén dentro del alcance del proyecto.</a:t>
            </a:r>
          </a:p>
          <a:p>
            <a:pPr marL="285750" indent="-285750" defTabSz="190500" fontAlgn="base">
              <a:lnSpc>
                <a:spcPct val="140000"/>
              </a:lnSpc>
              <a:spcBef>
                <a:spcPct val="0"/>
              </a:spcBef>
              <a:spcAft>
                <a:spcPct val="0"/>
              </a:spcAft>
              <a:buFont typeface="Wingdings" panose="05000000000000000000" pitchFamily="2" charset="2"/>
              <a:buChar char="q"/>
            </a:pPr>
            <a:r>
              <a:rPr lang="es-PE" sz="1400" dirty="0">
                <a:solidFill>
                  <a:srgbClr val="000000"/>
                </a:solidFill>
                <a:latin typeface="Arial" pitchFamily="34" charset="0"/>
                <a:cs typeface="Arial" pitchFamily="34" charset="0"/>
              </a:rPr>
              <a:t>Las reservas de gestión </a:t>
            </a:r>
            <a:r>
              <a:rPr lang="es-PE" sz="1400" b="1" dirty="0">
                <a:solidFill>
                  <a:srgbClr val="0070C0"/>
                </a:solidFill>
                <a:latin typeface="Arial" pitchFamily="34" charset="0"/>
                <a:cs typeface="Arial" pitchFamily="34" charset="0"/>
              </a:rPr>
              <a:t>no se incluyen en la línea base del cronograma</a:t>
            </a:r>
            <a:r>
              <a:rPr lang="es-PE" sz="1400" dirty="0">
                <a:solidFill>
                  <a:srgbClr val="000000"/>
                </a:solidFill>
                <a:latin typeface="Arial" pitchFamily="34" charset="0"/>
                <a:cs typeface="Arial" pitchFamily="34" charset="0"/>
              </a:rPr>
              <a:t>, pero forman parte de la duración general del proyecto.</a:t>
            </a:r>
            <a:endParaRPr lang="es-ES" sz="1400" dirty="0">
              <a:solidFill>
                <a:srgbClr val="000000"/>
              </a:solidFill>
              <a:latin typeface="Arial" pitchFamily="34" charset="0"/>
              <a:cs typeface="Arial" pitchFamily="34" charset="0"/>
            </a:endParaRPr>
          </a:p>
        </p:txBody>
      </p:sp>
      <p:sp>
        <p:nvSpPr>
          <p:cNvPr id="7" name="Título 1">
            <a:extLst>
              <a:ext uri="{FF2B5EF4-FFF2-40B4-BE49-F238E27FC236}">
                <a16:creationId xmlns:a16="http://schemas.microsoft.com/office/drawing/2014/main" id="{5A8E7641-B7FC-60A0-4B99-F12ABED03121}"/>
              </a:ext>
            </a:extLst>
          </p:cNvPr>
          <p:cNvSpPr>
            <a:spLocks noGrp="1"/>
          </p:cNvSpPr>
          <p:nvPr>
            <p:ph type="title"/>
          </p:nvPr>
        </p:nvSpPr>
        <p:spPr>
          <a:xfrm>
            <a:off x="292288" y="377263"/>
            <a:ext cx="9083723" cy="1325563"/>
          </a:xfrm>
        </p:spPr>
        <p:txBody>
          <a:bodyPr>
            <a:normAutofit/>
          </a:bodyPr>
          <a:lstStyle/>
          <a:p>
            <a:r>
              <a:rPr lang="es-ES" sz="4000" b="1" dirty="0"/>
              <a:t>03. ACTIVIDADES, SECUENCIAMIENTO, DURACIÓN Y HOLGURAS</a:t>
            </a:r>
            <a:endParaRPr lang="en-US" sz="4000" b="1" dirty="0"/>
          </a:p>
        </p:txBody>
      </p:sp>
      <p:pic>
        <p:nvPicPr>
          <p:cNvPr id="2" name="Imagen 1">
            <a:extLst>
              <a:ext uri="{FF2B5EF4-FFF2-40B4-BE49-F238E27FC236}">
                <a16:creationId xmlns:a16="http://schemas.microsoft.com/office/drawing/2014/main" id="{F371D2BE-2400-792F-7580-40CA42734D7F}"/>
              </a:ext>
            </a:extLst>
          </p:cNvPr>
          <p:cNvPicPr>
            <a:picLocks noChangeAspect="1"/>
          </p:cNvPicPr>
          <p:nvPr/>
        </p:nvPicPr>
        <p:blipFill>
          <a:blip r:embed="rId2"/>
          <a:stretch>
            <a:fillRect/>
          </a:stretch>
        </p:blipFill>
        <p:spPr>
          <a:xfrm>
            <a:off x="9897686" y="5907116"/>
            <a:ext cx="2033588" cy="731810"/>
          </a:xfrm>
          <a:prstGeom prst="rect">
            <a:avLst/>
          </a:prstGeom>
        </p:spPr>
      </p:pic>
    </p:spTree>
    <p:extLst>
      <p:ext uri="{BB962C8B-B14F-4D97-AF65-F5344CB8AC3E}">
        <p14:creationId xmlns:p14="http://schemas.microsoft.com/office/powerpoint/2010/main" val="3687619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ángulo 5">
            <a:hlinkClick r:id="rId2"/>
            <a:extLst>
              <a:ext uri="{FF2B5EF4-FFF2-40B4-BE49-F238E27FC236}">
                <a16:creationId xmlns:a16="http://schemas.microsoft.com/office/drawing/2014/main" id="{7B96E061-6B28-4B27-A40C-4AC919FA18F4}"/>
              </a:ext>
            </a:extLst>
          </p:cNvPr>
          <p:cNvSpPr/>
          <p:nvPr/>
        </p:nvSpPr>
        <p:spPr>
          <a:xfrm>
            <a:off x="576775" y="6296024"/>
            <a:ext cx="295422" cy="25479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7" name="Rectángulo 6">
            <a:hlinkClick r:id="rId3"/>
            <a:extLst>
              <a:ext uri="{FF2B5EF4-FFF2-40B4-BE49-F238E27FC236}">
                <a16:creationId xmlns:a16="http://schemas.microsoft.com/office/drawing/2014/main" id="{46BABD7D-8BAF-4EA4-A549-45A745C7D66C}"/>
              </a:ext>
            </a:extLst>
          </p:cNvPr>
          <p:cNvSpPr/>
          <p:nvPr/>
        </p:nvSpPr>
        <p:spPr>
          <a:xfrm>
            <a:off x="926306" y="6296025"/>
            <a:ext cx="271463" cy="2876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8" name="Rectángulo 7">
            <a:hlinkClick r:id="rId4"/>
            <a:extLst>
              <a:ext uri="{FF2B5EF4-FFF2-40B4-BE49-F238E27FC236}">
                <a16:creationId xmlns:a16="http://schemas.microsoft.com/office/drawing/2014/main" id="{E5B07E67-A089-4608-951D-824EA803B2C8}"/>
              </a:ext>
            </a:extLst>
          </p:cNvPr>
          <p:cNvSpPr/>
          <p:nvPr/>
        </p:nvSpPr>
        <p:spPr>
          <a:xfrm>
            <a:off x="1251878" y="6296025"/>
            <a:ext cx="300697" cy="2876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9" name="Rectángulo 8">
            <a:hlinkClick r:id="rId5"/>
            <a:extLst>
              <a:ext uri="{FF2B5EF4-FFF2-40B4-BE49-F238E27FC236}">
                <a16:creationId xmlns:a16="http://schemas.microsoft.com/office/drawing/2014/main" id="{B2CCC631-FFDD-4E26-9159-C5BB2FC4F05C}"/>
              </a:ext>
            </a:extLst>
          </p:cNvPr>
          <p:cNvSpPr/>
          <p:nvPr/>
        </p:nvSpPr>
        <p:spPr>
          <a:xfrm>
            <a:off x="1606684" y="6279356"/>
            <a:ext cx="345941" cy="3043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0" name="AutoShape 3"/>
          <p:cNvSpPr>
            <a:spLocks noChangeArrowheads="1"/>
          </p:cNvSpPr>
          <p:nvPr/>
        </p:nvSpPr>
        <p:spPr bwMode="auto">
          <a:xfrm>
            <a:off x="74693" y="5829640"/>
            <a:ext cx="9659857" cy="721179"/>
          </a:xfrm>
          <a:prstGeom prst="roundRect">
            <a:avLst>
              <a:gd name="adj" fmla="val 8157"/>
            </a:avLst>
          </a:prstGeom>
          <a:solidFill>
            <a:srgbClr val="F2F2F2"/>
          </a:solidFill>
          <a:ln w="12700" algn="ctr">
            <a:solidFill>
              <a:srgbClr val="000000"/>
            </a:solidFill>
            <a:round/>
            <a:headEnd/>
            <a:tailEnd/>
          </a:ln>
        </p:spPr>
        <p:txBody>
          <a:bodyPr lIns="83485" tIns="41742" rIns="83485" bIns="41742"/>
          <a:lstStyle/>
          <a:p>
            <a:pPr defTabSz="174625" eaLnBrk="0" fontAlgn="base" hangingPunct="0">
              <a:lnSpc>
                <a:spcPct val="140000"/>
              </a:lnSpc>
              <a:spcBef>
                <a:spcPct val="0"/>
              </a:spcBef>
              <a:spcAft>
                <a:spcPct val="0"/>
              </a:spcAft>
              <a:buFontTx/>
              <a:buChar char="•"/>
            </a:pPr>
            <a:r>
              <a:rPr lang="es-ES" sz="1300" dirty="0">
                <a:solidFill>
                  <a:srgbClr val="000000"/>
                </a:solidFill>
                <a:latin typeface="Arial" pitchFamily="34" charset="0"/>
                <a:cs typeface="Arial" pitchFamily="34" charset="0"/>
              </a:rPr>
              <a:t> </a:t>
            </a:r>
            <a:r>
              <a:rPr lang="es-ES" sz="1300" b="1" dirty="0">
                <a:solidFill>
                  <a:srgbClr val="0070C0"/>
                </a:solidFill>
                <a:latin typeface="Arial" pitchFamily="34" charset="0"/>
                <a:cs typeface="Arial" pitchFamily="34" charset="0"/>
              </a:rPr>
              <a:t>Holgura Libre: (HL). </a:t>
            </a:r>
            <a:r>
              <a:rPr lang="es-ES" sz="1300" dirty="0">
                <a:solidFill>
                  <a:srgbClr val="0070C0"/>
                </a:solidFill>
                <a:latin typeface="Arial" pitchFamily="34" charset="0"/>
                <a:cs typeface="Arial" pitchFamily="34" charset="0"/>
              </a:rPr>
              <a:t> </a:t>
            </a:r>
            <a:r>
              <a:rPr lang="es-ES" sz="1300" dirty="0">
                <a:solidFill>
                  <a:srgbClr val="000000"/>
                </a:solidFill>
                <a:latin typeface="Arial" pitchFamily="34" charset="0"/>
                <a:cs typeface="Arial" pitchFamily="34" charset="0"/>
              </a:rPr>
              <a:t>El tiempo que una actividad puede demorarse sin demorar el inicio temprano de cualquier actividad del cronograma inmediatamente posterior.</a:t>
            </a:r>
          </a:p>
          <a:p>
            <a:pPr defTabSz="174625" eaLnBrk="0" fontAlgn="base" hangingPunct="0">
              <a:lnSpc>
                <a:spcPct val="140000"/>
              </a:lnSpc>
              <a:spcBef>
                <a:spcPct val="0"/>
              </a:spcBef>
              <a:spcAft>
                <a:spcPct val="0"/>
              </a:spcAft>
            </a:pPr>
            <a:endParaRPr lang="es-ES" sz="1300" dirty="0">
              <a:solidFill>
                <a:srgbClr val="000000"/>
              </a:solidFill>
              <a:latin typeface="Arial" pitchFamily="34" charset="0"/>
              <a:cs typeface="Arial" pitchFamily="34" charset="0"/>
            </a:endParaRPr>
          </a:p>
        </p:txBody>
      </p:sp>
      <p:sp>
        <p:nvSpPr>
          <p:cNvPr id="12" name="Rectangle 4"/>
          <p:cNvSpPr>
            <a:spLocks noChangeArrowheads="1"/>
          </p:cNvSpPr>
          <p:nvPr/>
        </p:nvSpPr>
        <p:spPr bwMode="auto">
          <a:xfrm>
            <a:off x="6401120" y="1605195"/>
            <a:ext cx="5251450" cy="409575"/>
          </a:xfrm>
          <a:prstGeom prst="rect">
            <a:avLst/>
          </a:prstGeom>
          <a:solidFill>
            <a:srgbClr val="FFFFCC"/>
          </a:solidFill>
          <a:ln>
            <a:solidFill>
              <a:schemeClr val="tx1"/>
            </a:solidFill>
          </a:ln>
        </p:spPr>
        <p:txBody>
          <a:bodyPr wrap="none">
            <a:spAutoFit/>
          </a:bodyPr>
          <a:lstStyle/>
          <a:p>
            <a:pPr algn="ctr" fontAlgn="base">
              <a:lnSpc>
                <a:spcPct val="130000"/>
              </a:lnSpc>
              <a:spcBef>
                <a:spcPct val="0"/>
              </a:spcBef>
              <a:spcAft>
                <a:spcPct val="0"/>
              </a:spcAft>
              <a:defRPr/>
            </a:pPr>
            <a:r>
              <a:rPr lang="es-ES_tradnl" sz="1600" b="1" kern="0" dirty="0">
                <a:solidFill>
                  <a:srgbClr val="000099"/>
                </a:solidFill>
                <a:latin typeface="Arial" pitchFamily="34" charset="0"/>
                <a:cs typeface="Arial" pitchFamily="34" charset="0"/>
              </a:rPr>
              <a:t>M</a:t>
            </a:r>
            <a:r>
              <a:rPr lang="es-ES" sz="1600" b="1" kern="0" dirty="0">
                <a:solidFill>
                  <a:srgbClr val="000099"/>
                </a:solidFill>
                <a:latin typeface="Arial" pitchFamily="34" charset="0"/>
                <a:cs typeface="Arial" pitchFamily="34" charset="0"/>
              </a:rPr>
              <a:t>étodo de la ruta crítica:</a:t>
            </a:r>
            <a:r>
              <a:rPr lang="es-ES_tradnl" sz="1600" b="1" kern="0" dirty="0">
                <a:solidFill>
                  <a:srgbClr val="000099"/>
                </a:solidFill>
                <a:latin typeface="Arial" pitchFamily="34" charset="0"/>
                <a:cs typeface="Arial" pitchFamily="34" charset="0"/>
              </a:rPr>
              <a:t> </a:t>
            </a:r>
            <a:r>
              <a:rPr lang="es-ES_tradnl" sz="1600" b="1" kern="0" dirty="0" err="1">
                <a:solidFill>
                  <a:srgbClr val="000099"/>
                </a:solidFill>
                <a:latin typeface="Arial" pitchFamily="34" charset="0"/>
                <a:cs typeface="Arial" pitchFamily="34" charset="0"/>
              </a:rPr>
              <a:t>Critical</a:t>
            </a:r>
            <a:r>
              <a:rPr lang="es-ES_tradnl" sz="1600" b="1" kern="0" dirty="0">
                <a:solidFill>
                  <a:srgbClr val="000099"/>
                </a:solidFill>
                <a:latin typeface="Arial" pitchFamily="34" charset="0"/>
                <a:cs typeface="Arial" pitchFamily="34" charset="0"/>
              </a:rPr>
              <a:t> </a:t>
            </a:r>
            <a:r>
              <a:rPr lang="es-ES_tradnl" sz="1600" b="1" kern="0" dirty="0" err="1">
                <a:solidFill>
                  <a:srgbClr val="000099"/>
                </a:solidFill>
                <a:latin typeface="Arial" pitchFamily="34" charset="0"/>
                <a:cs typeface="Arial" pitchFamily="34" charset="0"/>
              </a:rPr>
              <a:t>Path</a:t>
            </a:r>
            <a:r>
              <a:rPr lang="es-ES_tradnl" sz="1600" b="1" kern="0" dirty="0">
                <a:solidFill>
                  <a:srgbClr val="000099"/>
                </a:solidFill>
                <a:latin typeface="Arial" pitchFamily="34" charset="0"/>
                <a:cs typeface="Arial" pitchFamily="34" charset="0"/>
              </a:rPr>
              <a:t> </a:t>
            </a:r>
            <a:r>
              <a:rPr lang="es-ES_tradnl" sz="1600" b="1" kern="0" dirty="0" err="1">
                <a:solidFill>
                  <a:srgbClr val="000099"/>
                </a:solidFill>
                <a:latin typeface="Arial" pitchFamily="34" charset="0"/>
                <a:cs typeface="Arial" pitchFamily="34" charset="0"/>
              </a:rPr>
              <a:t>Method</a:t>
            </a:r>
            <a:r>
              <a:rPr lang="es-ES_tradnl" sz="1600" b="1" kern="0" dirty="0">
                <a:solidFill>
                  <a:srgbClr val="000099"/>
                </a:solidFill>
                <a:latin typeface="Arial" pitchFamily="34" charset="0"/>
                <a:cs typeface="Arial" pitchFamily="34" charset="0"/>
              </a:rPr>
              <a:t> - CPM</a:t>
            </a:r>
            <a:endParaRPr lang="es-ES" sz="1600" b="1" kern="0" dirty="0">
              <a:solidFill>
                <a:srgbClr val="000099"/>
              </a:solidFill>
              <a:latin typeface="Arial" pitchFamily="34" charset="0"/>
              <a:cs typeface="Arial" pitchFamily="34" charset="0"/>
            </a:endParaRPr>
          </a:p>
        </p:txBody>
      </p:sp>
      <p:grpSp>
        <p:nvGrpSpPr>
          <p:cNvPr id="13" name="Group 5"/>
          <p:cNvGrpSpPr>
            <a:grpSpLocks/>
          </p:cNvGrpSpPr>
          <p:nvPr/>
        </p:nvGrpSpPr>
        <p:grpSpPr bwMode="auto">
          <a:xfrm>
            <a:off x="2798282" y="2689565"/>
            <a:ext cx="7600959" cy="2219325"/>
            <a:chOff x="476" y="1370"/>
            <a:chExt cx="4788" cy="1398"/>
          </a:xfrm>
        </p:grpSpPr>
        <p:sp>
          <p:nvSpPr>
            <p:cNvPr id="14" name="Rectangle 6"/>
            <p:cNvSpPr>
              <a:spLocks noChangeArrowheads="1"/>
            </p:cNvSpPr>
            <p:nvPr/>
          </p:nvSpPr>
          <p:spPr bwMode="auto">
            <a:xfrm>
              <a:off x="476" y="1434"/>
              <a:ext cx="2086" cy="91"/>
            </a:xfrm>
            <a:prstGeom prst="rect">
              <a:avLst/>
            </a:prstGeom>
            <a:solidFill>
              <a:srgbClr val="0000FF"/>
            </a:solidFill>
            <a:ln w="3175">
              <a:solidFill>
                <a:srgbClr val="000000"/>
              </a:solidFill>
              <a:miter lim="800000"/>
              <a:headEnd/>
              <a:tailEnd/>
            </a:ln>
          </p:spPr>
          <p:txBody>
            <a:bodyPr wrap="none" anchor="ctr"/>
            <a:lstStyle/>
            <a:p>
              <a:pPr fontAlgn="base">
                <a:spcBef>
                  <a:spcPct val="0"/>
                </a:spcBef>
                <a:spcAft>
                  <a:spcPct val="0"/>
                </a:spcAft>
              </a:pPr>
              <a:endParaRPr lang="es-MX" sz="2500">
                <a:solidFill>
                  <a:srgbClr val="000000"/>
                </a:solidFill>
                <a:latin typeface="Arial" pitchFamily="34" charset="0"/>
                <a:cs typeface="Arial" pitchFamily="34" charset="0"/>
              </a:endParaRPr>
            </a:p>
          </p:txBody>
        </p:sp>
        <p:sp>
          <p:nvSpPr>
            <p:cNvPr id="15" name="Rectangle 7"/>
            <p:cNvSpPr>
              <a:spLocks noChangeArrowheads="1"/>
            </p:cNvSpPr>
            <p:nvPr/>
          </p:nvSpPr>
          <p:spPr bwMode="auto">
            <a:xfrm>
              <a:off x="2562" y="1570"/>
              <a:ext cx="1543" cy="91"/>
            </a:xfrm>
            <a:prstGeom prst="rect">
              <a:avLst/>
            </a:prstGeom>
            <a:solidFill>
              <a:srgbClr val="0000FF"/>
            </a:solidFill>
            <a:ln w="3175" algn="ctr">
              <a:solidFill>
                <a:srgbClr val="000000"/>
              </a:solidFill>
              <a:miter lim="800000"/>
              <a:headEnd/>
              <a:tailEnd/>
            </a:ln>
          </p:spPr>
          <p:txBody>
            <a:bodyPr wrap="none" anchor="ctr"/>
            <a:lstStyle/>
            <a:p>
              <a:pPr fontAlgn="base">
                <a:spcBef>
                  <a:spcPct val="0"/>
                </a:spcBef>
                <a:spcAft>
                  <a:spcPct val="0"/>
                </a:spcAft>
              </a:pPr>
              <a:endParaRPr lang="es-MX" sz="2500">
                <a:solidFill>
                  <a:srgbClr val="000000"/>
                </a:solidFill>
                <a:latin typeface="Arial" pitchFamily="34" charset="0"/>
                <a:cs typeface="Arial" pitchFamily="34" charset="0"/>
              </a:endParaRPr>
            </a:p>
          </p:txBody>
        </p:sp>
        <p:sp>
          <p:nvSpPr>
            <p:cNvPr id="16" name="Rectangle 8"/>
            <p:cNvSpPr>
              <a:spLocks noChangeArrowheads="1"/>
            </p:cNvSpPr>
            <p:nvPr/>
          </p:nvSpPr>
          <p:spPr bwMode="auto">
            <a:xfrm>
              <a:off x="975" y="1842"/>
              <a:ext cx="1587" cy="91"/>
            </a:xfrm>
            <a:prstGeom prst="rect">
              <a:avLst/>
            </a:prstGeom>
            <a:solidFill>
              <a:srgbClr val="0000FF"/>
            </a:solidFill>
            <a:ln w="3175" algn="ctr">
              <a:solidFill>
                <a:srgbClr val="000000"/>
              </a:solidFill>
              <a:miter lim="800000"/>
              <a:headEnd/>
              <a:tailEnd/>
            </a:ln>
          </p:spPr>
          <p:txBody>
            <a:bodyPr wrap="none" anchor="ctr"/>
            <a:lstStyle/>
            <a:p>
              <a:pPr fontAlgn="base">
                <a:spcBef>
                  <a:spcPct val="0"/>
                </a:spcBef>
                <a:spcAft>
                  <a:spcPct val="0"/>
                </a:spcAft>
              </a:pPr>
              <a:endParaRPr lang="es-MX" sz="2500">
                <a:solidFill>
                  <a:srgbClr val="000000"/>
                </a:solidFill>
                <a:latin typeface="Arial" pitchFamily="34" charset="0"/>
                <a:cs typeface="Arial" pitchFamily="34" charset="0"/>
              </a:endParaRPr>
            </a:p>
          </p:txBody>
        </p:sp>
        <p:sp>
          <p:nvSpPr>
            <p:cNvPr id="17" name="Rectangle 9"/>
            <p:cNvSpPr>
              <a:spLocks noChangeArrowheads="1"/>
            </p:cNvSpPr>
            <p:nvPr/>
          </p:nvSpPr>
          <p:spPr bwMode="auto">
            <a:xfrm>
              <a:off x="2562" y="1979"/>
              <a:ext cx="1225" cy="90"/>
            </a:xfrm>
            <a:prstGeom prst="rect">
              <a:avLst/>
            </a:prstGeom>
            <a:solidFill>
              <a:srgbClr val="0000FF"/>
            </a:solidFill>
            <a:ln w="3175" algn="ctr">
              <a:solidFill>
                <a:srgbClr val="000000"/>
              </a:solidFill>
              <a:miter lim="800000"/>
              <a:headEnd/>
              <a:tailEnd/>
            </a:ln>
          </p:spPr>
          <p:txBody>
            <a:bodyPr wrap="none" anchor="ctr"/>
            <a:lstStyle/>
            <a:p>
              <a:pPr fontAlgn="base">
                <a:spcBef>
                  <a:spcPct val="0"/>
                </a:spcBef>
                <a:spcAft>
                  <a:spcPct val="0"/>
                </a:spcAft>
              </a:pPr>
              <a:endParaRPr lang="es-MX" sz="2500">
                <a:solidFill>
                  <a:srgbClr val="000000"/>
                </a:solidFill>
                <a:latin typeface="Arial" pitchFamily="34" charset="0"/>
                <a:cs typeface="Arial" pitchFamily="34" charset="0"/>
              </a:endParaRPr>
            </a:p>
          </p:txBody>
        </p:sp>
        <p:sp>
          <p:nvSpPr>
            <p:cNvPr id="18" name="Rectangle 10"/>
            <p:cNvSpPr>
              <a:spLocks noChangeArrowheads="1"/>
            </p:cNvSpPr>
            <p:nvPr/>
          </p:nvSpPr>
          <p:spPr bwMode="auto">
            <a:xfrm>
              <a:off x="2562" y="2341"/>
              <a:ext cx="1225" cy="90"/>
            </a:xfrm>
            <a:prstGeom prst="rect">
              <a:avLst/>
            </a:prstGeom>
            <a:solidFill>
              <a:srgbClr val="0000FF"/>
            </a:solidFill>
            <a:ln w="3175" algn="ctr">
              <a:solidFill>
                <a:srgbClr val="000000"/>
              </a:solidFill>
              <a:miter lim="800000"/>
              <a:headEnd/>
              <a:tailEnd/>
            </a:ln>
          </p:spPr>
          <p:txBody>
            <a:bodyPr wrap="none" anchor="ctr"/>
            <a:lstStyle/>
            <a:p>
              <a:pPr fontAlgn="base">
                <a:spcBef>
                  <a:spcPct val="0"/>
                </a:spcBef>
                <a:spcAft>
                  <a:spcPct val="0"/>
                </a:spcAft>
              </a:pPr>
              <a:endParaRPr lang="es-MX" sz="2500">
                <a:solidFill>
                  <a:srgbClr val="000000"/>
                </a:solidFill>
                <a:latin typeface="Arial" pitchFamily="34" charset="0"/>
                <a:cs typeface="Arial" pitchFamily="34" charset="0"/>
              </a:endParaRPr>
            </a:p>
          </p:txBody>
        </p:sp>
        <p:sp>
          <p:nvSpPr>
            <p:cNvPr id="19" name="Rectangle 11"/>
            <p:cNvSpPr>
              <a:spLocks noChangeArrowheads="1"/>
            </p:cNvSpPr>
            <p:nvPr/>
          </p:nvSpPr>
          <p:spPr bwMode="auto">
            <a:xfrm>
              <a:off x="1746" y="2205"/>
              <a:ext cx="816" cy="91"/>
            </a:xfrm>
            <a:prstGeom prst="rect">
              <a:avLst/>
            </a:prstGeom>
            <a:solidFill>
              <a:srgbClr val="0000FF"/>
            </a:solidFill>
            <a:ln w="3175" algn="ctr">
              <a:solidFill>
                <a:srgbClr val="000000"/>
              </a:solidFill>
              <a:miter lim="800000"/>
              <a:headEnd/>
              <a:tailEnd/>
            </a:ln>
          </p:spPr>
          <p:txBody>
            <a:bodyPr wrap="none" anchor="ctr"/>
            <a:lstStyle/>
            <a:p>
              <a:pPr fontAlgn="base">
                <a:spcBef>
                  <a:spcPct val="0"/>
                </a:spcBef>
                <a:spcAft>
                  <a:spcPct val="0"/>
                </a:spcAft>
              </a:pPr>
              <a:endParaRPr lang="es-MX" sz="2500">
                <a:solidFill>
                  <a:srgbClr val="000000"/>
                </a:solidFill>
                <a:latin typeface="Arial" pitchFamily="34" charset="0"/>
                <a:cs typeface="Arial" pitchFamily="34" charset="0"/>
              </a:endParaRPr>
            </a:p>
          </p:txBody>
        </p:sp>
        <p:sp>
          <p:nvSpPr>
            <p:cNvPr id="20" name="Rectangle 12"/>
            <p:cNvSpPr>
              <a:spLocks noChangeArrowheads="1"/>
            </p:cNvSpPr>
            <p:nvPr/>
          </p:nvSpPr>
          <p:spPr bwMode="auto">
            <a:xfrm>
              <a:off x="4105" y="2523"/>
              <a:ext cx="544" cy="91"/>
            </a:xfrm>
            <a:prstGeom prst="rect">
              <a:avLst/>
            </a:prstGeom>
            <a:solidFill>
              <a:srgbClr val="0000FF"/>
            </a:solidFill>
            <a:ln w="3175" algn="ctr">
              <a:solidFill>
                <a:srgbClr val="000000"/>
              </a:solidFill>
              <a:miter lim="800000"/>
              <a:headEnd/>
              <a:tailEnd/>
            </a:ln>
          </p:spPr>
          <p:txBody>
            <a:bodyPr wrap="none" anchor="ctr"/>
            <a:lstStyle/>
            <a:p>
              <a:pPr fontAlgn="base">
                <a:spcBef>
                  <a:spcPct val="0"/>
                </a:spcBef>
                <a:spcAft>
                  <a:spcPct val="0"/>
                </a:spcAft>
              </a:pPr>
              <a:endParaRPr lang="es-MX" sz="2500">
                <a:solidFill>
                  <a:srgbClr val="000000"/>
                </a:solidFill>
                <a:latin typeface="Arial" pitchFamily="34" charset="0"/>
                <a:cs typeface="Arial" pitchFamily="34" charset="0"/>
              </a:endParaRPr>
            </a:p>
          </p:txBody>
        </p:sp>
        <p:sp>
          <p:nvSpPr>
            <p:cNvPr id="21" name="Text Box 13"/>
            <p:cNvSpPr txBox="1">
              <a:spLocks noChangeArrowheads="1"/>
            </p:cNvSpPr>
            <p:nvPr/>
          </p:nvSpPr>
          <p:spPr bwMode="auto">
            <a:xfrm>
              <a:off x="1156" y="1506"/>
              <a:ext cx="589"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a:spAutoFit/>
            </a:bodyPr>
            <a:lstStyle>
              <a:lvl1pPr eaLnBrk="0" hangingPunct="0">
                <a:defRPr sz="2500" b="1">
                  <a:solidFill>
                    <a:schemeClr val="tx2"/>
                  </a:solidFill>
                  <a:latin typeface="Arial" pitchFamily="34" charset="0"/>
                </a:defRPr>
              </a:lvl1pPr>
              <a:lvl2pPr marL="742950" indent="-285750" eaLnBrk="0" hangingPunct="0">
                <a:defRPr sz="2500" b="1">
                  <a:solidFill>
                    <a:schemeClr val="tx2"/>
                  </a:solidFill>
                  <a:latin typeface="Arial" pitchFamily="34" charset="0"/>
                </a:defRPr>
              </a:lvl2pPr>
              <a:lvl3pPr marL="1143000" indent="-228600" eaLnBrk="0" hangingPunct="0">
                <a:defRPr sz="2500" b="1">
                  <a:solidFill>
                    <a:schemeClr val="tx2"/>
                  </a:solidFill>
                  <a:latin typeface="Arial" pitchFamily="34" charset="0"/>
                </a:defRPr>
              </a:lvl3pPr>
              <a:lvl4pPr marL="1600200" indent="-228600" eaLnBrk="0" hangingPunct="0">
                <a:defRPr sz="2500" b="1">
                  <a:solidFill>
                    <a:schemeClr val="tx2"/>
                  </a:solidFill>
                  <a:latin typeface="Arial" pitchFamily="34" charset="0"/>
                </a:defRPr>
              </a:lvl4pPr>
              <a:lvl5pPr marL="2057400" indent="-228600" eaLnBrk="0" hangingPunct="0">
                <a:defRPr sz="2500" b="1">
                  <a:solidFill>
                    <a:schemeClr val="tx2"/>
                  </a:solidFill>
                  <a:latin typeface="Arial" pitchFamily="34" charset="0"/>
                </a:defRPr>
              </a:lvl5pPr>
              <a:lvl6pPr marL="2514600" indent="-228600" eaLnBrk="0" fontAlgn="base" hangingPunct="0">
                <a:spcBef>
                  <a:spcPct val="0"/>
                </a:spcBef>
                <a:spcAft>
                  <a:spcPct val="0"/>
                </a:spcAft>
                <a:defRPr sz="2500" b="1">
                  <a:solidFill>
                    <a:schemeClr val="tx2"/>
                  </a:solidFill>
                  <a:latin typeface="Arial" pitchFamily="34" charset="0"/>
                </a:defRPr>
              </a:lvl6pPr>
              <a:lvl7pPr marL="2971800" indent="-228600" eaLnBrk="0" fontAlgn="base" hangingPunct="0">
                <a:spcBef>
                  <a:spcPct val="0"/>
                </a:spcBef>
                <a:spcAft>
                  <a:spcPct val="0"/>
                </a:spcAft>
                <a:defRPr sz="2500" b="1">
                  <a:solidFill>
                    <a:schemeClr val="tx2"/>
                  </a:solidFill>
                  <a:latin typeface="Arial" pitchFamily="34" charset="0"/>
                </a:defRPr>
              </a:lvl7pPr>
              <a:lvl8pPr marL="3429000" indent="-228600" eaLnBrk="0" fontAlgn="base" hangingPunct="0">
                <a:spcBef>
                  <a:spcPct val="0"/>
                </a:spcBef>
                <a:spcAft>
                  <a:spcPct val="0"/>
                </a:spcAft>
                <a:defRPr sz="2500" b="1">
                  <a:solidFill>
                    <a:schemeClr val="tx2"/>
                  </a:solidFill>
                  <a:latin typeface="Arial" pitchFamily="34" charset="0"/>
                </a:defRPr>
              </a:lvl8pPr>
              <a:lvl9pPr marL="3886200" indent="-228600" eaLnBrk="0" fontAlgn="base" hangingPunct="0">
                <a:spcBef>
                  <a:spcPct val="0"/>
                </a:spcBef>
                <a:spcAft>
                  <a:spcPct val="0"/>
                </a:spcAft>
                <a:defRPr sz="2500" b="1">
                  <a:solidFill>
                    <a:schemeClr val="tx2"/>
                  </a:solidFill>
                  <a:latin typeface="Arial" pitchFamily="34" charset="0"/>
                </a:defRPr>
              </a:lvl9pPr>
            </a:lstStyle>
            <a:p>
              <a:pPr algn="ctr" fontAlgn="base">
                <a:spcBef>
                  <a:spcPct val="50000"/>
                </a:spcBef>
                <a:spcAft>
                  <a:spcPct val="0"/>
                </a:spcAft>
              </a:pPr>
              <a:r>
                <a:rPr lang="es-ES" sz="1200" dirty="0">
                  <a:solidFill>
                    <a:srgbClr val="000000"/>
                  </a:solidFill>
                  <a:latin typeface="Verdana" pitchFamily="34" charset="0"/>
                  <a:cs typeface="Arial" pitchFamily="34" charset="0"/>
                </a:rPr>
                <a:t>40 horas</a:t>
              </a:r>
            </a:p>
          </p:txBody>
        </p:sp>
        <p:sp>
          <p:nvSpPr>
            <p:cNvPr id="22" name="Text Box 14"/>
            <p:cNvSpPr txBox="1">
              <a:spLocks noChangeArrowheads="1"/>
            </p:cNvSpPr>
            <p:nvPr/>
          </p:nvSpPr>
          <p:spPr bwMode="auto">
            <a:xfrm>
              <a:off x="3061" y="1642"/>
              <a:ext cx="589"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a:spAutoFit/>
            </a:bodyPr>
            <a:lstStyle>
              <a:lvl1pPr eaLnBrk="0" hangingPunct="0">
                <a:defRPr sz="2500" b="1">
                  <a:solidFill>
                    <a:schemeClr val="tx2"/>
                  </a:solidFill>
                  <a:latin typeface="Arial" pitchFamily="34" charset="0"/>
                </a:defRPr>
              </a:lvl1pPr>
              <a:lvl2pPr marL="742950" indent="-285750" eaLnBrk="0" hangingPunct="0">
                <a:defRPr sz="2500" b="1">
                  <a:solidFill>
                    <a:schemeClr val="tx2"/>
                  </a:solidFill>
                  <a:latin typeface="Arial" pitchFamily="34" charset="0"/>
                </a:defRPr>
              </a:lvl2pPr>
              <a:lvl3pPr marL="1143000" indent="-228600" eaLnBrk="0" hangingPunct="0">
                <a:defRPr sz="2500" b="1">
                  <a:solidFill>
                    <a:schemeClr val="tx2"/>
                  </a:solidFill>
                  <a:latin typeface="Arial" pitchFamily="34" charset="0"/>
                </a:defRPr>
              </a:lvl3pPr>
              <a:lvl4pPr marL="1600200" indent="-228600" eaLnBrk="0" hangingPunct="0">
                <a:defRPr sz="2500" b="1">
                  <a:solidFill>
                    <a:schemeClr val="tx2"/>
                  </a:solidFill>
                  <a:latin typeface="Arial" pitchFamily="34" charset="0"/>
                </a:defRPr>
              </a:lvl4pPr>
              <a:lvl5pPr marL="2057400" indent="-228600" eaLnBrk="0" hangingPunct="0">
                <a:defRPr sz="2500" b="1">
                  <a:solidFill>
                    <a:schemeClr val="tx2"/>
                  </a:solidFill>
                  <a:latin typeface="Arial" pitchFamily="34" charset="0"/>
                </a:defRPr>
              </a:lvl5pPr>
              <a:lvl6pPr marL="2514600" indent="-228600" eaLnBrk="0" fontAlgn="base" hangingPunct="0">
                <a:spcBef>
                  <a:spcPct val="0"/>
                </a:spcBef>
                <a:spcAft>
                  <a:spcPct val="0"/>
                </a:spcAft>
                <a:defRPr sz="2500" b="1">
                  <a:solidFill>
                    <a:schemeClr val="tx2"/>
                  </a:solidFill>
                  <a:latin typeface="Arial" pitchFamily="34" charset="0"/>
                </a:defRPr>
              </a:lvl6pPr>
              <a:lvl7pPr marL="2971800" indent="-228600" eaLnBrk="0" fontAlgn="base" hangingPunct="0">
                <a:spcBef>
                  <a:spcPct val="0"/>
                </a:spcBef>
                <a:spcAft>
                  <a:spcPct val="0"/>
                </a:spcAft>
                <a:defRPr sz="2500" b="1">
                  <a:solidFill>
                    <a:schemeClr val="tx2"/>
                  </a:solidFill>
                  <a:latin typeface="Arial" pitchFamily="34" charset="0"/>
                </a:defRPr>
              </a:lvl7pPr>
              <a:lvl8pPr marL="3429000" indent="-228600" eaLnBrk="0" fontAlgn="base" hangingPunct="0">
                <a:spcBef>
                  <a:spcPct val="0"/>
                </a:spcBef>
                <a:spcAft>
                  <a:spcPct val="0"/>
                </a:spcAft>
                <a:defRPr sz="2500" b="1">
                  <a:solidFill>
                    <a:schemeClr val="tx2"/>
                  </a:solidFill>
                  <a:latin typeface="Arial" pitchFamily="34" charset="0"/>
                </a:defRPr>
              </a:lvl8pPr>
              <a:lvl9pPr marL="3886200" indent="-228600" eaLnBrk="0" fontAlgn="base" hangingPunct="0">
                <a:spcBef>
                  <a:spcPct val="0"/>
                </a:spcBef>
                <a:spcAft>
                  <a:spcPct val="0"/>
                </a:spcAft>
                <a:defRPr sz="2500" b="1">
                  <a:solidFill>
                    <a:schemeClr val="tx2"/>
                  </a:solidFill>
                  <a:latin typeface="Arial" pitchFamily="34" charset="0"/>
                </a:defRPr>
              </a:lvl9pPr>
            </a:lstStyle>
            <a:p>
              <a:pPr algn="ctr" fontAlgn="base">
                <a:spcBef>
                  <a:spcPct val="50000"/>
                </a:spcBef>
                <a:spcAft>
                  <a:spcPct val="0"/>
                </a:spcAft>
              </a:pPr>
              <a:r>
                <a:rPr lang="es-ES" sz="1200" dirty="0">
                  <a:solidFill>
                    <a:srgbClr val="000000"/>
                  </a:solidFill>
                  <a:latin typeface="Verdana" pitchFamily="34" charset="0"/>
                  <a:cs typeface="Arial" pitchFamily="34" charset="0"/>
                </a:rPr>
                <a:t>30 horas</a:t>
              </a:r>
            </a:p>
          </p:txBody>
        </p:sp>
        <p:sp>
          <p:nvSpPr>
            <p:cNvPr id="23" name="Text Box 15"/>
            <p:cNvSpPr txBox="1">
              <a:spLocks noChangeArrowheads="1"/>
            </p:cNvSpPr>
            <p:nvPr/>
          </p:nvSpPr>
          <p:spPr bwMode="auto">
            <a:xfrm>
              <a:off x="1429" y="1914"/>
              <a:ext cx="589"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a:spAutoFit/>
            </a:bodyPr>
            <a:lstStyle>
              <a:lvl1pPr eaLnBrk="0" hangingPunct="0">
                <a:defRPr sz="2500" b="1">
                  <a:solidFill>
                    <a:schemeClr val="tx2"/>
                  </a:solidFill>
                  <a:latin typeface="Arial" pitchFamily="34" charset="0"/>
                </a:defRPr>
              </a:lvl1pPr>
              <a:lvl2pPr marL="742950" indent="-285750" eaLnBrk="0" hangingPunct="0">
                <a:defRPr sz="2500" b="1">
                  <a:solidFill>
                    <a:schemeClr val="tx2"/>
                  </a:solidFill>
                  <a:latin typeface="Arial" pitchFamily="34" charset="0"/>
                </a:defRPr>
              </a:lvl2pPr>
              <a:lvl3pPr marL="1143000" indent="-228600" eaLnBrk="0" hangingPunct="0">
                <a:defRPr sz="2500" b="1">
                  <a:solidFill>
                    <a:schemeClr val="tx2"/>
                  </a:solidFill>
                  <a:latin typeface="Arial" pitchFamily="34" charset="0"/>
                </a:defRPr>
              </a:lvl3pPr>
              <a:lvl4pPr marL="1600200" indent="-228600" eaLnBrk="0" hangingPunct="0">
                <a:defRPr sz="2500" b="1">
                  <a:solidFill>
                    <a:schemeClr val="tx2"/>
                  </a:solidFill>
                  <a:latin typeface="Arial" pitchFamily="34" charset="0"/>
                </a:defRPr>
              </a:lvl4pPr>
              <a:lvl5pPr marL="2057400" indent="-228600" eaLnBrk="0" hangingPunct="0">
                <a:defRPr sz="2500" b="1">
                  <a:solidFill>
                    <a:schemeClr val="tx2"/>
                  </a:solidFill>
                  <a:latin typeface="Arial" pitchFamily="34" charset="0"/>
                </a:defRPr>
              </a:lvl5pPr>
              <a:lvl6pPr marL="2514600" indent="-228600" eaLnBrk="0" fontAlgn="base" hangingPunct="0">
                <a:spcBef>
                  <a:spcPct val="0"/>
                </a:spcBef>
                <a:spcAft>
                  <a:spcPct val="0"/>
                </a:spcAft>
                <a:defRPr sz="2500" b="1">
                  <a:solidFill>
                    <a:schemeClr val="tx2"/>
                  </a:solidFill>
                  <a:latin typeface="Arial" pitchFamily="34" charset="0"/>
                </a:defRPr>
              </a:lvl6pPr>
              <a:lvl7pPr marL="2971800" indent="-228600" eaLnBrk="0" fontAlgn="base" hangingPunct="0">
                <a:spcBef>
                  <a:spcPct val="0"/>
                </a:spcBef>
                <a:spcAft>
                  <a:spcPct val="0"/>
                </a:spcAft>
                <a:defRPr sz="2500" b="1">
                  <a:solidFill>
                    <a:schemeClr val="tx2"/>
                  </a:solidFill>
                  <a:latin typeface="Arial" pitchFamily="34" charset="0"/>
                </a:defRPr>
              </a:lvl7pPr>
              <a:lvl8pPr marL="3429000" indent="-228600" eaLnBrk="0" fontAlgn="base" hangingPunct="0">
                <a:spcBef>
                  <a:spcPct val="0"/>
                </a:spcBef>
                <a:spcAft>
                  <a:spcPct val="0"/>
                </a:spcAft>
                <a:defRPr sz="2500" b="1">
                  <a:solidFill>
                    <a:schemeClr val="tx2"/>
                  </a:solidFill>
                  <a:latin typeface="Arial" pitchFamily="34" charset="0"/>
                </a:defRPr>
              </a:lvl8pPr>
              <a:lvl9pPr marL="3886200" indent="-228600" eaLnBrk="0" fontAlgn="base" hangingPunct="0">
                <a:spcBef>
                  <a:spcPct val="0"/>
                </a:spcBef>
                <a:spcAft>
                  <a:spcPct val="0"/>
                </a:spcAft>
                <a:defRPr sz="2500" b="1">
                  <a:solidFill>
                    <a:schemeClr val="tx2"/>
                  </a:solidFill>
                  <a:latin typeface="Arial" pitchFamily="34" charset="0"/>
                </a:defRPr>
              </a:lvl9pPr>
            </a:lstStyle>
            <a:p>
              <a:pPr algn="ctr" fontAlgn="base">
                <a:spcBef>
                  <a:spcPct val="50000"/>
                </a:spcBef>
                <a:spcAft>
                  <a:spcPct val="0"/>
                </a:spcAft>
              </a:pPr>
              <a:r>
                <a:rPr lang="es-ES" sz="1200" dirty="0">
                  <a:solidFill>
                    <a:srgbClr val="000000"/>
                  </a:solidFill>
                  <a:latin typeface="Verdana" pitchFamily="34" charset="0"/>
                  <a:cs typeface="Arial" pitchFamily="34" charset="0"/>
                </a:rPr>
                <a:t>32 horas</a:t>
              </a:r>
            </a:p>
          </p:txBody>
        </p:sp>
        <p:sp>
          <p:nvSpPr>
            <p:cNvPr id="24" name="Text Box 16"/>
            <p:cNvSpPr txBox="1">
              <a:spLocks noChangeArrowheads="1"/>
            </p:cNvSpPr>
            <p:nvPr/>
          </p:nvSpPr>
          <p:spPr bwMode="auto">
            <a:xfrm>
              <a:off x="3017" y="2042"/>
              <a:ext cx="589"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a:spAutoFit/>
            </a:bodyPr>
            <a:lstStyle>
              <a:lvl1pPr eaLnBrk="0" hangingPunct="0">
                <a:defRPr sz="2500" b="1">
                  <a:solidFill>
                    <a:schemeClr val="tx2"/>
                  </a:solidFill>
                  <a:latin typeface="Arial" pitchFamily="34" charset="0"/>
                </a:defRPr>
              </a:lvl1pPr>
              <a:lvl2pPr marL="742950" indent="-285750" eaLnBrk="0" hangingPunct="0">
                <a:defRPr sz="2500" b="1">
                  <a:solidFill>
                    <a:schemeClr val="tx2"/>
                  </a:solidFill>
                  <a:latin typeface="Arial" pitchFamily="34" charset="0"/>
                </a:defRPr>
              </a:lvl2pPr>
              <a:lvl3pPr marL="1143000" indent="-228600" eaLnBrk="0" hangingPunct="0">
                <a:defRPr sz="2500" b="1">
                  <a:solidFill>
                    <a:schemeClr val="tx2"/>
                  </a:solidFill>
                  <a:latin typeface="Arial" pitchFamily="34" charset="0"/>
                </a:defRPr>
              </a:lvl3pPr>
              <a:lvl4pPr marL="1600200" indent="-228600" eaLnBrk="0" hangingPunct="0">
                <a:defRPr sz="2500" b="1">
                  <a:solidFill>
                    <a:schemeClr val="tx2"/>
                  </a:solidFill>
                  <a:latin typeface="Arial" pitchFamily="34" charset="0"/>
                </a:defRPr>
              </a:lvl4pPr>
              <a:lvl5pPr marL="2057400" indent="-228600" eaLnBrk="0" hangingPunct="0">
                <a:defRPr sz="2500" b="1">
                  <a:solidFill>
                    <a:schemeClr val="tx2"/>
                  </a:solidFill>
                  <a:latin typeface="Arial" pitchFamily="34" charset="0"/>
                </a:defRPr>
              </a:lvl5pPr>
              <a:lvl6pPr marL="2514600" indent="-228600" eaLnBrk="0" fontAlgn="base" hangingPunct="0">
                <a:spcBef>
                  <a:spcPct val="0"/>
                </a:spcBef>
                <a:spcAft>
                  <a:spcPct val="0"/>
                </a:spcAft>
                <a:defRPr sz="2500" b="1">
                  <a:solidFill>
                    <a:schemeClr val="tx2"/>
                  </a:solidFill>
                  <a:latin typeface="Arial" pitchFamily="34" charset="0"/>
                </a:defRPr>
              </a:lvl6pPr>
              <a:lvl7pPr marL="2971800" indent="-228600" eaLnBrk="0" fontAlgn="base" hangingPunct="0">
                <a:spcBef>
                  <a:spcPct val="0"/>
                </a:spcBef>
                <a:spcAft>
                  <a:spcPct val="0"/>
                </a:spcAft>
                <a:defRPr sz="2500" b="1">
                  <a:solidFill>
                    <a:schemeClr val="tx2"/>
                  </a:solidFill>
                  <a:latin typeface="Arial" pitchFamily="34" charset="0"/>
                </a:defRPr>
              </a:lvl7pPr>
              <a:lvl8pPr marL="3429000" indent="-228600" eaLnBrk="0" fontAlgn="base" hangingPunct="0">
                <a:spcBef>
                  <a:spcPct val="0"/>
                </a:spcBef>
                <a:spcAft>
                  <a:spcPct val="0"/>
                </a:spcAft>
                <a:defRPr sz="2500" b="1">
                  <a:solidFill>
                    <a:schemeClr val="tx2"/>
                  </a:solidFill>
                  <a:latin typeface="Arial" pitchFamily="34" charset="0"/>
                </a:defRPr>
              </a:lvl8pPr>
              <a:lvl9pPr marL="3886200" indent="-228600" eaLnBrk="0" fontAlgn="base" hangingPunct="0">
                <a:spcBef>
                  <a:spcPct val="0"/>
                </a:spcBef>
                <a:spcAft>
                  <a:spcPct val="0"/>
                </a:spcAft>
                <a:defRPr sz="2500" b="1">
                  <a:solidFill>
                    <a:schemeClr val="tx2"/>
                  </a:solidFill>
                  <a:latin typeface="Arial" pitchFamily="34" charset="0"/>
                </a:defRPr>
              </a:lvl9pPr>
            </a:lstStyle>
            <a:p>
              <a:pPr algn="ctr" fontAlgn="base">
                <a:spcBef>
                  <a:spcPct val="50000"/>
                </a:spcBef>
                <a:spcAft>
                  <a:spcPct val="0"/>
                </a:spcAft>
              </a:pPr>
              <a:r>
                <a:rPr lang="es-ES" sz="1200" dirty="0">
                  <a:solidFill>
                    <a:srgbClr val="000000"/>
                  </a:solidFill>
                  <a:latin typeface="Verdana" pitchFamily="34" charset="0"/>
                  <a:cs typeface="Arial" pitchFamily="34" charset="0"/>
                </a:rPr>
                <a:t>25 horas</a:t>
              </a:r>
            </a:p>
          </p:txBody>
        </p:sp>
        <p:sp>
          <p:nvSpPr>
            <p:cNvPr id="25" name="Text Box 17"/>
            <p:cNvSpPr txBox="1">
              <a:spLocks noChangeArrowheads="1"/>
            </p:cNvSpPr>
            <p:nvPr/>
          </p:nvSpPr>
          <p:spPr bwMode="auto">
            <a:xfrm>
              <a:off x="3015" y="2404"/>
              <a:ext cx="589"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a:spAutoFit/>
            </a:bodyPr>
            <a:lstStyle>
              <a:lvl1pPr eaLnBrk="0" hangingPunct="0">
                <a:defRPr sz="2500" b="1">
                  <a:solidFill>
                    <a:schemeClr val="tx2"/>
                  </a:solidFill>
                  <a:latin typeface="Arial" pitchFamily="34" charset="0"/>
                </a:defRPr>
              </a:lvl1pPr>
              <a:lvl2pPr marL="742950" indent="-285750" eaLnBrk="0" hangingPunct="0">
                <a:defRPr sz="2500" b="1">
                  <a:solidFill>
                    <a:schemeClr val="tx2"/>
                  </a:solidFill>
                  <a:latin typeface="Arial" pitchFamily="34" charset="0"/>
                </a:defRPr>
              </a:lvl2pPr>
              <a:lvl3pPr marL="1143000" indent="-228600" eaLnBrk="0" hangingPunct="0">
                <a:defRPr sz="2500" b="1">
                  <a:solidFill>
                    <a:schemeClr val="tx2"/>
                  </a:solidFill>
                  <a:latin typeface="Arial" pitchFamily="34" charset="0"/>
                </a:defRPr>
              </a:lvl3pPr>
              <a:lvl4pPr marL="1600200" indent="-228600" eaLnBrk="0" hangingPunct="0">
                <a:defRPr sz="2500" b="1">
                  <a:solidFill>
                    <a:schemeClr val="tx2"/>
                  </a:solidFill>
                  <a:latin typeface="Arial" pitchFamily="34" charset="0"/>
                </a:defRPr>
              </a:lvl4pPr>
              <a:lvl5pPr marL="2057400" indent="-228600" eaLnBrk="0" hangingPunct="0">
                <a:defRPr sz="2500" b="1">
                  <a:solidFill>
                    <a:schemeClr val="tx2"/>
                  </a:solidFill>
                  <a:latin typeface="Arial" pitchFamily="34" charset="0"/>
                </a:defRPr>
              </a:lvl5pPr>
              <a:lvl6pPr marL="2514600" indent="-228600" eaLnBrk="0" fontAlgn="base" hangingPunct="0">
                <a:spcBef>
                  <a:spcPct val="0"/>
                </a:spcBef>
                <a:spcAft>
                  <a:spcPct val="0"/>
                </a:spcAft>
                <a:defRPr sz="2500" b="1">
                  <a:solidFill>
                    <a:schemeClr val="tx2"/>
                  </a:solidFill>
                  <a:latin typeface="Arial" pitchFamily="34" charset="0"/>
                </a:defRPr>
              </a:lvl6pPr>
              <a:lvl7pPr marL="2971800" indent="-228600" eaLnBrk="0" fontAlgn="base" hangingPunct="0">
                <a:spcBef>
                  <a:spcPct val="0"/>
                </a:spcBef>
                <a:spcAft>
                  <a:spcPct val="0"/>
                </a:spcAft>
                <a:defRPr sz="2500" b="1">
                  <a:solidFill>
                    <a:schemeClr val="tx2"/>
                  </a:solidFill>
                  <a:latin typeface="Arial" pitchFamily="34" charset="0"/>
                </a:defRPr>
              </a:lvl7pPr>
              <a:lvl8pPr marL="3429000" indent="-228600" eaLnBrk="0" fontAlgn="base" hangingPunct="0">
                <a:spcBef>
                  <a:spcPct val="0"/>
                </a:spcBef>
                <a:spcAft>
                  <a:spcPct val="0"/>
                </a:spcAft>
                <a:defRPr sz="2500" b="1">
                  <a:solidFill>
                    <a:schemeClr val="tx2"/>
                  </a:solidFill>
                  <a:latin typeface="Arial" pitchFamily="34" charset="0"/>
                </a:defRPr>
              </a:lvl8pPr>
              <a:lvl9pPr marL="3886200" indent="-228600" eaLnBrk="0" fontAlgn="base" hangingPunct="0">
                <a:spcBef>
                  <a:spcPct val="0"/>
                </a:spcBef>
                <a:spcAft>
                  <a:spcPct val="0"/>
                </a:spcAft>
                <a:defRPr sz="2500" b="1">
                  <a:solidFill>
                    <a:schemeClr val="tx2"/>
                  </a:solidFill>
                  <a:latin typeface="Arial" pitchFamily="34" charset="0"/>
                </a:defRPr>
              </a:lvl9pPr>
            </a:lstStyle>
            <a:p>
              <a:pPr algn="ctr" fontAlgn="base">
                <a:spcBef>
                  <a:spcPct val="50000"/>
                </a:spcBef>
                <a:spcAft>
                  <a:spcPct val="0"/>
                </a:spcAft>
              </a:pPr>
              <a:r>
                <a:rPr lang="es-ES" sz="1200" dirty="0">
                  <a:solidFill>
                    <a:srgbClr val="000000"/>
                  </a:solidFill>
                  <a:latin typeface="Verdana" pitchFamily="34" charset="0"/>
                  <a:cs typeface="Arial" pitchFamily="34" charset="0"/>
                </a:rPr>
                <a:t>25 horas</a:t>
              </a:r>
            </a:p>
          </p:txBody>
        </p:sp>
        <p:sp>
          <p:nvSpPr>
            <p:cNvPr id="26" name="Text Box 18"/>
            <p:cNvSpPr txBox="1">
              <a:spLocks noChangeArrowheads="1"/>
            </p:cNvSpPr>
            <p:nvPr/>
          </p:nvSpPr>
          <p:spPr bwMode="auto">
            <a:xfrm>
              <a:off x="1846" y="2268"/>
              <a:ext cx="589"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a:spAutoFit/>
            </a:bodyPr>
            <a:lstStyle>
              <a:lvl1pPr eaLnBrk="0" hangingPunct="0">
                <a:defRPr sz="2500" b="1">
                  <a:solidFill>
                    <a:schemeClr val="tx2"/>
                  </a:solidFill>
                  <a:latin typeface="Arial" pitchFamily="34" charset="0"/>
                </a:defRPr>
              </a:lvl1pPr>
              <a:lvl2pPr marL="742950" indent="-285750" eaLnBrk="0" hangingPunct="0">
                <a:defRPr sz="2500" b="1">
                  <a:solidFill>
                    <a:schemeClr val="tx2"/>
                  </a:solidFill>
                  <a:latin typeface="Arial" pitchFamily="34" charset="0"/>
                </a:defRPr>
              </a:lvl2pPr>
              <a:lvl3pPr marL="1143000" indent="-228600" eaLnBrk="0" hangingPunct="0">
                <a:defRPr sz="2500" b="1">
                  <a:solidFill>
                    <a:schemeClr val="tx2"/>
                  </a:solidFill>
                  <a:latin typeface="Arial" pitchFamily="34" charset="0"/>
                </a:defRPr>
              </a:lvl3pPr>
              <a:lvl4pPr marL="1600200" indent="-228600" eaLnBrk="0" hangingPunct="0">
                <a:defRPr sz="2500" b="1">
                  <a:solidFill>
                    <a:schemeClr val="tx2"/>
                  </a:solidFill>
                  <a:latin typeface="Arial" pitchFamily="34" charset="0"/>
                </a:defRPr>
              </a:lvl4pPr>
              <a:lvl5pPr marL="2057400" indent="-228600" eaLnBrk="0" hangingPunct="0">
                <a:defRPr sz="2500" b="1">
                  <a:solidFill>
                    <a:schemeClr val="tx2"/>
                  </a:solidFill>
                  <a:latin typeface="Arial" pitchFamily="34" charset="0"/>
                </a:defRPr>
              </a:lvl5pPr>
              <a:lvl6pPr marL="2514600" indent="-228600" eaLnBrk="0" fontAlgn="base" hangingPunct="0">
                <a:spcBef>
                  <a:spcPct val="0"/>
                </a:spcBef>
                <a:spcAft>
                  <a:spcPct val="0"/>
                </a:spcAft>
                <a:defRPr sz="2500" b="1">
                  <a:solidFill>
                    <a:schemeClr val="tx2"/>
                  </a:solidFill>
                  <a:latin typeface="Arial" pitchFamily="34" charset="0"/>
                </a:defRPr>
              </a:lvl6pPr>
              <a:lvl7pPr marL="2971800" indent="-228600" eaLnBrk="0" fontAlgn="base" hangingPunct="0">
                <a:spcBef>
                  <a:spcPct val="0"/>
                </a:spcBef>
                <a:spcAft>
                  <a:spcPct val="0"/>
                </a:spcAft>
                <a:defRPr sz="2500" b="1">
                  <a:solidFill>
                    <a:schemeClr val="tx2"/>
                  </a:solidFill>
                  <a:latin typeface="Arial" pitchFamily="34" charset="0"/>
                </a:defRPr>
              </a:lvl7pPr>
              <a:lvl8pPr marL="3429000" indent="-228600" eaLnBrk="0" fontAlgn="base" hangingPunct="0">
                <a:spcBef>
                  <a:spcPct val="0"/>
                </a:spcBef>
                <a:spcAft>
                  <a:spcPct val="0"/>
                </a:spcAft>
                <a:defRPr sz="2500" b="1">
                  <a:solidFill>
                    <a:schemeClr val="tx2"/>
                  </a:solidFill>
                  <a:latin typeface="Arial" pitchFamily="34" charset="0"/>
                </a:defRPr>
              </a:lvl8pPr>
              <a:lvl9pPr marL="3886200" indent="-228600" eaLnBrk="0" fontAlgn="base" hangingPunct="0">
                <a:spcBef>
                  <a:spcPct val="0"/>
                </a:spcBef>
                <a:spcAft>
                  <a:spcPct val="0"/>
                </a:spcAft>
                <a:defRPr sz="2500" b="1">
                  <a:solidFill>
                    <a:schemeClr val="tx2"/>
                  </a:solidFill>
                  <a:latin typeface="Arial" pitchFamily="34" charset="0"/>
                </a:defRPr>
              </a:lvl9pPr>
            </a:lstStyle>
            <a:p>
              <a:pPr algn="ctr" fontAlgn="base">
                <a:spcBef>
                  <a:spcPct val="50000"/>
                </a:spcBef>
                <a:spcAft>
                  <a:spcPct val="0"/>
                </a:spcAft>
              </a:pPr>
              <a:r>
                <a:rPr lang="es-ES" sz="1200" dirty="0">
                  <a:solidFill>
                    <a:srgbClr val="000000"/>
                  </a:solidFill>
                  <a:latin typeface="Verdana" pitchFamily="34" charset="0"/>
                  <a:cs typeface="Arial" pitchFamily="34" charset="0"/>
                </a:rPr>
                <a:t>20 horas</a:t>
              </a:r>
            </a:p>
          </p:txBody>
        </p:sp>
        <p:sp>
          <p:nvSpPr>
            <p:cNvPr id="27" name="Text Box 19"/>
            <p:cNvSpPr txBox="1">
              <a:spLocks noChangeArrowheads="1"/>
            </p:cNvSpPr>
            <p:nvPr/>
          </p:nvSpPr>
          <p:spPr bwMode="auto">
            <a:xfrm>
              <a:off x="4105" y="2595"/>
              <a:ext cx="589"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a:spAutoFit/>
            </a:bodyPr>
            <a:lstStyle>
              <a:lvl1pPr eaLnBrk="0" hangingPunct="0">
                <a:defRPr sz="2500" b="1">
                  <a:solidFill>
                    <a:schemeClr val="tx2"/>
                  </a:solidFill>
                  <a:latin typeface="Arial" pitchFamily="34" charset="0"/>
                </a:defRPr>
              </a:lvl1pPr>
              <a:lvl2pPr marL="742950" indent="-285750" eaLnBrk="0" hangingPunct="0">
                <a:defRPr sz="2500" b="1">
                  <a:solidFill>
                    <a:schemeClr val="tx2"/>
                  </a:solidFill>
                  <a:latin typeface="Arial" pitchFamily="34" charset="0"/>
                </a:defRPr>
              </a:lvl2pPr>
              <a:lvl3pPr marL="1143000" indent="-228600" eaLnBrk="0" hangingPunct="0">
                <a:defRPr sz="2500" b="1">
                  <a:solidFill>
                    <a:schemeClr val="tx2"/>
                  </a:solidFill>
                  <a:latin typeface="Arial" pitchFamily="34" charset="0"/>
                </a:defRPr>
              </a:lvl3pPr>
              <a:lvl4pPr marL="1600200" indent="-228600" eaLnBrk="0" hangingPunct="0">
                <a:defRPr sz="2500" b="1">
                  <a:solidFill>
                    <a:schemeClr val="tx2"/>
                  </a:solidFill>
                  <a:latin typeface="Arial" pitchFamily="34" charset="0"/>
                </a:defRPr>
              </a:lvl4pPr>
              <a:lvl5pPr marL="2057400" indent="-228600" eaLnBrk="0" hangingPunct="0">
                <a:defRPr sz="2500" b="1">
                  <a:solidFill>
                    <a:schemeClr val="tx2"/>
                  </a:solidFill>
                  <a:latin typeface="Arial" pitchFamily="34" charset="0"/>
                </a:defRPr>
              </a:lvl5pPr>
              <a:lvl6pPr marL="2514600" indent="-228600" eaLnBrk="0" fontAlgn="base" hangingPunct="0">
                <a:spcBef>
                  <a:spcPct val="0"/>
                </a:spcBef>
                <a:spcAft>
                  <a:spcPct val="0"/>
                </a:spcAft>
                <a:defRPr sz="2500" b="1">
                  <a:solidFill>
                    <a:schemeClr val="tx2"/>
                  </a:solidFill>
                  <a:latin typeface="Arial" pitchFamily="34" charset="0"/>
                </a:defRPr>
              </a:lvl6pPr>
              <a:lvl7pPr marL="2971800" indent="-228600" eaLnBrk="0" fontAlgn="base" hangingPunct="0">
                <a:spcBef>
                  <a:spcPct val="0"/>
                </a:spcBef>
                <a:spcAft>
                  <a:spcPct val="0"/>
                </a:spcAft>
                <a:defRPr sz="2500" b="1">
                  <a:solidFill>
                    <a:schemeClr val="tx2"/>
                  </a:solidFill>
                  <a:latin typeface="Arial" pitchFamily="34" charset="0"/>
                </a:defRPr>
              </a:lvl7pPr>
              <a:lvl8pPr marL="3429000" indent="-228600" eaLnBrk="0" fontAlgn="base" hangingPunct="0">
                <a:spcBef>
                  <a:spcPct val="0"/>
                </a:spcBef>
                <a:spcAft>
                  <a:spcPct val="0"/>
                </a:spcAft>
                <a:defRPr sz="2500" b="1">
                  <a:solidFill>
                    <a:schemeClr val="tx2"/>
                  </a:solidFill>
                  <a:latin typeface="Arial" pitchFamily="34" charset="0"/>
                </a:defRPr>
              </a:lvl8pPr>
              <a:lvl9pPr marL="3886200" indent="-228600" eaLnBrk="0" fontAlgn="base" hangingPunct="0">
                <a:spcBef>
                  <a:spcPct val="0"/>
                </a:spcBef>
                <a:spcAft>
                  <a:spcPct val="0"/>
                </a:spcAft>
                <a:defRPr sz="2500" b="1">
                  <a:solidFill>
                    <a:schemeClr val="tx2"/>
                  </a:solidFill>
                  <a:latin typeface="Arial" pitchFamily="34" charset="0"/>
                </a:defRPr>
              </a:lvl9pPr>
            </a:lstStyle>
            <a:p>
              <a:pPr algn="ctr" fontAlgn="base">
                <a:spcBef>
                  <a:spcPct val="50000"/>
                </a:spcBef>
                <a:spcAft>
                  <a:spcPct val="0"/>
                </a:spcAft>
              </a:pPr>
              <a:r>
                <a:rPr lang="es-ES" sz="1200" dirty="0">
                  <a:solidFill>
                    <a:srgbClr val="000000"/>
                  </a:solidFill>
                  <a:latin typeface="Verdana" pitchFamily="34" charset="0"/>
                  <a:cs typeface="Arial" pitchFamily="34" charset="0"/>
                </a:rPr>
                <a:t>15 horas</a:t>
              </a:r>
            </a:p>
          </p:txBody>
        </p:sp>
        <p:grpSp>
          <p:nvGrpSpPr>
            <p:cNvPr id="28" name="Group 20"/>
            <p:cNvGrpSpPr>
              <a:grpSpLocks/>
            </p:cNvGrpSpPr>
            <p:nvPr/>
          </p:nvGrpSpPr>
          <p:grpSpPr bwMode="auto">
            <a:xfrm>
              <a:off x="2517" y="1434"/>
              <a:ext cx="136" cy="136"/>
              <a:chOff x="4785" y="1525"/>
              <a:chExt cx="45" cy="136"/>
            </a:xfrm>
          </p:grpSpPr>
          <p:sp>
            <p:nvSpPr>
              <p:cNvPr id="51" name="Line 21"/>
              <p:cNvSpPr>
                <a:spLocks noChangeShapeType="1"/>
              </p:cNvSpPr>
              <p:nvPr/>
            </p:nvSpPr>
            <p:spPr bwMode="auto">
              <a:xfrm>
                <a:off x="4830" y="1525"/>
                <a:ext cx="0" cy="136"/>
              </a:xfrm>
              <a:prstGeom prst="line">
                <a:avLst/>
              </a:prstGeom>
              <a:noFill/>
              <a:ln w="317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pPr fontAlgn="base">
                  <a:spcBef>
                    <a:spcPct val="0"/>
                  </a:spcBef>
                  <a:spcAft>
                    <a:spcPct val="0"/>
                  </a:spcAft>
                </a:pPr>
                <a:endParaRPr lang="en-US" sz="2500" b="1">
                  <a:solidFill>
                    <a:srgbClr val="000000"/>
                  </a:solidFill>
                  <a:latin typeface="Arial" pitchFamily="34" charset="0"/>
                  <a:cs typeface="Arial" pitchFamily="34" charset="0"/>
                </a:endParaRPr>
              </a:p>
            </p:txBody>
          </p:sp>
          <p:sp>
            <p:nvSpPr>
              <p:cNvPr id="52" name="Line 22"/>
              <p:cNvSpPr>
                <a:spLocks noChangeShapeType="1"/>
              </p:cNvSpPr>
              <p:nvPr/>
            </p:nvSpPr>
            <p:spPr bwMode="auto">
              <a:xfrm flipH="1">
                <a:off x="4785" y="1525"/>
                <a:ext cx="45" cy="0"/>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fontAlgn="base">
                  <a:spcBef>
                    <a:spcPct val="0"/>
                  </a:spcBef>
                  <a:spcAft>
                    <a:spcPct val="0"/>
                  </a:spcAft>
                </a:pPr>
                <a:endParaRPr lang="en-US" sz="2500" b="1">
                  <a:solidFill>
                    <a:srgbClr val="000000"/>
                  </a:solidFill>
                  <a:latin typeface="Arial" pitchFamily="34" charset="0"/>
                  <a:cs typeface="Arial" pitchFamily="34" charset="0"/>
                </a:endParaRPr>
              </a:p>
            </p:txBody>
          </p:sp>
        </p:grpSp>
        <p:grpSp>
          <p:nvGrpSpPr>
            <p:cNvPr id="29" name="Group 23"/>
            <p:cNvGrpSpPr>
              <a:grpSpLocks/>
            </p:cNvGrpSpPr>
            <p:nvPr/>
          </p:nvGrpSpPr>
          <p:grpSpPr bwMode="auto">
            <a:xfrm>
              <a:off x="2562" y="1842"/>
              <a:ext cx="91" cy="136"/>
              <a:chOff x="4785" y="1525"/>
              <a:chExt cx="45" cy="136"/>
            </a:xfrm>
          </p:grpSpPr>
          <p:sp>
            <p:nvSpPr>
              <p:cNvPr id="49" name="Line 24"/>
              <p:cNvSpPr>
                <a:spLocks noChangeShapeType="1"/>
              </p:cNvSpPr>
              <p:nvPr/>
            </p:nvSpPr>
            <p:spPr bwMode="auto">
              <a:xfrm>
                <a:off x="4830" y="1525"/>
                <a:ext cx="0" cy="136"/>
              </a:xfrm>
              <a:prstGeom prst="line">
                <a:avLst/>
              </a:prstGeom>
              <a:noFill/>
              <a:ln w="317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pPr fontAlgn="base">
                  <a:spcBef>
                    <a:spcPct val="0"/>
                  </a:spcBef>
                  <a:spcAft>
                    <a:spcPct val="0"/>
                  </a:spcAft>
                </a:pPr>
                <a:endParaRPr lang="en-US" sz="2500" b="1">
                  <a:solidFill>
                    <a:srgbClr val="000000"/>
                  </a:solidFill>
                  <a:latin typeface="Arial" pitchFamily="34" charset="0"/>
                  <a:cs typeface="Arial" pitchFamily="34" charset="0"/>
                </a:endParaRPr>
              </a:p>
            </p:txBody>
          </p:sp>
          <p:sp>
            <p:nvSpPr>
              <p:cNvPr id="50" name="Line 25"/>
              <p:cNvSpPr>
                <a:spLocks noChangeShapeType="1"/>
              </p:cNvSpPr>
              <p:nvPr/>
            </p:nvSpPr>
            <p:spPr bwMode="auto">
              <a:xfrm flipH="1">
                <a:off x="4785" y="1525"/>
                <a:ext cx="45" cy="0"/>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fontAlgn="base">
                  <a:spcBef>
                    <a:spcPct val="0"/>
                  </a:spcBef>
                  <a:spcAft>
                    <a:spcPct val="0"/>
                  </a:spcAft>
                </a:pPr>
                <a:endParaRPr lang="en-US" sz="2500" b="1">
                  <a:solidFill>
                    <a:srgbClr val="000000"/>
                  </a:solidFill>
                  <a:latin typeface="Arial" pitchFamily="34" charset="0"/>
                  <a:cs typeface="Arial" pitchFamily="34" charset="0"/>
                </a:endParaRPr>
              </a:p>
            </p:txBody>
          </p:sp>
        </p:grpSp>
        <p:grpSp>
          <p:nvGrpSpPr>
            <p:cNvPr id="30" name="Group 26"/>
            <p:cNvGrpSpPr>
              <a:grpSpLocks/>
            </p:cNvGrpSpPr>
            <p:nvPr/>
          </p:nvGrpSpPr>
          <p:grpSpPr bwMode="auto">
            <a:xfrm>
              <a:off x="2562" y="2205"/>
              <a:ext cx="91" cy="136"/>
              <a:chOff x="4785" y="1525"/>
              <a:chExt cx="45" cy="136"/>
            </a:xfrm>
          </p:grpSpPr>
          <p:sp>
            <p:nvSpPr>
              <p:cNvPr id="47" name="Line 27"/>
              <p:cNvSpPr>
                <a:spLocks noChangeShapeType="1"/>
              </p:cNvSpPr>
              <p:nvPr/>
            </p:nvSpPr>
            <p:spPr bwMode="auto">
              <a:xfrm>
                <a:off x="4830" y="1525"/>
                <a:ext cx="0" cy="136"/>
              </a:xfrm>
              <a:prstGeom prst="line">
                <a:avLst/>
              </a:prstGeom>
              <a:noFill/>
              <a:ln w="317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pPr fontAlgn="base">
                  <a:spcBef>
                    <a:spcPct val="0"/>
                  </a:spcBef>
                  <a:spcAft>
                    <a:spcPct val="0"/>
                  </a:spcAft>
                </a:pPr>
                <a:endParaRPr lang="en-US" sz="2500" b="1">
                  <a:solidFill>
                    <a:srgbClr val="000000"/>
                  </a:solidFill>
                  <a:latin typeface="Arial" pitchFamily="34" charset="0"/>
                  <a:cs typeface="Arial" pitchFamily="34" charset="0"/>
                </a:endParaRPr>
              </a:p>
            </p:txBody>
          </p:sp>
          <p:sp>
            <p:nvSpPr>
              <p:cNvPr id="48" name="Line 28"/>
              <p:cNvSpPr>
                <a:spLocks noChangeShapeType="1"/>
              </p:cNvSpPr>
              <p:nvPr/>
            </p:nvSpPr>
            <p:spPr bwMode="auto">
              <a:xfrm flipH="1">
                <a:off x="4785" y="1525"/>
                <a:ext cx="45" cy="0"/>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fontAlgn="base">
                  <a:spcBef>
                    <a:spcPct val="0"/>
                  </a:spcBef>
                  <a:spcAft>
                    <a:spcPct val="0"/>
                  </a:spcAft>
                </a:pPr>
                <a:endParaRPr lang="en-US" sz="2500" b="1">
                  <a:solidFill>
                    <a:srgbClr val="000000"/>
                  </a:solidFill>
                  <a:latin typeface="Arial" pitchFamily="34" charset="0"/>
                  <a:cs typeface="Arial" pitchFamily="34" charset="0"/>
                </a:endParaRPr>
              </a:p>
            </p:txBody>
          </p:sp>
        </p:grpSp>
        <p:grpSp>
          <p:nvGrpSpPr>
            <p:cNvPr id="31" name="Group 29"/>
            <p:cNvGrpSpPr>
              <a:grpSpLocks/>
            </p:cNvGrpSpPr>
            <p:nvPr/>
          </p:nvGrpSpPr>
          <p:grpSpPr bwMode="auto">
            <a:xfrm>
              <a:off x="3751" y="2368"/>
              <a:ext cx="363" cy="136"/>
              <a:chOff x="4785" y="1525"/>
              <a:chExt cx="45" cy="136"/>
            </a:xfrm>
          </p:grpSpPr>
          <p:sp>
            <p:nvSpPr>
              <p:cNvPr id="45" name="Line 30"/>
              <p:cNvSpPr>
                <a:spLocks noChangeShapeType="1"/>
              </p:cNvSpPr>
              <p:nvPr/>
            </p:nvSpPr>
            <p:spPr bwMode="auto">
              <a:xfrm>
                <a:off x="4830" y="1525"/>
                <a:ext cx="0" cy="136"/>
              </a:xfrm>
              <a:prstGeom prst="line">
                <a:avLst/>
              </a:prstGeom>
              <a:noFill/>
              <a:ln w="317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pPr fontAlgn="base">
                  <a:spcBef>
                    <a:spcPct val="0"/>
                  </a:spcBef>
                  <a:spcAft>
                    <a:spcPct val="0"/>
                  </a:spcAft>
                </a:pPr>
                <a:endParaRPr lang="en-US" sz="2500" b="1">
                  <a:solidFill>
                    <a:srgbClr val="000000"/>
                  </a:solidFill>
                  <a:latin typeface="Arial" pitchFamily="34" charset="0"/>
                  <a:cs typeface="Arial" pitchFamily="34" charset="0"/>
                </a:endParaRPr>
              </a:p>
            </p:txBody>
          </p:sp>
          <p:sp>
            <p:nvSpPr>
              <p:cNvPr id="46" name="Line 31"/>
              <p:cNvSpPr>
                <a:spLocks noChangeShapeType="1"/>
              </p:cNvSpPr>
              <p:nvPr/>
            </p:nvSpPr>
            <p:spPr bwMode="auto">
              <a:xfrm flipH="1">
                <a:off x="4785" y="1525"/>
                <a:ext cx="45" cy="0"/>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fontAlgn="base">
                  <a:spcBef>
                    <a:spcPct val="0"/>
                  </a:spcBef>
                  <a:spcAft>
                    <a:spcPct val="0"/>
                  </a:spcAft>
                </a:pPr>
                <a:endParaRPr lang="en-US" sz="2500" b="1">
                  <a:solidFill>
                    <a:srgbClr val="000000"/>
                  </a:solidFill>
                  <a:latin typeface="Arial" pitchFamily="34" charset="0"/>
                  <a:cs typeface="Arial" pitchFamily="34" charset="0"/>
                </a:endParaRPr>
              </a:p>
            </p:txBody>
          </p:sp>
        </p:grpSp>
        <p:grpSp>
          <p:nvGrpSpPr>
            <p:cNvPr id="32" name="Group 32"/>
            <p:cNvGrpSpPr>
              <a:grpSpLocks/>
            </p:cNvGrpSpPr>
            <p:nvPr/>
          </p:nvGrpSpPr>
          <p:grpSpPr bwMode="auto">
            <a:xfrm>
              <a:off x="3751" y="2024"/>
              <a:ext cx="363" cy="481"/>
              <a:chOff x="4785" y="1525"/>
              <a:chExt cx="45" cy="136"/>
            </a:xfrm>
          </p:grpSpPr>
          <p:sp>
            <p:nvSpPr>
              <p:cNvPr id="43" name="Line 33"/>
              <p:cNvSpPr>
                <a:spLocks noChangeShapeType="1"/>
              </p:cNvSpPr>
              <p:nvPr/>
            </p:nvSpPr>
            <p:spPr bwMode="auto">
              <a:xfrm>
                <a:off x="4830" y="1525"/>
                <a:ext cx="0" cy="136"/>
              </a:xfrm>
              <a:prstGeom prst="line">
                <a:avLst/>
              </a:prstGeom>
              <a:noFill/>
              <a:ln w="317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pPr fontAlgn="base">
                  <a:spcBef>
                    <a:spcPct val="0"/>
                  </a:spcBef>
                  <a:spcAft>
                    <a:spcPct val="0"/>
                  </a:spcAft>
                </a:pPr>
                <a:endParaRPr lang="en-US" sz="2500" b="1">
                  <a:solidFill>
                    <a:srgbClr val="000000"/>
                  </a:solidFill>
                  <a:latin typeface="Arial" pitchFamily="34" charset="0"/>
                  <a:cs typeface="Arial" pitchFamily="34" charset="0"/>
                </a:endParaRPr>
              </a:p>
            </p:txBody>
          </p:sp>
          <p:sp>
            <p:nvSpPr>
              <p:cNvPr id="44" name="Line 34"/>
              <p:cNvSpPr>
                <a:spLocks noChangeShapeType="1"/>
              </p:cNvSpPr>
              <p:nvPr/>
            </p:nvSpPr>
            <p:spPr bwMode="auto">
              <a:xfrm flipH="1">
                <a:off x="4785" y="1525"/>
                <a:ext cx="45" cy="0"/>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fontAlgn="base">
                  <a:spcBef>
                    <a:spcPct val="0"/>
                  </a:spcBef>
                  <a:spcAft>
                    <a:spcPct val="0"/>
                  </a:spcAft>
                </a:pPr>
                <a:endParaRPr lang="en-US" sz="2500" b="1">
                  <a:solidFill>
                    <a:srgbClr val="000000"/>
                  </a:solidFill>
                  <a:latin typeface="Arial" pitchFamily="34" charset="0"/>
                  <a:cs typeface="Arial" pitchFamily="34" charset="0"/>
                </a:endParaRPr>
              </a:p>
            </p:txBody>
          </p:sp>
        </p:grpSp>
        <p:grpSp>
          <p:nvGrpSpPr>
            <p:cNvPr id="33" name="Group 35"/>
            <p:cNvGrpSpPr>
              <a:grpSpLocks/>
            </p:cNvGrpSpPr>
            <p:nvPr/>
          </p:nvGrpSpPr>
          <p:grpSpPr bwMode="auto">
            <a:xfrm>
              <a:off x="4105" y="1616"/>
              <a:ext cx="90" cy="889"/>
              <a:chOff x="4785" y="1525"/>
              <a:chExt cx="45" cy="136"/>
            </a:xfrm>
          </p:grpSpPr>
          <p:sp>
            <p:nvSpPr>
              <p:cNvPr id="41" name="Line 36"/>
              <p:cNvSpPr>
                <a:spLocks noChangeShapeType="1"/>
              </p:cNvSpPr>
              <p:nvPr/>
            </p:nvSpPr>
            <p:spPr bwMode="auto">
              <a:xfrm>
                <a:off x="4830" y="1525"/>
                <a:ext cx="0" cy="136"/>
              </a:xfrm>
              <a:prstGeom prst="line">
                <a:avLst/>
              </a:prstGeom>
              <a:noFill/>
              <a:ln w="317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pPr fontAlgn="base">
                  <a:spcBef>
                    <a:spcPct val="0"/>
                  </a:spcBef>
                  <a:spcAft>
                    <a:spcPct val="0"/>
                  </a:spcAft>
                </a:pPr>
                <a:endParaRPr lang="en-US" sz="2500" b="1">
                  <a:solidFill>
                    <a:srgbClr val="000000"/>
                  </a:solidFill>
                  <a:latin typeface="Arial" pitchFamily="34" charset="0"/>
                  <a:cs typeface="Arial" pitchFamily="34" charset="0"/>
                </a:endParaRPr>
              </a:p>
            </p:txBody>
          </p:sp>
          <p:sp>
            <p:nvSpPr>
              <p:cNvPr id="42" name="Line 37"/>
              <p:cNvSpPr>
                <a:spLocks noChangeShapeType="1"/>
              </p:cNvSpPr>
              <p:nvPr/>
            </p:nvSpPr>
            <p:spPr bwMode="auto">
              <a:xfrm flipH="1">
                <a:off x="4785" y="1525"/>
                <a:ext cx="45" cy="0"/>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fontAlgn="base">
                  <a:spcBef>
                    <a:spcPct val="0"/>
                  </a:spcBef>
                  <a:spcAft>
                    <a:spcPct val="0"/>
                  </a:spcAft>
                </a:pPr>
                <a:endParaRPr lang="en-US" sz="2500" b="1">
                  <a:solidFill>
                    <a:srgbClr val="000000"/>
                  </a:solidFill>
                  <a:latin typeface="Arial" pitchFamily="34" charset="0"/>
                  <a:cs typeface="Arial" pitchFamily="34" charset="0"/>
                </a:endParaRPr>
              </a:p>
            </p:txBody>
          </p:sp>
        </p:grpSp>
        <p:sp>
          <p:nvSpPr>
            <p:cNvPr id="34" name="Text Box 38"/>
            <p:cNvSpPr txBox="1">
              <a:spLocks noChangeArrowheads="1"/>
            </p:cNvSpPr>
            <p:nvPr/>
          </p:nvSpPr>
          <p:spPr bwMode="auto">
            <a:xfrm>
              <a:off x="2562" y="1370"/>
              <a:ext cx="589"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a:spAutoFit/>
            </a:bodyPr>
            <a:lstStyle>
              <a:lvl1pPr eaLnBrk="0" hangingPunct="0">
                <a:defRPr sz="2500" b="1">
                  <a:solidFill>
                    <a:schemeClr val="tx2"/>
                  </a:solidFill>
                  <a:latin typeface="Arial" pitchFamily="34" charset="0"/>
                </a:defRPr>
              </a:lvl1pPr>
              <a:lvl2pPr marL="742950" indent="-285750" eaLnBrk="0" hangingPunct="0">
                <a:defRPr sz="2500" b="1">
                  <a:solidFill>
                    <a:schemeClr val="tx2"/>
                  </a:solidFill>
                  <a:latin typeface="Arial" pitchFamily="34" charset="0"/>
                </a:defRPr>
              </a:lvl2pPr>
              <a:lvl3pPr marL="1143000" indent="-228600" eaLnBrk="0" hangingPunct="0">
                <a:defRPr sz="2500" b="1">
                  <a:solidFill>
                    <a:schemeClr val="tx2"/>
                  </a:solidFill>
                  <a:latin typeface="Arial" pitchFamily="34" charset="0"/>
                </a:defRPr>
              </a:lvl3pPr>
              <a:lvl4pPr marL="1600200" indent="-228600" eaLnBrk="0" hangingPunct="0">
                <a:defRPr sz="2500" b="1">
                  <a:solidFill>
                    <a:schemeClr val="tx2"/>
                  </a:solidFill>
                  <a:latin typeface="Arial" pitchFamily="34" charset="0"/>
                </a:defRPr>
              </a:lvl4pPr>
              <a:lvl5pPr marL="2057400" indent="-228600" eaLnBrk="0" hangingPunct="0">
                <a:defRPr sz="2500" b="1">
                  <a:solidFill>
                    <a:schemeClr val="tx2"/>
                  </a:solidFill>
                  <a:latin typeface="Arial" pitchFamily="34" charset="0"/>
                </a:defRPr>
              </a:lvl5pPr>
              <a:lvl6pPr marL="2514600" indent="-228600" eaLnBrk="0" fontAlgn="base" hangingPunct="0">
                <a:spcBef>
                  <a:spcPct val="0"/>
                </a:spcBef>
                <a:spcAft>
                  <a:spcPct val="0"/>
                </a:spcAft>
                <a:defRPr sz="2500" b="1">
                  <a:solidFill>
                    <a:schemeClr val="tx2"/>
                  </a:solidFill>
                  <a:latin typeface="Arial" pitchFamily="34" charset="0"/>
                </a:defRPr>
              </a:lvl6pPr>
              <a:lvl7pPr marL="2971800" indent="-228600" eaLnBrk="0" fontAlgn="base" hangingPunct="0">
                <a:spcBef>
                  <a:spcPct val="0"/>
                </a:spcBef>
                <a:spcAft>
                  <a:spcPct val="0"/>
                </a:spcAft>
                <a:defRPr sz="2500" b="1">
                  <a:solidFill>
                    <a:schemeClr val="tx2"/>
                  </a:solidFill>
                  <a:latin typeface="Arial" pitchFamily="34" charset="0"/>
                </a:defRPr>
              </a:lvl7pPr>
              <a:lvl8pPr marL="3429000" indent="-228600" eaLnBrk="0" fontAlgn="base" hangingPunct="0">
                <a:spcBef>
                  <a:spcPct val="0"/>
                </a:spcBef>
                <a:spcAft>
                  <a:spcPct val="0"/>
                </a:spcAft>
                <a:defRPr sz="2500" b="1">
                  <a:solidFill>
                    <a:schemeClr val="tx2"/>
                  </a:solidFill>
                  <a:latin typeface="Arial" pitchFamily="34" charset="0"/>
                </a:defRPr>
              </a:lvl8pPr>
              <a:lvl9pPr marL="3886200" indent="-228600" eaLnBrk="0" fontAlgn="base" hangingPunct="0">
                <a:spcBef>
                  <a:spcPct val="0"/>
                </a:spcBef>
                <a:spcAft>
                  <a:spcPct val="0"/>
                </a:spcAft>
                <a:defRPr sz="2500" b="1">
                  <a:solidFill>
                    <a:schemeClr val="tx2"/>
                  </a:solidFill>
                  <a:latin typeface="Arial" pitchFamily="34" charset="0"/>
                </a:defRPr>
              </a:lvl9pPr>
            </a:lstStyle>
            <a:p>
              <a:pPr algn="ctr" fontAlgn="base">
                <a:spcBef>
                  <a:spcPct val="50000"/>
                </a:spcBef>
                <a:spcAft>
                  <a:spcPct val="0"/>
                </a:spcAft>
              </a:pPr>
              <a:r>
                <a:rPr lang="es-ES" sz="1200" dirty="0">
                  <a:solidFill>
                    <a:srgbClr val="000000"/>
                  </a:solidFill>
                  <a:latin typeface="Verdana" pitchFamily="34" charset="0"/>
                  <a:cs typeface="Arial" pitchFamily="34" charset="0"/>
                </a:rPr>
                <a:t>Ángel</a:t>
              </a:r>
            </a:p>
          </p:txBody>
        </p:sp>
        <p:sp>
          <p:nvSpPr>
            <p:cNvPr id="35" name="Text Box 39"/>
            <p:cNvSpPr txBox="1">
              <a:spLocks noChangeArrowheads="1"/>
            </p:cNvSpPr>
            <p:nvPr/>
          </p:nvSpPr>
          <p:spPr bwMode="auto">
            <a:xfrm>
              <a:off x="2598" y="1779"/>
              <a:ext cx="589"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a:spAutoFit/>
            </a:bodyPr>
            <a:lstStyle>
              <a:lvl1pPr eaLnBrk="0" hangingPunct="0">
                <a:defRPr sz="2500" b="1">
                  <a:solidFill>
                    <a:schemeClr val="tx2"/>
                  </a:solidFill>
                  <a:latin typeface="Arial" pitchFamily="34" charset="0"/>
                </a:defRPr>
              </a:lvl1pPr>
              <a:lvl2pPr marL="742950" indent="-285750" eaLnBrk="0" hangingPunct="0">
                <a:defRPr sz="2500" b="1">
                  <a:solidFill>
                    <a:schemeClr val="tx2"/>
                  </a:solidFill>
                  <a:latin typeface="Arial" pitchFamily="34" charset="0"/>
                </a:defRPr>
              </a:lvl2pPr>
              <a:lvl3pPr marL="1143000" indent="-228600" eaLnBrk="0" hangingPunct="0">
                <a:defRPr sz="2500" b="1">
                  <a:solidFill>
                    <a:schemeClr val="tx2"/>
                  </a:solidFill>
                  <a:latin typeface="Arial" pitchFamily="34" charset="0"/>
                </a:defRPr>
              </a:lvl3pPr>
              <a:lvl4pPr marL="1600200" indent="-228600" eaLnBrk="0" hangingPunct="0">
                <a:defRPr sz="2500" b="1">
                  <a:solidFill>
                    <a:schemeClr val="tx2"/>
                  </a:solidFill>
                  <a:latin typeface="Arial" pitchFamily="34" charset="0"/>
                </a:defRPr>
              </a:lvl4pPr>
              <a:lvl5pPr marL="2057400" indent="-228600" eaLnBrk="0" hangingPunct="0">
                <a:defRPr sz="2500" b="1">
                  <a:solidFill>
                    <a:schemeClr val="tx2"/>
                  </a:solidFill>
                  <a:latin typeface="Arial" pitchFamily="34" charset="0"/>
                </a:defRPr>
              </a:lvl5pPr>
              <a:lvl6pPr marL="2514600" indent="-228600" eaLnBrk="0" fontAlgn="base" hangingPunct="0">
                <a:spcBef>
                  <a:spcPct val="0"/>
                </a:spcBef>
                <a:spcAft>
                  <a:spcPct val="0"/>
                </a:spcAft>
                <a:defRPr sz="2500" b="1">
                  <a:solidFill>
                    <a:schemeClr val="tx2"/>
                  </a:solidFill>
                  <a:latin typeface="Arial" pitchFamily="34" charset="0"/>
                </a:defRPr>
              </a:lvl6pPr>
              <a:lvl7pPr marL="2971800" indent="-228600" eaLnBrk="0" fontAlgn="base" hangingPunct="0">
                <a:spcBef>
                  <a:spcPct val="0"/>
                </a:spcBef>
                <a:spcAft>
                  <a:spcPct val="0"/>
                </a:spcAft>
                <a:defRPr sz="2500" b="1">
                  <a:solidFill>
                    <a:schemeClr val="tx2"/>
                  </a:solidFill>
                  <a:latin typeface="Arial" pitchFamily="34" charset="0"/>
                </a:defRPr>
              </a:lvl7pPr>
              <a:lvl8pPr marL="3429000" indent="-228600" eaLnBrk="0" fontAlgn="base" hangingPunct="0">
                <a:spcBef>
                  <a:spcPct val="0"/>
                </a:spcBef>
                <a:spcAft>
                  <a:spcPct val="0"/>
                </a:spcAft>
                <a:defRPr sz="2500" b="1">
                  <a:solidFill>
                    <a:schemeClr val="tx2"/>
                  </a:solidFill>
                  <a:latin typeface="Arial" pitchFamily="34" charset="0"/>
                </a:defRPr>
              </a:lvl8pPr>
              <a:lvl9pPr marL="3886200" indent="-228600" eaLnBrk="0" fontAlgn="base" hangingPunct="0">
                <a:spcBef>
                  <a:spcPct val="0"/>
                </a:spcBef>
                <a:spcAft>
                  <a:spcPct val="0"/>
                </a:spcAft>
                <a:defRPr sz="2500" b="1">
                  <a:solidFill>
                    <a:schemeClr val="tx2"/>
                  </a:solidFill>
                  <a:latin typeface="Arial" pitchFamily="34" charset="0"/>
                </a:defRPr>
              </a:lvl9pPr>
            </a:lstStyle>
            <a:p>
              <a:pPr algn="ctr" fontAlgn="base">
                <a:spcBef>
                  <a:spcPct val="50000"/>
                </a:spcBef>
                <a:spcAft>
                  <a:spcPct val="0"/>
                </a:spcAft>
              </a:pPr>
              <a:r>
                <a:rPr lang="es-ES" sz="1200" dirty="0" err="1">
                  <a:solidFill>
                    <a:srgbClr val="000000"/>
                  </a:solidFill>
                  <a:latin typeface="Verdana" pitchFamily="34" charset="0"/>
                  <a:cs typeface="Arial" pitchFamily="34" charset="0"/>
                </a:rPr>
                <a:t>Percy</a:t>
              </a:r>
              <a:endParaRPr lang="es-ES" sz="1200" dirty="0">
                <a:solidFill>
                  <a:srgbClr val="000000"/>
                </a:solidFill>
                <a:latin typeface="Verdana" pitchFamily="34" charset="0"/>
                <a:cs typeface="Arial" pitchFamily="34" charset="0"/>
              </a:endParaRPr>
            </a:p>
          </p:txBody>
        </p:sp>
        <p:sp>
          <p:nvSpPr>
            <p:cNvPr id="36" name="Text Box 40"/>
            <p:cNvSpPr txBox="1">
              <a:spLocks noChangeArrowheads="1"/>
            </p:cNvSpPr>
            <p:nvPr/>
          </p:nvSpPr>
          <p:spPr bwMode="auto">
            <a:xfrm>
              <a:off x="2609" y="2151"/>
              <a:ext cx="589"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a:spAutoFit/>
            </a:bodyPr>
            <a:lstStyle>
              <a:lvl1pPr eaLnBrk="0" hangingPunct="0">
                <a:defRPr sz="2500" b="1">
                  <a:solidFill>
                    <a:schemeClr val="tx2"/>
                  </a:solidFill>
                  <a:latin typeface="Arial" pitchFamily="34" charset="0"/>
                </a:defRPr>
              </a:lvl1pPr>
              <a:lvl2pPr marL="742950" indent="-285750" eaLnBrk="0" hangingPunct="0">
                <a:defRPr sz="2500" b="1">
                  <a:solidFill>
                    <a:schemeClr val="tx2"/>
                  </a:solidFill>
                  <a:latin typeface="Arial" pitchFamily="34" charset="0"/>
                </a:defRPr>
              </a:lvl2pPr>
              <a:lvl3pPr marL="1143000" indent="-228600" eaLnBrk="0" hangingPunct="0">
                <a:defRPr sz="2500" b="1">
                  <a:solidFill>
                    <a:schemeClr val="tx2"/>
                  </a:solidFill>
                  <a:latin typeface="Arial" pitchFamily="34" charset="0"/>
                </a:defRPr>
              </a:lvl3pPr>
              <a:lvl4pPr marL="1600200" indent="-228600" eaLnBrk="0" hangingPunct="0">
                <a:defRPr sz="2500" b="1">
                  <a:solidFill>
                    <a:schemeClr val="tx2"/>
                  </a:solidFill>
                  <a:latin typeface="Arial" pitchFamily="34" charset="0"/>
                </a:defRPr>
              </a:lvl4pPr>
              <a:lvl5pPr marL="2057400" indent="-228600" eaLnBrk="0" hangingPunct="0">
                <a:defRPr sz="2500" b="1">
                  <a:solidFill>
                    <a:schemeClr val="tx2"/>
                  </a:solidFill>
                  <a:latin typeface="Arial" pitchFamily="34" charset="0"/>
                </a:defRPr>
              </a:lvl5pPr>
              <a:lvl6pPr marL="2514600" indent="-228600" eaLnBrk="0" fontAlgn="base" hangingPunct="0">
                <a:spcBef>
                  <a:spcPct val="0"/>
                </a:spcBef>
                <a:spcAft>
                  <a:spcPct val="0"/>
                </a:spcAft>
                <a:defRPr sz="2500" b="1">
                  <a:solidFill>
                    <a:schemeClr val="tx2"/>
                  </a:solidFill>
                  <a:latin typeface="Arial" pitchFamily="34" charset="0"/>
                </a:defRPr>
              </a:lvl6pPr>
              <a:lvl7pPr marL="2971800" indent="-228600" eaLnBrk="0" fontAlgn="base" hangingPunct="0">
                <a:spcBef>
                  <a:spcPct val="0"/>
                </a:spcBef>
                <a:spcAft>
                  <a:spcPct val="0"/>
                </a:spcAft>
                <a:defRPr sz="2500" b="1">
                  <a:solidFill>
                    <a:schemeClr val="tx2"/>
                  </a:solidFill>
                  <a:latin typeface="Arial" pitchFamily="34" charset="0"/>
                </a:defRPr>
              </a:lvl7pPr>
              <a:lvl8pPr marL="3429000" indent="-228600" eaLnBrk="0" fontAlgn="base" hangingPunct="0">
                <a:spcBef>
                  <a:spcPct val="0"/>
                </a:spcBef>
                <a:spcAft>
                  <a:spcPct val="0"/>
                </a:spcAft>
                <a:defRPr sz="2500" b="1">
                  <a:solidFill>
                    <a:schemeClr val="tx2"/>
                  </a:solidFill>
                  <a:latin typeface="Arial" pitchFamily="34" charset="0"/>
                </a:defRPr>
              </a:lvl8pPr>
              <a:lvl9pPr marL="3886200" indent="-228600" eaLnBrk="0" fontAlgn="base" hangingPunct="0">
                <a:spcBef>
                  <a:spcPct val="0"/>
                </a:spcBef>
                <a:spcAft>
                  <a:spcPct val="0"/>
                </a:spcAft>
                <a:defRPr sz="2500" b="1">
                  <a:solidFill>
                    <a:schemeClr val="tx2"/>
                  </a:solidFill>
                  <a:latin typeface="Arial" pitchFamily="34" charset="0"/>
                </a:defRPr>
              </a:lvl9pPr>
            </a:lstStyle>
            <a:p>
              <a:pPr algn="ctr" fontAlgn="base">
                <a:spcBef>
                  <a:spcPct val="50000"/>
                </a:spcBef>
                <a:spcAft>
                  <a:spcPct val="0"/>
                </a:spcAft>
              </a:pPr>
              <a:r>
                <a:rPr lang="es-ES" sz="1200" dirty="0">
                  <a:solidFill>
                    <a:srgbClr val="000000"/>
                  </a:solidFill>
                  <a:latin typeface="Verdana" pitchFamily="34" charset="0"/>
                  <a:cs typeface="Arial" pitchFamily="34" charset="0"/>
                </a:rPr>
                <a:t>Tomás</a:t>
              </a:r>
            </a:p>
          </p:txBody>
        </p:sp>
        <p:sp>
          <p:nvSpPr>
            <p:cNvPr id="37" name="Text Box 41"/>
            <p:cNvSpPr txBox="1">
              <a:spLocks noChangeArrowheads="1"/>
            </p:cNvSpPr>
            <p:nvPr/>
          </p:nvSpPr>
          <p:spPr bwMode="auto">
            <a:xfrm>
              <a:off x="4151" y="1506"/>
              <a:ext cx="589"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a:spAutoFit/>
            </a:bodyPr>
            <a:lstStyle>
              <a:lvl1pPr eaLnBrk="0" hangingPunct="0">
                <a:defRPr sz="2500" b="1">
                  <a:solidFill>
                    <a:schemeClr val="tx2"/>
                  </a:solidFill>
                  <a:latin typeface="Arial" pitchFamily="34" charset="0"/>
                </a:defRPr>
              </a:lvl1pPr>
              <a:lvl2pPr marL="742950" indent="-285750" eaLnBrk="0" hangingPunct="0">
                <a:defRPr sz="2500" b="1">
                  <a:solidFill>
                    <a:schemeClr val="tx2"/>
                  </a:solidFill>
                  <a:latin typeface="Arial" pitchFamily="34" charset="0"/>
                </a:defRPr>
              </a:lvl2pPr>
              <a:lvl3pPr marL="1143000" indent="-228600" eaLnBrk="0" hangingPunct="0">
                <a:defRPr sz="2500" b="1">
                  <a:solidFill>
                    <a:schemeClr val="tx2"/>
                  </a:solidFill>
                  <a:latin typeface="Arial" pitchFamily="34" charset="0"/>
                </a:defRPr>
              </a:lvl3pPr>
              <a:lvl4pPr marL="1600200" indent="-228600" eaLnBrk="0" hangingPunct="0">
                <a:defRPr sz="2500" b="1">
                  <a:solidFill>
                    <a:schemeClr val="tx2"/>
                  </a:solidFill>
                  <a:latin typeface="Arial" pitchFamily="34" charset="0"/>
                </a:defRPr>
              </a:lvl4pPr>
              <a:lvl5pPr marL="2057400" indent="-228600" eaLnBrk="0" hangingPunct="0">
                <a:defRPr sz="2500" b="1">
                  <a:solidFill>
                    <a:schemeClr val="tx2"/>
                  </a:solidFill>
                  <a:latin typeface="Arial" pitchFamily="34" charset="0"/>
                </a:defRPr>
              </a:lvl5pPr>
              <a:lvl6pPr marL="2514600" indent="-228600" eaLnBrk="0" fontAlgn="base" hangingPunct="0">
                <a:spcBef>
                  <a:spcPct val="0"/>
                </a:spcBef>
                <a:spcAft>
                  <a:spcPct val="0"/>
                </a:spcAft>
                <a:defRPr sz="2500" b="1">
                  <a:solidFill>
                    <a:schemeClr val="tx2"/>
                  </a:solidFill>
                  <a:latin typeface="Arial" pitchFamily="34" charset="0"/>
                </a:defRPr>
              </a:lvl6pPr>
              <a:lvl7pPr marL="2971800" indent="-228600" eaLnBrk="0" fontAlgn="base" hangingPunct="0">
                <a:spcBef>
                  <a:spcPct val="0"/>
                </a:spcBef>
                <a:spcAft>
                  <a:spcPct val="0"/>
                </a:spcAft>
                <a:defRPr sz="2500" b="1">
                  <a:solidFill>
                    <a:schemeClr val="tx2"/>
                  </a:solidFill>
                  <a:latin typeface="Arial" pitchFamily="34" charset="0"/>
                </a:defRPr>
              </a:lvl7pPr>
              <a:lvl8pPr marL="3429000" indent="-228600" eaLnBrk="0" fontAlgn="base" hangingPunct="0">
                <a:spcBef>
                  <a:spcPct val="0"/>
                </a:spcBef>
                <a:spcAft>
                  <a:spcPct val="0"/>
                </a:spcAft>
                <a:defRPr sz="2500" b="1">
                  <a:solidFill>
                    <a:schemeClr val="tx2"/>
                  </a:solidFill>
                  <a:latin typeface="Arial" pitchFamily="34" charset="0"/>
                </a:defRPr>
              </a:lvl8pPr>
              <a:lvl9pPr marL="3886200" indent="-228600" eaLnBrk="0" fontAlgn="base" hangingPunct="0">
                <a:spcBef>
                  <a:spcPct val="0"/>
                </a:spcBef>
                <a:spcAft>
                  <a:spcPct val="0"/>
                </a:spcAft>
                <a:defRPr sz="2500" b="1">
                  <a:solidFill>
                    <a:schemeClr val="tx2"/>
                  </a:solidFill>
                  <a:latin typeface="Arial" pitchFamily="34" charset="0"/>
                </a:defRPr>
              </a:lvl9pPr>
            </a:lstStyle>
            <a:p>
              <a:pPr algn="ctr" fontAlgn="base">
                <a:spcBef>
                  <a:spcPct val="50000"/>
                </a:spcBef>
                <a:spcAft>
                  <a:spcPct val="0"/>
                </a:spcAft>
              </a:pPr>
              <a:r>
                <a:rPr lang="es-ES" sz="1200" dirty="0">
                  <a:solidFill>
                    <a:srgbClr val="000000"/>
                  </a:solidFill>
                  <a:latin typeface="Verdana" pitchFamily="34" charset="0"/>
                  <a:cs typeface="Arial" pitchFamily="34" charset="0"/>
                </a:rPr>
                <a:t>Víctor</a:t>
              </a:r>
            </a:p>
          </p:txBody>
        </p:sp>
        <p:sp>
          <p:nvSpPr>
            <p:cNvPr id="38" name="Text Box 42"/>
            <p:cNvSpPr txBox="1">
              <a:spLocks noChangeArrowheads="1"/>
            </p:cNvSpPr>
            <p:nvPr/>
          </p:nvSpPr>
          <p:spPr bwMode="auto">
            <a:xfrm>
              <a:off x="3651" y="1851"/>
              <a:ext cx="589"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a:spAutoFit/>
            </a:bodyPr>
            <a:lstStyle>
              <a:lvl1pPr eaLnBrk="0" hangingPunct="0">
                <a:defRPr sz="2500" b="1">
                  <a:solidFill>
                    <a:schemeClr val="tx2"/>
                  </a:solidFill>
                  <a:latin typeface="Arial" pitchFamily="34" charset="0"/>
                </a:defRPr>
              </a:lvl1pPr>
              <a:lvl2pPr marL="742950" indent="-285750" eaLnBrk="0" hangingPunct="0">
                <a:defRPr sz="2500" b="1">
                  <a:solidFill>
                    <a:schemeClr val="tx2"/>
                  </a:solidFill>
                  <a:latin typeface="Arial" pitchFamily="34" charset="0"/>
                </a:defRPr>
              </a:lvl2pPr>
              <a:lvl3pPr marL="1143000" indent="-228600" eaLnBrk="0" hangingPunct="0">
                <a:defRPr sz="2500" b="1">
                  <a:solidFill>
                    <a:schemeClr val="tx2"/>
                  </a:solidFill>
                  <a:latin typeface="Arial" pitchFamily="34" charset="0"/>
                </a:defRPr>
              </a:lvl3pPr>
              <a:lvl4pPr marL="1600200" indent="-228600" eaLnBrk="0" hangingPunct="0">
                <a:defRPr sz="2500" b="1">
                  <a:solidFill>
                    <a:schemeClr val="tx2"/>
                  </a:solidFill>
                  <a:latin typeface="Arial" pitchFamily="34" charset="0"/>
                </a:defRPr>
              </a:lvl4pPr>
              <a:lvl5pPr marL="2057400" indent="-228600" eaLnBrk="0" hangingPunct="0">
                <a:defRPr sz="2500" b="1">
                  <a:solidFill>
                    <a:schemeClr val="tx2"/>
                  </a:solidFill>
                  <a:latin typeface="Arial" pitchFamily="34" charset="0"/>
                </a:defRPr>
              </a:lvl5pPr>
              <a:lvl6pPr marL="2514600" indent="-228600" eaLnBrk="0" fontAlgn="base" hangingPunct="0">
                <a:spcBef>
                  <a:spcPct val="0"/>
                </a:spcBef>
                <a:spcAft>
                  <a:spcPct val="0"/>
                </a:spcAft>
                <a:defRPr sz="2500" b="1">
                  <a:solidFill>
                    <a:schemeClr val="tx2"/>
                  </a:solidFill>
                  <a:latin typeface="Arial" pitchFamily="34" charset="0"/>
                </a:defRPr>
              </a:lvl6pPr>
              <a:lvl7pPr marL="2971800" indent="-228600" eaLnBrk="0" fontAlgn="base" hangingPunct="0">
                <a:spcBef>
                  <a:spcPct val="0"/>
                </a:spcBef>
                <a:spcAft>
                  <a:spcPct val="0"/>
                </a:spcAft>
                <a:defRPr sz="2500" b="1">
                  <a:solidFill>
                    <a:schemeClr val="tx2"/>
                  </a:solidFill>
                  <a:latin typeface="Arial" pitchFamily="34" charset="0"/>
                </a:defRPr>
              </a:lvl7pPr>
              <a:lvl8pPr marL="3429000" indent="-228600" eaLnBrk="0" fontAlgn="base" hangingPunct="0">
                <a:spcBef>
                  <a:spcPct val="0"/>
                </a:spcBef>
                <a:spcAft>
                  <a:spcPct val="0"/>
                </a:spcAft>
                <a:defRPr sz="2500" b="1">
                  <a:solidFill>
                    <a:schemeClr val="tx2"/>
                  </a:solidFill>
                  <a:latin typeface="Arial" pitchFamily="34" charset="0"/>
                </a:defRPr>
              </a:lvl8pPr>
              <a:lvl9pPr marL="3886200" indent="-228600" eaLnBrk="0" fontAlgn="base" hangingPunct="0">
                <a:spcBef>
                  <a:spcPct val="0"/>
                </a:spcBef>
                <a:spcAft>
                  <a:spcPct val="0"/>
                </a:spcAft>
                <a:defRPr sz="2500" b="1">
                  <a:solidFill>
                    <a:schemeClr val="tx2"/>
                  </a:solidFill>
                  <a:latin typeface="Arial" pitchFamily="34" charset="0"/>
                </a:defRPr>
              </a:lvl9pPr>
            </a:lstStyle>
            <a:p>
              <a:pPr algn="ctr" fontAlgn="base">
                <a:spcBef>
                  <a:spcPct val="50000"/>
                </a:spcBef>
                <a:spcAft>
                  <a:spcPct val="0"/>
                </a:spcAft>
              </a:pPr>
              <a:r>
                <a:rPr lang="es-ES" sz="1200">
                  <a:solidFill>
                    <a:srgbClr val="000000"/>
                  </a:solidFill>
                  <a:latin typeface="Verdana" pitchFamily="34" charset="0"/>
                  <a:cs typeface="Arial" pitchFamily="34" charset="0"/>
                </a:rPr>
                <a:t>José</a:t>
              </a:r>
            </a:p>
          </p:txBody>
        </p:sp>
        <p:sp>
          <p:nvSpPr>
            <p:cNvPr id="39" name="Text Box 43"/>
            <p:cNvSpPr txBox="1">
              <a:spLocks noChangeArrowheads="1"/>
            </p:cNvSpPr>
            <p:nvPr/>
          </p:nvSpPr>
          <p:spPr bwMode="auto">
            <a:xfrm>
              <a:off x="3652" y="2214"/>
              <a:ext cx="589"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a:spAutoFit/>
            </a:bodyPr>
            <a:lstStyle>
              <a:lvl1pPr eaLnBrk="0" hangingPunct="0">
                <a:defRPr sz="2500" b="1">
                  <a:solidFill>
                    <a:schemeClr val="tx2"/>
                  </a:solidFill>
                  <a:latin typeface="Arial" pitchFamily="34" charset="0"/>
                </a:defRPr>
              </a:lvl1pPr>
              <a:lvl2pPr marL="742950" indent="-285750" eaLnBrk="0" hangingPunct="0">
                <a:defRPr sz="2500" b="1">
                  <a:solidFill>
                    <a:schemeClr val="tx2"/>
                  </a:solidFill>
                  <a:latin typeface="Arial" pitchFamily="34" charset="0"/>
                </a:defRPr>
              </a:lvl2pPr>
              <a:lvl3pPr marL="1143000" indent="-228600" eaLnBrk="0" hangingPunct="0">
                <a:defRPr sz="2500" b="1">
                  <a:solidFill>
                    <a:schemeClr val="tx2"/>
                  </a:solidFill>
                  <a:latin typeface="Arial" pitchFamily="34" charset="0"/>
                </a:defRPr>
              </a:lvl3pPr>
              <a:lvl4pPr marL="1600200" indent="-228600" eaLnBrk="0" hangingPunct="0">
                <a:defRPr sz="2500" b="1">
                  <a:solidFill>
                    <a:schemeClr val="tx2"/>
                  </a:solidFill>
                  <a:latin typeface="Arial" pitchFamily="34" charset="0"/>
                </a:defRPr>
              </a:lvl4pPr>
              <a:lvl5pPr marL="2057400" indent="-228600" eaLnBrk="0" hangingPunct="0">
                <a:defRPr sz="2500" b="1">
                  <a:solidFill>
                    <a:schemeClr val="tx2"/>
                  </a:solidFill>
                  <a:latin typeface="Arial" pitchFamily="34" charset="0"/>
                </a:defRPr>
              </a:lvl5pPr>
              <a:lvl6pPr marL="2514600" indent="-228600" eaLnBrk="0" fontAlgn="base" hangingPunct="0">
                <a:spcBef>
                  <a:spcPct val="0"/>
                </a:spcBef>
                <a:spcAft>
                  <a:spcPct val="0"/>
                </a:spcAft>
                <a:defRPr sz="2500" b="1">
                  <a:solidFill>
                    <a:schemeClr val="tx2"/>
                  </a:solidFill>
                  <a:latin typeface="Arial" pitchFamily="34" charset="0"/>
                </a:defRPr>
              </a:lvl6pPr>
              <a:lvl7pPr marL="2971800" indent="-228600" eaLnBrk="0" fontAlgn="base" hangingPunct="0">
                <a:spcBef>
                  <a:spcPct val="0"/>
                </a:spcBef>
                <a:spcAft>
                  <a:spcPct val="0"/>
                </a:spcAft>
                <a:defRPr sz="2500" b="1">
                  <a:solidFill>
                    <a:schemeClr val="tx2"/>
                  </a:solidFill>
                  <a:latin typeface="Arial" pitchFamily="34" charset="0"/>
                </a:defRPr>
              </a:lvl7pPr>
              <a:lvl8pPr marL="3429000" indent="-228600" eaLnBrk="0" fontAlgn="base" hangingPunct="0">
                <a:spcBef>
                  <a:spcPct val="0"/>
                </a:spcBef>
                <a:spcAft>
                  <a:spcPct val="0"/>
                </a:spcAft>
                <a:defRPr sz="2500" b="1">
                  <a:solidFill>
                    <a:schemeClr val="tx2"/>
                  </a:solidFill>
                  <a:latin typeface="Arial" pitchFamily="34" charset="0"/>
                </a:defRPr>
              </a:lvl8pPr>
              <a:lvl9pPr marL="3886200" indent="-228600" eaLnBrk="0" fontAlgn="base" hangingPunct="0">
                <a:spcBef>
                  <a:spcPct val="0"/>
                </a:spcBef>
                <a:spcAft>
                  <a:spcPct val="0"/>
                </a:spcAft>
                <a:defRPr sz="2500" b="1">
                  <a:solidFill>
                    <a:schemeClr val="tx2"/>
                  </a:solidFill>
                  <a:latin typeface="Arial" pitchFamily="34" charset="0"/>
                </a:defRPr>
              </a:lvl9pPr>
            </a:lstStyle>
            <a:p>
              <a:pPr algn="ctr" fontAlgn="base">
                <a:spcBef>
                  <a:spcPct val="50000"/>
                </a:spcBef>
                <a:spcAft>
                  <a:spcPct val="0"/>
                </a:spcAft>
              </a:pPr>
              <a:r>
                <a:rPr lang="es-ES" sz="1200" dirty="0">
                  <a:solidFill>
                    <a:srgbClr val="000000"/>
                  </a:solidFill>
                  <a:latin typeface="Verdana" pitchFamily="34" charset="0"/>
                  <a:cs typeface="Arial" pitchFamily="34" charset="0"/>
                </a:rPr>
                <a:t>Luis</a:t>
              </a:r>
            </a:p>
          </p:txBody>
        </p:sp>
        <p:sp>
          <p:nvSpPr>
            <p:cNvPr id="40" name="Text Box 44"/>
            <p:cNvSpPr txBox="1">
              <a:spLocks noChangeArrowheads="1"/>
            </p:cNvSpPr>
            <p:nvPr/>
          </p:nvSpPr>
          <p:spPr bwMode="auto">
            <a:xfrm>
              <a:off x="4675" y="2478"/>
              <a:ext cx="589"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a:spAutoFit/>
            </a:bodyPr>
            <a:lstStyle>
              <a:lvl1pPr eaLnBrk="0" hangingPunct="0">
                <a:defRPr sz="2500" b="1">
                  <a:solidFill>
                    <a:schemeClr val="tx2"/>
                  </a:solidFill>
                  <a:latin typeface="Arial" pitchFamily="34" charset="0"/>
                </a:defRPr>
              </a:lvl1pPr>
              <a:lvl2pPr marL="742950" indent="-285750" eaLnBrk="0" hangingPunct="0">
                <a:defRPr sz="2500" b="1">
                  <a:solidFill>
                    <a:schemeClr val="tx2"/>
                  </a:solidFill>
                  <a:latin typeface="Arial" pitchFamily="34" charset="0"/>
                </a:defRPr>
              </a:lvl2pPr>
              <a:lvl3pPr marL="1143000" indent="-228600" eaLnBrk="0" hangingPunct="0">
                <a:defRPr sz="2500" b="1">
                  <a:solidFill>
                    <a:schemeClr val="tx2"/>
                  </a:solidFill>
                  <a:latin typeface="Arial" pitchFamily="34" charset="0"/>
                </a:defRPr>
              </a:lvl3pPr>
              <a:lvl4pPr marL="1600200" indent="-228600" eaLnBrk="0" hangingPunct="0">
                <a:defRPr sz="2500" b="1">
                  <a:solidFill>
                    <a:schemeClr val="tx2"/>
                  </a:solidFill>
                  <a:latin typeface="Arial" pitchFamily="34" charset="0"/>
                </a:defRPr>
              </a:lvl4pPr>
              <a:lvl5pPr marL="2057400" indent="-228600" eaLnBrk="0" hangingPunct="0">
                <a:defRPr sz="2500" b="1">
                  <a:solidFill>
                    <a:schemeClr val="tx2"/>
                  </a:solidFill>
                  <a:latin typeface="Arial" pitchFamily="34" charset="0"/>
                </a:defRPr>
              </a:lvl5pPr>
              <a:lvl6pPr marL="2514600" indent="-228600" eaLnBrk="0" fontAlgn="base" hangingPunct="0">
                <a:spcBef>
                  <a:spcPct val="0"/>
                </a:spcBef>
                <a:spcAft>
                  <a:spcPct val="0"/>
                </a:spcAft>
                <a:defRPr sz="2500" b="1">
                  <a:solidFill>
                    <a:schemeClr val="tx2"/>
                  </a:solidFill>
                  <a:latin typeface="Arial" pitchFamily="34" charset="0"/>
                </a:defRPr>
              </a:lvl6pPr>
              <a:lvl7pPr marL="2971800" indent="-228600" eaLnBrk="0" fontAlgn="base" hangingPunct="0">
                <a:spcBef>
                  <a:spcPct val="0"/>
                </a:spcBef>
                <a:spcAft>
                  <a:spcPct val="0"/>
                </a:spcAft>
                <a:defRPr sz="2500" b="1">
                  <a:solidFill>
                    <a:schemeClr val="tx2"/>
                  </a:solidFill>
                  <a:latin typeface="Arial" pitchFamily="34" charset="0"/>
                </a:defRPr>
              </a:lvl7pPr>
              <a:lvl8pPr marL="3429000" indent="-228600" eaLnBrk="0" fontAlgn="base" hangingPunct="0">
                <a:spcBef>
                  <a:spcPct val="0"/>
                </a:spcBef>
                <a:spcAft>
                  <a:spcPct val="0"/>
                </a:spcAft>
                <a:defRPr sz="2500" b="1">
                  <a:solidFill>
                    <a:schemeClr val="tx2"/>
                  </a:solidFill>
                  <a:latin typeface="Arial" pitchFamily="34" charset="0"/>
                </a:defRPr>
              </a:lvl8pPr>
              <a:lvl9pPr marL="3886200" indent="-228600" eaLnBrk="0" fontAlgn="base" hangingPunct="0">
                <a:spcBef>
                  <a:spcPct val="0"/>
                </a:spcBef>
                <a:spcAft>
                  <a:spcPct val="0"/>
                </a:spcAft>
                <a:defRPr sz="2500" b="1">
                  <a:solidFill>
                    <a:schemeClr val="tx2"/>
                  </a:solidFill>
                  <a:latin typeface="Arial" pitchFamily="34" charset="0"/>
                </a:defRPr>
              </a:lvl9pPr>
            </a:lstStyle>
            <a:p>
              <a:pPr algn="ctr" fontAlgn="base">
                <a:spcBef>
                  <a:spcPct val="50000"/>
                </a:spcBef>
                <a:spcAft>
                  <a:spcPct val="0"/>
                </a:spcAft>
              </a:pPr>
              <a:r>
                <a:rPr lang="es-ES" sz="1200" dirty="0">
                  <a:solidFill>
                    <a:srgbClr val="000000"/>
                  </a:solidFill>
                  <a:latin typeface="Verdana" pitchFamily="34" charset="0"/>
                  <a:cs typeface="Arial" pitchFamily="34" charset="0"/>
                </a:rPr>
                <a:t>Carlos</a:t>
              </a:r>
            </a:p>
          </p:txBody>
        </p:sp>
      </p:grpSp>
      <p:grpSp>
        <p:nvGrpSpPr>
          <p:cNvPr id="53" name="Group 45"/>
          <p:cNvGrpSpPr>
            <a:grpSpLocks/>
          </p:cNvGrpSpPr>
          <p:nvPr/>
        </p:nvGrpSpPr>
        <p:grpSpPr bwMode="auto">
          <a:xfrm>
            <a:off x="2798282" y="2791165"/>
            <a:ext cx="6624637" cy="1873250"/>
            <a:chOff x="476" y="1434"/>
            <a:chExt cx="4173" cy="1180"/>
          </a:xfrm>
        </p:grpSpPr>
        <p:sp>
          <p:nvSpPr>
            <p:cNvPr id="54" name="Rectangle 46"/>
            <p:cNvSpPr>
              <a:spLocks noChangeArrowheads="1"/>
            </p:cNvSpPr>
            <p:nvPr/>
          </p:nvSpPr>
          <p:spPr bwMode="auto">
            <a:xfrm>
              <a:off x="476" y="1434"/>
              <a:ext cx="2086" cy="91"/>
            </a:xfrm>
            <a:prstGeom prst="rect">
              <a:avLst/>
            </a:prstGeom>
            <a:solidFill>
              <a:srgbClr val="FF0000"/>
            </a:solidFill>
            <a:ln w="3175">
              <a:solidFill>
                <a:srgbClr val="000000"/>
              </a:solidFill>
              <a:miter lim="800000"/>
              <a:headEnd/>
              <a:tailEnd/>
            </a:ln>
          </p:spPr>
          <p:txBody>
            <a:bodyPr wrap="none" anchor="ctr"/>
            <a:lstStyle/>
            <a:p>
              <a:pPr fontAlgn="base">
                <a:spcBef>
                  <a:spcPct val="0"/>
                </a:spcBef>
                <a:spcAft>
                  <a:spcPct val="0"/>
                </a:spcAft>
              </a:pPr>
              <a:endParaRPr lang="es-MX" sz="2500">
                <a:solidFill>
                  <a:srgbClr val="000000"/>
                </a:solidFill>
                <a:latin typeface="Arial" pitchFamily="34" charset="0"/>
                <a:cs typeface="Arial" pitchFamily="34" charset="0"/>
              </a:endParaRPr>
            </a:p>
          </p:txBody>
        </p:sp>
        <p:sp>
          <p:nvSpPr>
            <p:cNvPr id="55" name="Rectangle 47"/>
            <p:cNvSpPr>
              <a:spLocks noChangeArrowheads="1"/>
            </p:cNvSpPr>
            <p:nvPr/>
          </p:nvSpPr>
          <p:spPr bwMode="auto">
            <a:xfrm>
              <a:off x="2562" y="1570"/>
              <a:ext cx="1543" cy="91"/>
            </a:xfrm>
            <a:prstGeom prst="rect">
              <a:avLst/>
            </a:prstGeom>
            <a:solidFill>
              <a:srgbClr val="FF0000"/>
            </a:solidFill>
            <a:ln w="3175" algn="ctr">
              <a:solidFill>
                <a:srgbClr val="000000"/>
              </a:solidFill>
              <a:miter lim="800000"/>
              <a:headEnd/>
              <a:tailEnd/>
            </a:ln>
          </p:spPr>
          <p:txBody>
            <a:bodyPr wrap="none" anchor="ctr"/>
            <a:lstStyle/>
            <a:p>
              <a:pPr algn="ctr" eaLnBrk="0" fontAlgn="base" hangingPunct="0">
                <a:spcBef>
                  <a:spcPct val="0"/>
                </a:spcBef>
                <a:spcAft>
                  <a:spcPct val="0"/>
                </a:spcAft>
              </a:pPr>
              <a:endParaRPr lang="es-MX" sz="1100" b="1">
                <a:solidFill>
                  <a:srgbClr val="767676"/>
                </a:solidFill>
                <a:latin typeface="Verdana" pitchFamily="34" charset="0"/>
                <a:cs typeface="Arial" pitchFamily="34" charset="0"/>
              </a:endParaRPr>
            </a:p>
          </p:txBody>
        </p:sp>
        <p:grpSp>
          <p:nvGrpSpPr>
            <p:cNvPr id="56" name="Group 48"/>
            <p:cNvGrpSpPr>
              <a:grpSpLocks/>
            </p:cNvGrpSpPr>
            <p:nvPr/>
          </p:nvGrpSpPr>
          <p:grpSpPr bwMode="auto">
            <a:xfrm>
              <a:off x="2517" y="1434"/>
              <a:ext cx="1678" cy="1071"/>
              <a:chOff x="2653" y="1570"/>
              <a:chExt cx="1678" cy="1071"/>
            </a:xfrm>
          </p:grpSpPr>
          <p:grpSp>
            <p:nvGrpSpPr>
              <p:cNvPr id="58" name="Group 49"/>
              <p:cNvGrpSpPr>
                <a:grpSpLocks/>
              </p:cNvGrpSpPr>
              <p:nvPr/>
            </p:nvGrpSpPr>
            <p:grpSpPr bwMode="auto">
              <a:xfrm>
                <a:off x="2653" y="1570"/>
                <a:ext cx="136" cy="136"/>
                <a:chOff x="4785" y="1525"/>
                <a:chExt cx="45" cy="136"/>
              </a:xfrm>
            </p:grpSpPr>
            <p:sp>
              <p:nvSpPr>
                <p:cNvPr id="62" name="Line 50"/>
                <p:cNvSpPr>
                  <a:spLocks noChangeShapeType="1"/>
                </p:cNvSpPr>
                <p:nvPr/>
              </p:nvSpPr>
              <p:spPr bwMode="auto">
                <a:xfrm>
                  <a:off x="4830" y="1525"/>
                  <a:ext cx="0" cy="136"/>
                </a:xfrm>
                <a:prstGeom prst="line">
                  <a:avLst/>
                </a:prstGeom>
                <a:noFill/>
                <a:ln w="317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pPr fontAlgn="base">
                    <a:spcBef>
                      <a:spcPct val="0"/>
                    </a:spcBef>
                    <a:spcAft>
                      <a:spcPct val="0"/>
                    </a:spcAft>
                  </a:pPr>
                  <a:endParaRPr lang="en-US" sz="2500" b="1">
                    <a:solidFill>
                      <a:srgbClr val="000000"/>
                    </a:solidFill>
                    <a:latin typeface="Arial" pitchFamily="34" charset="0"/>
                    <a:cs typeface="Arial" pitchFamily="34" charset="0"/>
                  </a:endParaRPr>
                </a:p>
              </p:txBody>
            </p:sp>
            <p:sp>
              <p:nvSpPr>
                <p:cNvPr id="63" name="Line 51"/>
                <p:cNvSpPr>
                  <a:spLocks noChangeShapeType="1"/>
                </p:cNvSpPr>
                <p:nvPr/>
              </p:nvSpPr>
              <p:spPr bwMode="auto">
                <a:xfrm flipH="1">
                  <a:off x="4785" y="1525"/>
                  <a:ext cx="45"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wrap="none" anchor="ctr"/>
                <a:lstStyle/>
                <a:p>
                  <a:pPr fontAlgn="base">
                    <a:spcBef>
                      <a:spcPct val="0"/>
                    </a:spcBef>
                    <a:spcAft>
                      <a:spcPct val="0"/>
                    </a:spcAft>
                  </a:pPr>
                  <a:endParaRPr lang="en-US" sz="2500" b="1">
                    <a:solidFill>
                      <a:srgbClr val="000000"/>
                    </a:solidFill>
                    <a:latin typeface="Arial" pitchFamily="34" charset="0"/>
                    <a:cs typeface="Arial" pitchFamily="34" charset="0"/>
                  </a:endParaRPr>
                </a:p>
              </p:txBody>
            </p:sp>
          </p:grpSp>
          <p:grpSp>
            <p:nvGrpSpPr>
              <p:cNvPr id="59" name="Group 52"/>
              <p:cNvGrpSpPr>
                <a:grpSpLocks/>
              </p:cNvGrpSpPr>
              <p:nvPr/>
            </p:nvGrpSpPr>
            <p:grpSpPr bwMode="auto">
              <a:xfrm>
                <a:off x="4241" y="1752"/>
                <a:ext cx="90" cy="889"/>
                <a:chOff x="4785" y="1525"/>
                <a:chExt cx="45" cy="136"/>
              </a:xfrm>
            </p:grpSpPr>
            <p:sp>
              <p:nvSpPr>
                <p:cNvPr id="60" name="Line 53"/>
                <p:cNvSpPr>
                  <a:spLocks noChangeShapeType="1"/>
                </p:cNvSpPr>
                <p:nvPr/>
              </p:nvSpPr>
              <p:spPr bwMode="auto">
                <a:xfrm>
                  <a:off x="4830" y="1525"/>
                  <a:ext cx="0" cy="136"/>
                </a:xfrm>
                <a:prstGeom prst="line">
                  <a:avLst/>
                </a:prstGeom>
                <a:noFill/>
                <a:ln w="317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pPr fontAlgn="base">
                    <a:spcBef>
                      <a:spcPct val="0"/>
                    </a:spcBef>
                    <a:spcAft>
                      <a:spcPct val="0"/>
                    </a:spcAft>
                  </a:pPr>
                  <a:endParaRPr lang="en-US" sz="2500" b="1">
                    <a:solidFill>
                      <a:srgbClr val="000000"/>
                    </a:solidFill>
                    <a:latin typeface="Arial" pitchFamily="34" charset="0"/>
                    <a:cs typeface="Arial" pitchFamily="34" charset="0"/>
                  </a:endParaRPr>
                </a:p>
              </p:txBody>
            </p:sp>
            <p:sp>
              <p:nvSpPr>
                <p:cNvPr id="61" name="Line 54"/>
                <p:cNvSpPr>
                  <a:spLocks noChangeShapeType="1"/>
                </p:cNvSpPr>
                <p:nvPr/>
              </p:nvSpPr>
              <p:spPr bwMode="auto">
                <a:xfrm flipH="1">
                  <a:off x="4785" y="1525"/>
                  <a:ext cx="45"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wrap="none" anchor="ctr"/>
                <a:lstStyle/>
                <a:p>
                  <a:pPr fontAlgn="base">
                    <a:spcBef>
                      <a:spcPct val="0"/>
                    </a:spcBef>
                    <a:spcAft>
                      <a:spcPct val="0"/>
                    </a:spcAft>
                  </a:pPr>
                  <a:endParaRPr lang="en-US" sz="2500" b="1">
                    <a:solidFill>
                      <a:srgbClr val="000000"/>
                    </a:solidFill>
                    <a:latin typeface="Arial" pitchFamily="34" charset="0"/>
                    <a:cs typeface="Arial" pitchFamily="34" charset="0"/>
                  </a:endParaRPr>
                </a:p>
              </p:txBody>
            </p:sp>
          </p:grpSp>
        </p:grpSp>
        <p:sp>
          <p:nvSpPr>
            <p:cNvPr id="57" name="Rectangle 55"/>
            <p:cNvSpPr>
              <a:spLocks noChangeArrowheads="1"/>
            </p:cNvSpPr>
            <p:nvPr/>
          </p:nvSpPr>
          <p:spPr bwMode="auto">
            <a:xfrm>
              <a:off x="4105" y="2523"/>
              <a:ext cx="544" cy="91"/>
            </a:xfrm>
            <a:prstGeom prst="rect">
              <a:avLst/>
            </a:prstGeom>
            <a:solidFill>
              <a:srgbClr val="FF0000"/>
            </a:solidFill>
            <a:ln w="3175" algn="ctr">
              <a:solidFill>
                <a:srgbClr val="000000"/>
              </a:solidFill>
              <a:miter lim="800000"/>
              <a:headEnd/>
              <a:tailEnd/>
            </a:ln>
          </p:spPr>
          <p:txBody>
            <a:bodyPr wrap="none" anchor="ctr"/>
            <a:lstStyle/>
            <a:p>
              <a:pPr fontAlgn="base">
                <a:spcBef>
                  <a:spcPct val="0"/>
                </a:spcBef>
                <a:spcAft>
                  <a:spcPct val="0"/>
                </a:spcAft>
              </a:pPr>
              <a:endParaRPr lang="es-MX" sz="2500">
                <a:solidFill>
                  <a:srgbClr val="000000"/>
                </a:solidFill>
                <a:latin typeface="Arial" pitchFamily="34" charset="0"/>
                <a:cs typeface="Arial" pitchFamily="34" charset="0"/>
              </a:endParaRPr>
            </a:p>
          </p:txBody>
        </p:sp>
      </p:grpSp>
      <p:grpSp>
        <p:nvGrpSpPr>
          <p:cNvPr id="64" name="Group 56"/>
          <p:cNvGrpSpPr>
            <a:grpSpLocks/>
          </p:cNvGrpSpPr>
          <p:nvPr/>
        </p:nvGrpSpPr>
        <p:grpSpPr bwMode="auto">
          <a:xfrm>
            <a:off x="1631670" y="2570635"/>
            <a:ext cx="9100743" cy="2430198"/>
            <a:chOff x="431" y="1162"/>
            <a:chExt cx="4762" cy="1814"/>
          </a:xfrm>
        </p:grpSpPr>
        <p:sp>
          <p:nvSpPr>
            <p:cNvPr id="65" name="Line 57"/>
            <p:cNvSpPr>
              <a:spLocks noChangeShapeType="1"/>
            </p:cNvSpPr>
            <p:nvPr/>
          </p:nvSpPr>
          <p:spPr bwMode="auto">
            <a:xfrm>
              <a:off x="431" y="1162"/>
              <a:ext cx="0" cy="1814"/>
            </a:xfrm>
            <a:prstGeom prst="line">
              <a:avLst/>
            </a:prstGeom>
            <a:noFill/>
            <a:ln w="3175">
              <a:solidFill>
                <a:srgbClr val="000000"/>
              </a:solidFill>
              <a:round/>
              <a:headEnd type="triangle" w="med" len="med"/>
              <a:tailEnd/>
            </a:ln>
            <a:extLst>
              <a:ext uri="{909E8E84-426E-40DD-AFC4-6F175D3DCCD1}">
                <a14:hiddenFill xmlns:a14="http://schemas.microsoft.com/office/drawing/2010/main">
                  <a:noFill/>
                </a14:hiddenFill>
              </a:ext>
            </a:extLst>
          </p:spPr>
          <p:txBody>
            <a:bodyPr wrap="none" anchor="ctr"/>
            <a:lstStyle/>
            <a:p>
              <a:pPr fontAlgn="base">
                <a:spcBef>
                  <a:spcPct val="0"/>
                </a:spcBef>
                <a:spcAft>
                  <a:spcPct val="0"/>
                </a:spcAft>
              </a:pPr>
              <a:endParaRPr lang="en-US" sz="2500" b="1">
                <a:solidFill>
                  <a:srgbClr val="000000"/>
                </a:solidFill>
                <a:latin typeface="Arial" pitchFamily="34" charset="0"/>
                <a:cs typeface="Arial" pitchFamily="34" charset="0"/>
              </a:endParaRPr>
            </a:p>
          </p:txBody>
        </p:sp>
        <p:sp>
          <p:nvSpPr>
            <p:cNvPr id="66" name="Line 58"/>
            <p:cNvSpPr>
              <a:spLocks noChangeShapeType="1"/>
            </p:cNvSpPr>
            <p:nvPr/>
          </p:nvSpPr>
          <p:spPr bwMode="auto">
            <a:xfrm>
              <a:off x="431" y="2976"/>
              <a:ext cx="4762" cy="0"/>
            </a:xfrm>
            <a:prstGeom prst="line">
              <a:avLst/>
            </a:prstGeom>
            <a:noFill/>
            <a:ln w="317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pPr fontAlgn="base">
                <a:spcBef>
                  <a:spcPct val="0"/>
                </a:spcBef>
                <a:spcAft>
                  <a:spcPct val="0"/>
                </a:spcAft>
              </a:pPr>
              <a:endParaRPr lang="en-US" sz="2500" b="1">
                <a:solidFill>
                  <a:srgbClr val="000000"/>
                </a:solidFill>
                <a:latin typeface="Arial" pitchFamily="34" charset="0"/>
                <a:cs typeface="Arial" pitchFamily="34" charset="0"/>
              </a:endParaRPr>
            </a:p>
          </p:txBody>
        </p:sp>
      </p:grpSp>
      <p:sp>
        <p:nvSpPr>
          <p:cNvPr id="67" name="Text Box 59"/>
          <p:cNvSpPr txBox="1">
            <a:spLocks noChangeArrowheads="1"/>
          </p:cNvSpPr>
          <p:nvPr/>
        </p:nvSpPr>
        <p:spPr bwMode="auto">
          <a:xfrm>
            <a:off x="10783969" y="4842856"/>
            <a:ext cx="936625" cy="290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a:spAutoFit/>
          </a:bodyPr>
          <a:lstStyle>
            <a:lvl1pPr eaLnBrk="0" hangingPunct="0">
              <a:defRPr sz="2500" b="1">
                <a:solidFill>
                  <a:schemeClr val="tx2"/>
                </a:solidFill>
                <a:latin typeface="Arial" pitchFamily="34" charset="0"/>
              </a:defRPr>
            </a:lvl1pPr>
            <a:lvl2pPr marL="742950" indent="-285750" eaLnBrk="0" hangingPunct="0">
              <a:defRPr sz="2500" b="1">
                <a:solidFill>
                  <a:schemeClr val="tx2"/>
                </a:solidFill>
                <a:latin typeface="Arial" pitchFamily="34" charset="0"/>
              </a:defRPr>
            </a:lvl2pPr>
            <a:lvl3pPr marL="1143000" indent="-228600" eaLnBrk="0" hangingPunct="0">
              <a:defRPr sz="2500" b="1">
                <a:solidFill>
                  <a:schemeClr val="tx2"/>
                </a:solidFill>
                <a:latin typeface="Arial" pitchFamily="34" charset="0"/>
              </a:defRPr>
            </a:lvl3pPr>
            <a:lvl4pPr marL="1600200" indent="-228600" eaLnBrk="0" hangingPunct="0">
              <a:defRPr sz="2500" b="1">
                <a:solidFill>
                  <a:schemeClr val="tx2"/>
                </a:solidFill>
                <a:latin typeface="Arial" pitchFamily="34" charset="0"/>
              </a:defRPr>
            </a:lvl4pPr>
            <a:lvl5pPr marL="2057400" indent="-228600" eaLnBrk="0" hangingPunct="0">
              <a:defRPr sz="2500" b="1">
                <a:solidFill>
                  <a:schemeClr val="tx2"/>
                </a:solidFill>
                <a:latin typeface="Arial" pitchFamily="34" charset="0"/>
              </a:defRPr>
            </a:lvl5pPr>
            <a:lvl6pPr marL="2514600" indent="-228600" eaLnBrk="0" fontAlgn="base" hangingPunct="0">
              <a:spcBef>
                <a:spcPct val="0"/>
              </a:spcBef>
              <a:spcAft>
                <a:spcPct val="0"/>
              </a:spcAft>
              <a:defRPr sz="2500" b="1">
                <a:solidFill>
                  <a:schemeClr val="tx2"/>
                </a:solidFill>
                <a:latin typeface="Arial" pitchFamily="34" charset="0"/>
              </a:defRPr>
            </a:lvl6pPr>
            <a:lvl7pPr marL="2971800" indent="-228600" eaLnBrk="0" fontAlgn="base" hangingPunct="0">
              <a:spcBef>
                <a:spcPct val="0"/>
              </a:spcBef>
              <a:spcAft>
                <a:spcPct val="0"/>
              </a:spcAft>
              <a:defRPr sz="2500" b="1">
                <a:solidFill>
                  <a:schemeClr val="tx2"/>
                </a:solidFill>
                <a:latin typeface="Arial" pitchFamily="34" charset="0"/>
              </a:defRPr>
            </a:lvl7pPr>
            <a:lvl8pPr marL="3429000" indent="-228600" eaLnBrk="0" fontAlgn="base" hangingPunct="0">
              <a:spcBef>
                <a:spcPct val="0"/>
              </a:spcBef>
              <a:spcAft>
                <a:spcPct val="0"/>
              </a:spcAft>
              <a:defRPr sz="2500" b="1">
                <a:solidFill>
                  <a:schemeClr val="tx2"/>
                </a:solidFill>
                <a:latin typeface="Arial" pitchFamily="34" charset="0"/>
              </a:defRPr>
            </a:lvl8pPr>
            <a:lvl9pPr marL="3886200" indent="-228600" eaLnBrk="0" fontAlgn="base" hangingPunct="0">
              <a:spcBef>
                <a:spcPct val="0"/>
              </a:spcBef>
              <a:spcAft>
                <a:spcPct val="0"/>
              </a:spcAft>
              <a:defRPr sz="2500" b="1">
                <a:solidFill>
                  <a:schemeClr val="tx2"/>
                </a:solidFill>
                <a:latin typeface="Arial" pitchFamily="34" charset="0"/>
              </a:defRPr>
            </a:lvl9pPr>
          </a:lstStyle>
          <a:p>
            <a:pPr algn="ctr" fontAlgn="base">
              <a:spcBef>
                <a:spcPct val="50000"/>
              </a:spcBef>
              <a:spcAft>
                <a:spcPct val="0"/>
              </a:spcAft>
            </a:pPr>
            <a:r>
              <a:rPr lang="es-ES" sz="1300" dirty="0">
                <a:solidFill>
                  <a:srgbClr val="000000"/>
                </a:solidFill>
                <a:latin typeface="Verdana" pitchFamily="34" charset="0"/>
                <a:cs typeface="Arial" pitchFamily="34" charset="0"/>
              </a:rPr>
              <a:t>Tiempo</a:t>
            </a:r>
          </a:p>
        </p:txBody>
      </p:sp>
      <p:sp>
        <p:nvSpPr>
          <p:cNvPr id="68" name="Text Box 60"/>
          <p:cNvSpPr txBox="1">
            <a:spLocks noChangeArrowheads="1"/>
          </p:cNvSpPr>
          <p:nvPr/>
        </p:nvSpPr>
        <p:spPr bwMode="auto">
          <a:xfrm>
            <a:off x="0" y="2351244"/>
            <a:ext cx="1749876"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square">
            <a:spAutoFit/>
          </a:bodyPr>
          <a:lstStyle>
            <a:lvl1pPr eaLnBrk="0" hangingPunct="0">
              <a:defRPr sz="2500" b="1">
                <a:solidFill>
                  <a:schemeClr val="tx2"/>
                </a:solidFill>
                <a:latin typeface="Arial" pitchFamily="34" charset="0"/>
              </a:defRPr>
            </a:lvl1pPr>
            <a:lvl2pPr marL="742950" indent="-285750" eaLnBrk="0" hangingPunct="0">
              <a:defRPr sz="2500" b="1">
                <a:solidFill>
                  <a:schemeClr val="tx2"/>
                </a:solidFill>
                <a:latin typeface="Arial" pitchFamily="34" charset="0"/>
              </a:defRPr>
            </a:lvl2pPr>
            <a:lvl3pPr marL="1143000" indent="-228600" eaLnBrk="0" hangingPunct="0">
              <a:defRPr sz="2500" b="1">
                <a:solidFill>
                  <a:schemeClr val="tx2"/>
                </a:solidFill>
                <a:latin typeface="Arial" pitchFamily="34" charset="0"/>
              </a:defRPr>
            </a:lvl3pPr>
            <a:lvl4pPr marL="1600200" indent="-228600" eaLnBrk="0" hangingPunct="0">
              <a:defRPr sz="2500" b="1">
                <a:solidFill>
                  <a:schemeClr val="tx2"/>
                </a:solidFill>
                <a:latin typeface="Arial" pitchFamily="34" charset="0"/>
              </a:defRPr>
            </a:lvl4pPr>
            <a:lvl5pPr marL="2057400" indent="-228600" eaLnBrk="0" hangingPunct="0">
              <a:defRPr sz="2500" b="1">
                <a:solidFill>
                  <a:schemeClr val="tx2"/>
                </a:solidFill>
                <a:latin typeface="Arial" pitchFamily="34" charset="0"/>
              </a:defRPr>
            </a:lvl5pPr>
            <a:lvl6pPr marL="2514600" indent="-228600" eaLnBrk="0" fontAlgn="base" hangingPunct="0">
              <a:spcBef>
                <a:spcPct val="0"/>
              </a:spcBef>
              <a:spcAft>
                <a:spcPct val="0"/>
              </a:spcAft>
              <a:defRPr sz="2500" b="1">
                <a:solidFill>
                  <a:schemeClr val="tx2"/>
                </a:solidFill>
                <a:latin typeface="Arial" pitchFamily="34" charset="0"/>
              </a:defRPr>
            </a:lvl6pPr>
            <a:lvl7pPr marL="2971800" indent="-228600" eaLnBrk="0" fontAlgn="base" hangingPunct="0">
              <a:spcBef>
                <a:spcPct val="0"/>
              </a:spcBef>
              <a:spcAft>
                <a:spcPct val="0"/>
              </a:spcAft>
              <a:defRPr sz="2500" b="1">
                <a:solidFill>
                  <a:schemeClr val="tx2"/>
                </a:solidFill>
                <a:latin typeface="Arial" pitchFamily="34" charset="0"/>
              </a:defRPr>
            </a:lvl7pPr>
            <a:lvl8pPr marL="3429000" indent="-228600" eaLnBrk="0" fontAlgn="base" hangingPunct="0">
              <a:spcBef>
                <a:spcPct val="0"/>
              </a:spcBef>
              <a:spcAft>
                <a:spcPct val="0"/>
              </a:spcAft>
              <a:defRPr sz="2500" b="1">
                <a:solidFill>
                  <a:schemeClr val="tx2"/>
                </a:solidFill>
                <a:latin typeface="Arial" pitchFamily="34" charset="0"/>
              </a:defRPr>
            </a:lvl8pPr>
            <a:lvl9pPr marL="3886200" indent="-228600" eaLnBrk="0" fontAlgn="base" hangingPunct="0">
              <a:spcBef>
                <a:spcPct val="0"/>
              </a:spcBef>
              <a:spcAft>
                <a:spcPct val="0"/>
              </a:spcAft>
              <a:defRPr sz="2500" b="1">
                <a:solidFill>
                  <a:schemeClr val="tx2"/>
                </a:solidFill>
                <a:latin typeface="Arial" pitchFamily="34" charset="0"/>
              </a:defRPr>
            </a:lvl9pPr>
          </a:lstStyle>
          <a:p>
            <a:pPr algn="ctr" fontAlgn="base">
              <a:spcBef>
                <a:spcPct val="50000"/>
              </a:spcBef>
              <a:spcAft>
                <a:spcPct val="0"/>
              </a:spcAft>
            </a:pPr>
            <a:r>
              <a:rPr lang="es-ES" sz="1300" dirty="0">
                <a:solidFill>
                  <a:srgbClr val="000000"/>
                </a:solidFill>
                <a:latin typeface="Verdana" pitchFamily="34" charset="0"/>
                <a:cs typeface="Arial" pitchFamily="34" charset="0"/>
              </a:rPr>
              <a:t>Actividades de Ingeniería</a:t>
            </a:r>
          </a:p>
        </p:txBody>
      </p:sp>
      <p:sp>
        <p:nvSpPr>
          <p:cNvPr id="69" name="Rectangle 61"/>
          <p:cNvSpPr>
            <a:spLocks noChangeArrowheads="1"/>
          </p:cNvSpPr>
          <p:nvPr/>
        </p:nvSpPr>
        <p:spPr bwMode="auto">
          <a:xfrm>
            <a:off x="25045" y="5193788"/>
            <a:ext cx="12026647" cy="568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square">
            <a:spAutoFit/>
          </a:bodyPr>
          <a:lstStyle/>
          <a:p>
            <a:pPr eaLnBrk="0" fontAlgn="base" hangingPunct="0">
              <a:lnSpc>
                <a:spcPct val="120000"/>
              </a:lnSpc>
              <a:spcBef>
                <a:spcPct val="0"/>
              </a:spcBef>
              <a:spcAft>
                <a:spcPct val="0"/>
              </a:spcAft>
              <a:buFontTx/>
              <a:buChar char="•"/>
            </a:pPr>
            <a:r>
              <a:rPr lang="es-ES" sz="1300" dirty="0">
                <a:solidFill>
                  <a:srgbClr val="000000"/>
                </a:solidFill>
                <a:latin typeface="Arial" pitchFamily="34" charset="0"/>
                <a:cs typeface="Arial" pitchFamily="34" charset="0"/>
              </a:rPr>
              <a:t> En el gráfico, la ruta crítica estará dada por la secuencia de actividades de mayor duración, es decir las actividades realizadas por Ángel, Víctor y Carlos, que suman un total de 40 + 30 + 15 =  85 horas</a:t>
            </a:r>
          </a:p>
        </p:txBody>
      </p:sp>
      <p:sp>
        <p:nvSpPr>
          <p:cNvPr id="70" name="Text Box 62"/>
          <p:cNvSpPr txBox="1">
            <a:spLocks noChangeArrowheads="1"/>
          </p:cNvSpPr>
          <p:nvPr/>
        </p:nvSpPr>
        <p:spPr bwMode="auto">
          <a:xfrm>
            <a:off x="1265654" y="2694354"/>
            <a:ext cx="452989" cy="20928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square">
            <a:spAutoFit/>
          </a:bodyPr>
          <a:lstStyle>
            <a:lvl1pPr eaLnBrk="0" hangingPunct="0">
              <a:defRPr sz="2500" b="1">
                <a:solidFill>
                  <a:schemeClr val="tx2"/>
                </a:solidFill>
                <a:latin typeface="Arial" pitchFamily="34" charset="0"/>
              </a:defRPr>
            </a:lvl1pPr>
            <a:lvl2pPr marL="742950" indent="-285750" eaLnBrk="0" hangingPunct="0">
              <a:defRPr sz="2500" b="1">
                <a:solidFill>
                  <a:schemeClr val="tx2"/>
                </a:solidFill>
                <a:latin typeface="Arial" pitchFamily="34" charset="0"/>
              </a:defRPr>
            </a:lvl2pPr>
            <a:lvl3pPr marL="1143000" indent="-228600" eaLnBrk="0" hangingPunct="0">
              <a:defRPr sz="2500" b="1">
                <a:solidFill>
                  <a:schemeClr val="tx2"/>
                </a:solidFill>
                <a:latin typeface="Arial" pitchFamily="34" charset="0"/>
              </a:defRPr>
            </a:lvl3pPr>
            <a:lvl4pPr marL="1600200" indent="-228600" eaLnBrk="0" hangingPunct="0">
              <a:defRPr sz="2500" b="1">
                <a:solidFill>
                  <a:schemeClr val="tx2"/>
                </a:solidFill>
                <a:latin typeface="Arial" pitchFamily="34" charset="0"/>
              </a:defRPr>
            </a:lvl4pPr>
            <a:lvl5pPr marL="2057400" indent="-228600" eaLnBrk="0" hangingPunct="0">
              <a:defRPr sz="2500" b="1">
                <a:solidFill>
                  <a:schemeClr val="tx2"/>
                </a:solidFill>
                <a:latin typeface="Arial" pitchFamily="34" charset="0"/>
              </a:defRPr>
            </a:lvl5pPr>
            <a:lvl6pPr marL="2514600" indent="-228600" eaLnBrk="0" fontAlgn="base" hangingPunct="0">
              <a:spcBef>
                <a:spcPct val="0"/>
              </a:spcBef>
              <a:spcAft>
                <a:spcPct val="0"/>
              </a:spcAft>
              <a:defRPr sz="2500" b="1">
                <a:solidFill>
                  <a:schemeClr val="tx2"/>
                </a:solidFill>
                <a:latin typeface="Arial" pitchFamily="34" charset="0"/>
              </a:defRPr>
            </a:lvl6pPr>
            <a:lvl7pPr marL="2971800" indent="-228600" eaLnBrk="0" fontAlgn="base" hangingPunct="0">
              <a:spcBef>
                <a:spcPct val="0"/>
              </a:spcBef>
              <a:spcAft>
                <a:spcPct val="0"/>
              </a:spcAft>
              <a:defRPr sz="2500" b="1">
                <a:solidFill>
                  <a:schemeClr val="tx2"/>
                </a:solidFill>
                <a:latin typeface="Arial" pitchFamily="34" charset="0"/>
              </a:defRPr>
            </a:lvl7pPr>
            <a:lvl8pPr marL="3429000" indent="-228600" eaLnBrk="0" fontAlgn="base" hangingPunct="0">
              <a:spcBef>
                <a:spcPct val="0"/>
              </a:spcBef>
              <a:spcAft>
                <a:spcPct val="0"/>
              </a:spcAft>
              <a:defRPr sz="2500" b="1">
                <a:solidFill>
                  <a:schemeClr val="tx2"/>
                </a:solidFill>
                <a:latin typeface="Arial" pitchFamily="34" charset="0"/>
              </a:defRPr>
            </a:lvl8pPr>
            <a:lvl9pPr marL="3886200" indent="-228600" eaLnBrk="0" fontAlgn="base" hangingPunct="0">
              <a:spcBef>
                <a:spcPct val="0"/>
              </a:spcBef>
              <a:spcAft>
                <a:spcPct val="0"/>
              </a:spcAft>
              <a:defRPr sz="2500" b="1">
                <a:solidFill>
                  <a:schemeClr val="tx2"/>
                </a:solidFill>
                <a:latin typeface="Arial" pitchFamily="34" charset="0"/>
              </a:defRPr>
            </a:lvl9pPr>
          </a:lstStyle>
          <a:p>
            <a:pPr algn="ctr" fontAlgn="base">
              <a:spcBef>
                <a:spcPct val="50000"/>
              </a:spcBef>
              <a:spcAft>
                <a:spcPct val="0"/>
              </a:spcAft>
            </a:pPr>
            <a:r>
              <a:rPr lang="es-ES" sz="1300" dirty="0">
                <a:solidFill>
                  <a:srgbClr val="000000"/>
                </a:solidFill>
                <a:latin typeface="Verdana" pitchFamily="34" charset="0"/>
                <a:cs typeface="Arial" pitchFamily="34" charset="0"/>
              </a:rPr>
              <a:t>1</a:t>
            </a:r>
          </a:p>
          <a:p>
            <a:pPr algn="ctr" fontAlgn="base">
              <a:spcBef>
                <a:spcPct val="50000"/>
              </a:spcBef>
              <a:spcAft>
                <a:spcPct val="0"/>
              </a:spcAft>
            </a:pPr>
            <a:r>
              <a:rPr lang="es-ES" sz="1300" dirty="0">
                <a:solidFill>
                  <a:srgbClr val="000000"/>
                </a:solidFill>
                <a:latin typeface="Verdana" pitchFamily="34" charset="0"/>
                <a:cs typeface="Arial" pitchFamily="34" charset="0"/>
              </a:rPr>
              <a:t>2</a:t>
            </a:r>
          </a:p>
          <a:p>
            <a:pPr algn="ctr" fontAlgn="base">
              <a:spcBef>
                <a:spcPct val="50000"/>
              </a:spcBef>
              <a:spcAft>
                <a:spcPct val="0"/>
              </a:spcAft>
            </a:pPr>
            <a:r>
              <a:rPr lang="es-ES" sz="1300" dirty="0">
                <a:solidFill>
                  <a:srgbClr val="000000"/>
                </a:solidFill>
                <a:latin typeface="Verdana" pitchFamily="34" charset="0"/>
                <a:cs typeface="Arial" pitchFamily="34" charset="0"/>
              </a:rPr>
              <a:t>3</a:t>
            </a:r>
          </a:p>
          <a:p>
            <a:pPr algn="ctr" fontAlgn="base">
              <a:spcBef>
                <a:spcPct val="50000"/>
              </a:spcBef>
              <a:spcAft>
                <a:spcPct val="0"/>
              </a:spcAft>
            </a:pPr>
            <a:r>
              <a:rPr lang="es-ES" sz="1300" dirty="0">
                <a:solidFill>
                  <a:srgbClr val="000000"/>
                </a:solidFill>
                <a:latin typeface="Verdana" pitchFamily="34" charset="0"/>
                <a:cs typeface="Arial" pitchFamily="34" charset="0"/>
              </a:rPr>
              <a:t>4</a:t>
            </a:r>
          </a:p>
          <a:p>
            <a:pPr algn="ctr" fontAlgn="base">
              <a:spcBef>
                <a:spcPct val="50000"/>
              </a:spcBef>
              <a:spcAft>
                <a:spcPct val="0"/>
              </a:spcAft>
            </a:pPr>
            <a:r>
              <a:rPr lang="es-ES" sz="1300" dirty="0">
                <a:solidFill>
                  <a:srgbClr val="000000"/>
                </a:solidFill>
                <a:latin typeface="Verdana" pitchFamily="34" charset="0"/>
                <a:cs typeface="Arial" pitchFamily="34" charset="0"/>
              </a:rPr>
              <a:t>5</a:t>
            </a:r>
          </a:p>
          <a:p>
            <a:pPr algn="ctr" fontAlgn="base">
              <a:spcBef>
                <a:spcPct val="50000"/>
              </a:spcBef>
              <a:spcAft>
                <a:spcPct val="0"/>
              </a:spcAft>
            </a:pPr>
            <a:r>
              <a:rPr lang="es-ES" sz="1300" dirty="0">
                <a:solidFill>
                  <a:srgbClr val="000000"/>
                </a:solidFill>
                <a:latin typeface="Verdana" pitchFamily="34" charset="0"/>
                <a:cs typeface="Arial" pitchFamily="34" charset="0"/>
              </a:rPr>
              <a:t>6</a:t>
            </a:r>
          </a:p>
          <a:p>
            <a:pPr algn="ctr" fontAlgn="base">
              <a:spcBef>
                <a:spcPct val="50000"/>
              </a:spcBef>
              <a:spcAft>
                <a:spcPct val="0"/>
              </a:spcAft>
            </a:pPr>
            <a:r>
              <a:rPr lang="es-ES" sz="1300" dirty="0">
                <a:solidFill>
                  <a:srgbClr val="000000"/>
                </a:solidFill>
                <a:latin typeface="Verdana" pitchFamily="34" charset="0"/>
                <a:cs typeface="Arial" pitchFamily="34" charset="0"/>
              </a:rPr>
              <a:t>7</a:t>
            </a:r>
          </a:p>
        </p:txBody>
      </p:sp>
      <p:sp>
        <p:nvSpPr>
          <p:cNvPr id="4" name="Título 1">
            <a:extLst>
              <a:ext uri="{FF2B5EF4-FFF2-40B4-BE49-F238E27FC236}">
                <a16:creationId xmlns:a16="http://schemas.microsoft.com/office/drawing/2014/main" id="{1E1C1C0E-E1CE-F8A4-0D32-61C3CF58A02A}"/>
              </a:ext>
            </a:extLst>
          </p:cNvPr>
          <p:cNvSpPr>
            <a:spLocks noGrp="1"/>
          </p:cNvSpPr>
          <p:nvPr>
            <p:ph type="title"/>
          </p:nvPr>
        </p:nvSpPr>
        <p:spPr>
          <a:xfrm>
            <a:off x="292288" y="377263"/>
            <a:ext cx="9083723" cy="1325563"/>
          </a:xfrm>
        </p:spPr>
        <p:txBody>
          <a:bodyPr>
            <a:normAutofit/>
          </a:bodyPr>
          <a:lstStyle/>
          <a:p>
            <a:r>
              <a:rPr lang="es-ES" sz="4000" b="1" dirty="0"/>
              <a:t>03. ACTIVIDADES, SECUENCIAMIENTO, DURACIÓN Y HOLGURAS</a:t>
            </a:r>
            <a:endParaRPr lang="en-US" sz="4000" b="1" dirty="0"/>
          </a:p>
        </p:txBody>
      </p:sp>
      <p:pic>
        <p:nvPicPr>
          <p:cNvPr id="2" name="Imagen 1">
            <a:extLst>
              <a:ext uri="{FF2B5EF4-FFF2-40B4-BE49-F238E27FC236}">
                <a16:creationId xmlns:a16="http://schemas.microsoft.com/office/drawing/2014/main" id="{AD00BFDD-99AE-3880-A5DF-B515AACDF3F5}"/>
              </a:ext>
            </a:extLst>
          </p:cNvPr>
          <p:cNvPicPr>
            <a:picLocks noChangeAspect="1"/>
          </p:cNvPicPr>
          <p:nvPr/>
        </p:nvPicPr>
        <p:blipFill>
          <a:blip r:embed="rId6"/>
          <a:stretch>
            <a:fillRect/>
          </a:stretch>
        </p:blipFill>
        <p:spPr>
          <a:xfrm>
            <a:off x="9897686" y="5907116"/>
            <a:ext cx="2033588" cy="731810"/>
          </a:xfrm>
          <a:prstGeom prst="rect">
            <a:avLst/>
          </a:prstGeom>
        </p:spPr>
      </p:pic>
    </p:spTree>
    <p:extLst>
      <p:ext uri="{BB962C8B-B14F-4D97-AF65-F5344CB8AC3E}">
        <p14:creationId xmlns:p14="http://schemas.microsoft.com/office/powerpoint/2010/main" val="13101610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5" fill="hold" nodeType="clickEffect">
                                  <p:stCondLst>
                                    <p:cond delay="0"/>
                                  </p:stCondLst>
                                  <p:childTnLst>
                                    <p:set>
                                      <p:cBhvr>
                                        <p:cTn id="6" dur="1" fill="hold">
                                          <p:stCondLst>
                                            <p:cond delay="0"/>
                                          </p:stCondLst>
                                        </p:cTn>
                                        <p:tgtEl>
                                          <p:spTgt spid="53"/>
                                        </p:tgtEl>
                                        <p:attrNameLst>
                                          <p:attrName>style.visibility</p:attrName>
                                        </p:attrNameLst>
                                      </p:cBhvr>
                                      <p:to>
                                        <p:strVal val="visible"/>
                                      </p:to>
                                    </p:set>
                                    <p:animEffect transition="in" filter="blinds(vertical)">
                                      <p:cBhvr>
                                        <p:cTn id="7" dur="500"/>
                                        <p:tgtEl>
                                          <p:spTgt spid="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Group 3"/>
          <p:cNvGraphicFramePr>
            <a:graphicFrameLocks noGrp="1"/>
          </p:cNvGraphicFramePr>
          <p:nvPr/>
        </p:nvGraphicFramePr>
        <p:xfrm>
          <a:off x="2220087" y="5125801"/>
          <a:ext cx="1296988" cy="901700"/>
        </p:xfrm>
        <a:graphic>
          <a:graphicData uri="http://schemas.openxmlformats.org/drawingml/2006/table">
            <a:tbl>
              <a:tblPr/>
              <a:tblGrid>
                <a:gridCol w="431800">
                  <a:extLst>
                    <a:ext uri="{9D8B030D-6E8A-4147-A177-3AD203B41FA5}">
                      <a16:colId xmlns:a16="http://schemas.microsoft.com/office/drawing/2014/main" val="20000"/>
                    </a:ext>
                  </a:extLst>
                </a:gridCol>
                <a:gridCol w="215900">
                  <a:extLst>
                    <a:ext uri="{9D8B030D-6E8A-4147-A177-3AD203B41FA5}">
                      <a16:colId xmlns:a16="http://schemas.microsoft.com/office/drawing/2014/main" val="20001"/>
                    </a:ext>
                  </a:extLst>
                </a:gridCol>
                <a:gridCol w="249238">
                  <a:extLst>
                    <a:ext uri="{9D8B030D-6E8A-4147-A177-3AD203B41FA5}">
                      <a16:colId xmlns:a16="http://schemas.microsoft.com/office/drawing/2014/main" val="20002"/>
                    </a:ext>
                  </a:extLst>
                </a:gridCol>
                <a:gridCol w="400050">
                  <a:extLst>
                    <a:ext uri="{9D8B030D-6E8A-4147-A177-3AD203B41FA5}">
                      <a16:colId xmlns:a16="http://schemas.microsoft.com/office/drawing/2014/main" val="20003"/>
                    </a:ext>
                  </a:extLst>
                </a:gridCol>
              </a:tblGrid>
              <a:tr h="451167">
                <a:tc gridSpan="2">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defTabSz="914400" rtl="0" eaLnBrk="1" fontAlgn="base" latinLnBrk="0" hangingPunct="1">
                        <a:lnSpc>
                          <a:spcPct val="80000"/>
                        </a:lnSpc>
                        <a:spcBef>
                          <a:spcPct val="20000"/>
                        </a:spcBef>
                        <a:spcAft>
                          <a:spcPct val="0"/>
                        </a:spcAft>
                        <a:buClr>
                          <a:schemeClr val="tx1"/>
                        </a:buClr>
                        <a:buSzPct val="70000"/>
                        <a:buFont typeface="Wingdings" pitchFamily="2" charset="2"/>
                        <a:buNone/>
                        <a:tabLst/>
                      </a:pPr>
                      <a:r>
                        <a:rPr kumimoji="0" lang="es-ES" sz="1300" b="1" i="0" u="none" strike="noStrike" cap="none" normalizeH="0" baseline="0" dirty="0">
                          <a:ln>
                            <a:noFill/>
                          </a:ln>
                          <a:solidFill>
                            <a:srgbClr val="0070C0"/>
                          </a:solidFill>
                          <a:effectLst/>
                          <a:latin typeface="Arial" charset="0"/>
                        </a:rPr>
                        <a:t>ES</a:t>
                      </a:r>
                    </a:p>
                    <a:p>
                      <a:pPr marL="0" marR="0" lvl="0" indent="0" algn="ctr" defTabSz="914400" rtl="0" eaLnBrk="1" fontAlgn="base" latinLnBrk="0" hangingPunct="1">
                        <a:lnSpc>
                          <a:spcPct val="80000"/>
                        </a:lnSpc>
                        <a:spcBef>
                          <a:spcPct val="20000"/>
                        </a:spcBef>
                        <a:spcAft>
                          <a:spcPct val="0"/>
                        </a:spcAft>
                        <a:buClr>
                          <a:schemeClr val="tx1"/>
                        </a:buClr>
                        <a:buSzPct val="70000"/>
                        <a:buFont typeface="Wingdings" pitchFamily="2" charset="2"/>
                        <a:buNone/>
                        <a:tabLst/>
                      </a:pPr>
                      <a:r>
                        <a:rPr kumimoji="0" lang="es-ES" sz="1300" b="0" i="0" u="none" strike="noStrike" cap="none" normalizeH="0" baseline="0" dirty="0">
                          <a:ln>
                            <a:noFill/>
                          </a:ln>
                          <a:solidFill>
                            <a:srgbClr val="0070C0"/>
                          </a:solidFill>
                          <a:effectLst/>
                          <a:latin typeface="Arial" charset="0"/>
                        </a:rPr>
                        <a:t>0</a:t>
                      </a:r>
                      <a:endParaRPr kumimoji="0" lang="es-PE" sz="1300" b="0" i="0" u="none" strike="noStrike" cap="none" normalizeH="0" baseline="0" dirty="0">
                        <a:ln>
                          <a:noFill/>
                        </a:ln>
                        <a:solidFill>
                          <a:srgbClr val="0070C0"/>
                        </a:solidFill>
                        <a:effectLst/>
                        <a:latin typeface="Arial" charset="0"/>
                      </a:endParaRPr>
                    </a:p>
                  </a:txBody>
                  <a:tcPr marL="90000" marR="90000" marT="46833" marB="46833" horzOverflow="overflow">
                    <a:lnL w="12700" cap="flat" cmpd="sng" algn="ctr">
                      <a:solidFill>
                        <a:srgbClr val="336666"/>
                      </a:solidFill>
                      <a:prstDash val="solid"/>
                      <a:round/>
                      <a:headEnd type="none" w="med" len="med"/>
                      <a:tailEnd type="none" w="med" len="med"/>
                    </a:lnL>
                    <a:lnR w="12700" cap="flat" cmpd="sng" algn="ctr">
                      <a:solidFill>
                        <a:srgbClr val="336666"/>
                      </a:solidFill>
                      <a:prstDash val="solid"/>
                      <a:round/>
                      <a:headEnd type="none" w="med" len="med"/>
                      <a:tailEnd type="none" w="med" len="med"/>
                    </a:lnR>
                    <a:lnT w="12700" cap="flat" cmpd="sng" algn="ctr">
                      <a:solidFill>
                        <a:srgbClr val="336666"/>
                      </a:solidFill>
                      <a:prstDash val="solid"/>
                      <a:round/>
                      <a:headEnd type="none" w="med" len="med"/>
                      <a:tailEnd type="none" w="med" len="med"/>
                    </a:lnT>
                    <a:lnB w="12700" cap="flat" cmpd="sng" algn="ctr">
                      <a:solidFill>
                        <a:srgbClr val="336666"/>
                      </a:solidFill>
                      <a:prstDash val="solid"/>
                      <a:round/>
                      <a:headEnd type="none" w="med" len="med"/>
                      <a:tailEnd type="none" w="med" len="med"/>
                    </a:lnB>
                    <a:lnTlToBr>
                      <a:noFill/>
                    </a:lnTlToBr>
                    <a:lnBlToTr>
                      <a:noFill/>
                    </a:lnBlToTr>
                    <a:noFill/>
                  </a:tcPr>
                </a:tc>
                <a:tc hMerge="1">
                  <a:txBody>
                    <a:bodyPr/>
                    <a:lstStyle/>
                    <a:p>
                      <a:endParaRPr lang="es-PE"/>
                    </a:p>
                  </a:txBody>
                  <a:tcPr/>
                </a:tc>
                <a:tc gridSpan="2">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defTabSz="914400" rtl="0" eaLnBrk="1" fontAlgn="base" latinLnBrk="0" hangingPunct="1">
                        <a:lnSpc>
                          <a:spcPct val="80000"/>
                        </a:lnSpc>
                        <a:spcBef>
                          <a:spcPct val="20000"/>
                        </a:spcBef>
                        <a:spcAft>
                          <a:spcPct val="0"/>
                        </a:spcAft>
                        <a:buClr>
                          <a:schemeClr val="tx1"/>
                        </a:buClr>
                        <a:buSzPct val="70000"/>
                        <a:buFont typeface="Wingdings" pitchFamily="2" charset="2"/>
                        <a:buNone/>
                        <a:tabLst/>
                      </a:pPr>
                      <a:r>
                        <a:rPr kumimoji="0" lang="es-ES" sz="1300" b="1" i="0" u="none" strike="noStrike" cap="none" normalizeH="0" baseline="0">
                          <a:ln>
                            <a:noFill/>
                          </a:ln>
                          <a:solidFill>
                            <a:srgbClr val="0070C0"/>
                          </a:solidFill>
                          <a:effectLst/>
                          <a:latin typeface="Arial" charset="0"/>
                        </a:rPr>
                        <a:t>EF</a:t>
                      </a:r>
                    </a:p>
                    <a:p>
                      <a:pPr marL="0" marR="0" lvl="0" indent="0" algn="ctr" defTabSz="914400" rtl="0" eaLnBrk="1" fontAlgn="base" latinLnBrk="0" hangingPunct="1">
                        <a:lnSpc>
                          <a:spcPct val="80000"/>
                        </a:lnSpc>
                        <a:spcBef>
                          <a:spcPct val="20000"/>
                        </a:spcBef>
                        <a:spcAft>
                          <a:spcPct val="0"/>
                        </a:spcAft>
                        <a:buClr>
                          <a:schemeClr val="tx1"/>
                        </a:buClr>
                        <a:buSzPct val="70000"/>
                        <a:buFont typeface="Wingdings" pitchFamily="2" charset="2"/>
                        <a:buNone/>
                        <a:tabLst/>
                      </a:pPr>
                      <a:r>
                        <a:rPr kumimoji="0" lang="es-ES" sz="1300" b="0" i="0" u="none" strike="noStrike" cap="none" normalizeH="0" baseline="0">
                          <a:ln>
                            <a:noFill/>
                          </a:ln>
                          <a:solidFill>
                            <a:srgbClr val="0070C0"/>
                          </a:solidFill>
                          <a:effectLst/>
                          <a:latin typeface="Arial" charset="0"/>
                        </a:rPr>
                        <a:t>2</a:t>
                      </a:r>
                      <a:endParaRPr kumimoji="0" lang="es-PE" sz="1300" b="0" i="0" u="none" strike="noStrike" cap="none" normalizeH="0" baseline="0">
                        <a:ln>
                          <a:noFill/>
                        </a:ln>
                        <a:solidFill>
                          <a:srgbClr val="0070C0"/>
                        </a:solidFill>
                        <a:effectLst/>
                        <a:latin typeface="Arial" charset="0"/>
                      </a:endParaRPr>
                    </a:p>
                  </a:txBody>
                  <a:tcPr marL="90000" marR="90000" marT="46833" marB="46833" horzOverflow="overflow">
                    <a:lnL w="12700" cap="flat" cmpd="sng" algn="ctr">
                      <a:solidFill>
                        <a:srgbClr val="336666"/>
                      </a:solidFill>
                      <a:prstDash val="solid"/>
                      <a:round/>
                      <a:headEnd type="none" w="med" len="med"/>
                      <a:tailEnd type="none" w="med" len="med"/>
                    </a:lnL>
                    <a:lnR w="12700" cap="flat" cmpd="sng" algn="ctr">
                      <a:solidFill>
                        <a:srgbClr val="336666"/>
                      </a:solidFill>
                      <a:prstDash val="solid"/>
                      <a:round/>
                      <a:headEnd type="none" w="med" len="med"/>
                      <a:tailEnd type="none" w="med" len="med"/>
                    </a:lnR>
                    <a:lnT w="12700" cap="flat" cmpd="sng" algn="ctr">
                      <a:solidFill>
                        <a:srgbClr val="336666"/>
                      </a:solidFill>
                      <a:prstDash val="solid"/>
                      <a:round/>
                      <a:headEnd type="none" w="med" len="med"/>
                      <a:tailEnd type="none" w="med" len="med"/>
                    </a:lnT>
                    <a:lnB w="12700" cap="flat" cmpd="sng" algn="ctr">
                      <a:solidFill>
                        <a:srgbClr val="336666"/>
                      </a:solidFill>
                      <a:prstDash val="solid"/>
                      <a:round/>
                      <a:headEnd type="none" w="med" len="med"/>
                      <a:tailEnd type="none" w="med" len="med"/>
                    </a:lnB>
                    <a:lnTlToBr>
                      <a:noFill/>
                    </a:lnTlToBr>
                    <a:lnBlToTr>
                      <a:noFill/>
                    </a:lnBlToTr>
                    <a:noFill/>
                  </a:tcPr>
                </a:tc>
                <a:tc hMerge="1">
                  <a:txBody>
                    <a:bodyPr/>
                    <a:lstStyle/>
                    <a:p>
                      <a:endParaRPr lang="es-PE"/>
                    </a:p>
                  </a:txBody>
                  <a:tcPr/>
                </a:tc>
                <a:extLst>
                  <a:ext uri="{0D108BD9-81ED-4DB2-BD59-A6C34878D82A}">
                    <a16:rowId xmlns:a16="http://schemas.microsoft.com/office/drawing/2014/main" val="10000"/>
                  </a:ext>
                </a:extLst>
              </a:tr>
              <a:tr h="450533">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defTabSz="914400" rtl="0" eaLnBrk="1" fontAlgn="base" latinLnBrk="0" hangingPunct="1">
                        <a:lnSpc>
                          <a:spcPct val="80000"/>
                        </a:lnSpc>
                        <a:spcBef>
                          <a:spcPct val="20000"/>
                        </a:spcBef>
                        <a:spcAft>
                          <a:spcPct val="0"/>
                        </a:spcAft>
                        <a:buClr>
                          <a:schemeClr val="tx1"/>
                        </a:buClr>
                        <a:buSzPct val="70000"/>
                        <a:buFont typeface="Wingdings" pitchFamily="2" charset="2"/>
                        <a:buNone/>
                        <a:tabLst/>
                      </a:pPr>
                      <a:r>
                        <a:rPr kumimoji="0" lang="es-ES" sz="1300" b="1" i="0" u="none" strike="noStrike" cap="none" normalizeH="0" baseline="0">
                          <a:ln>
                            <a:noFill/>
                          </a:ln>
                          <a:solidFill>
                            <a:srgbClr val="0070C0"/>
                          </a:solidFill>
                          <a:effectLst/>
                          <a:latin typeface="Arial" charset="0"/>
                        </a:rPr>
                        <a:t>LS</a:t>
                      </a:r>
                    </a:p>
                    <a:p>
                      <a:pPr marL="0" marR="0" lvl="0" indent="0" algn="ctr" defTabSz="914400" rtl="0" eaLnBrk="1" fontAlgn="base" latinLnBrk="0" hangingPunct="1">
                        <a:lnSpc>
                          <a:spcPct val="80000"/>
                        </a:lnSpc>
                        <a:spcBef>
                          <a:spcPct val="20000"/>
                        </a:spcBef>
                        <a:spcAft>
                          <a:spcPct val="0"/>
                        </a:spcAft>
                        <a:buClr>
                          <a:schemeClr val="tx1"/>
                        </a:buClr>
                        <a:buSzPct val="70000"/>
                        <a:buFont typeface="Wingdings" pitchFamily="2" charset="2"/>
                        <a:buNone/>
                        <a:tabLst/>
                      </a:pPr>
                      <a:r>
                        <a:rPr kumimoji="0" lang="es-ES" sz="1300" b="0" i="0" u="none" strike="noStrike" cap="none" normalizeH="0" baseline="0">
                          <a:ln>
                            <a:noFill/>
                          </a:ln>
                          <a:solidFill>
                            <a:srgbClr val="0070C0"/>
                          </a:solidFill>
                          <a:effectLst/>
                          <a:latin typeface="Arial" charset="0"/>
                        </a:rPr>
                        <a:t>0</a:t>
                      </a:r>
                      <a:endParaRPr kumimoji="0" lang="es-PE" sz="1300" b="0" i="0" u="none" strike="noStrike" cap="none" normalizeH="0" baseline="0">
                        <a:ln>
                          <a:noFill/>
                        </a:ln>
                        <a:solidFill>
                          <a:srgbClr val="0070C0"/>
                        </a:solidFill>
                        <a:effectLst/>
                        <a:latin typeface="Arial" charset="0"/>
                      </a:endParaRPr>
                    </a:p>
                  </a:txBody>
                  <a:tcPr marL="90000" marR="90000" marT="46833" marB="46833" horzOverflow="overflow">
                    <a:lnL w="12700" cap="flat" cmpd="sng" algn="ctr">
                      <a:solidFill>
                        <a:srgbClr val="336666"/>
                      </a:solidFill>
                      <a:prstDash val="solid"/>
                      <a:round/>
                      <a:headEnd type="none" w="med" len="med"/>
                      <a:tailEnd type="none" w="med" len="med"/>
                    </a:lnL>
                    <a:lnR w="12700" cap="flat" cmpd="sng" algn="ctr">
                      <a:solidFill>
                        <a:srgbClr val="336666"/>
                      </a:solidFill>
                      <a:prstDash val="solid"/>
                      <a:round/>
                      <a:headEnd type="none" w="med" len="med"/>
                      <a:tailEnd type="none" w="med" len="med"/>
                    </a:lnR>
                    <a:lnT w="12700" cap="flat" cmpd="sng" algn="ctr">
                      <a:solidFill>
                        <a:srgbClr val="336666"/>
                      </a:solidFill>
                      <a:prstDash val="solid"/>
                      <a:round/>
                      <a:headEnd type="none" w="med" len="med"/>
                      <a:tailEnd type="none" w="med" len="med"/>
                    </a:lnT>
                    <a:lnB w="12700" cap="flat" cmpd="sng" algn="ctr">
                      <a:solidFill>
                        <a:srgbClr val="336666"/>
                      </a:solidFill>
                      <a:prstDash val="solid"/>
                      <a:round/>
                      <a:headEnd type="none" w="med" len="med"/>
                      <a:tailEnd type="none" w="med" len="med"/>
                    </a:lnB>
                    <a:lnTlToBr>
                      <a:noFill/>
                    </a:lnTlToBr>
                    <a:lnBlToTr>
                      <a:noFill/>
                    </a:lnBlToTr>
                    <a:noFill/>
                  </a:tcPr>
                </a:tc>
                <a:tc gridSpan="2">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defTabSz="914400" rtl="0" eaLnBrk="1" fontAlgn="base" latinLnBrk="0" hangingPunct="1">
                        <a:lnSpc>
                          <a:spcPct val="80000"/>
                        </a:lnSpc>
                        <a:spcBef>
                          <a:spcPct val="20000"/>
                        </a:spcBef>
                        <a:spcAft>
                          <a:spcPct val="0"/>
                        </a:spcAft>
                        <a:buClr>
                          <a:schemeClr val="tx1"/>
                        </a:buClr>
                        <a:buSzPct val="70000"/>
                        <a:buFont typeface="Wingdings" pitchFamily="2" charset="2"/>
                        <a:buNone/>
                        <a:tabLst/>
                      </a:pPr>
                      <a:r>
                        <a:rPr kumimoji="0" lang="es-ES" sz="1300" b="1" i="0" u="none" strike="noStrike" cap="none" normalizeH="0" baseline="0" dirty="0">
                          <a:ln>
                            <a:noFill/>
                          </a:ln>
                          <a:solidFill>
                            <a:srgbClr val="0070C0"/>
                          </a:solidFill>
                          <a:effectLst/>
                          <a:latin typeface="Arial" charset="0"/>
                        </a:rPr>
                        <a:t>D</a:t>
                      </a:r>
                    </a:p>
                    <a:p>
                      <a:pPr marL="0" marR="0" lvl="0" indent="0" algn="ctr" defTabSz="914400" rtl="0" eaLnBrk="1" fontAlgn="base" latinLnBrk="0" hangingPunct="1">
                        <a:lnSpc>
                          <a:spcPct val="80000"/>
                        </a:lnSpc>
                        <a:spcBef>
                          <a:spcPct val="20000"/>
                        </a:spcBef>
                        <a:spcAft>
                          <a:spcPct val="0"/>
                        </a:spcAft>
                        <a:buClr>
                          <a:schemeClr val="tx1"/>
                        </a:buClr>
                        <a:buSzPct val="70000"/>
                        <a:buFont typeface="Wingdings" pitchFamily="2" charset="2"/>
                        <a:buNone/>
                        <a:tabLst/>
                      </a:pPr>
                      <a:r>
                        <a:rPr kumimoji="0" lang="es-ES" sz="1300" b="0" i="0" u="none" strike="noStrike" cap="none" normalizeH="0" baseline="0" dirty="0">
                          <a:ln>
                            <a:noFill/>
                          </a:ln>
                          <a:solidFill>
                            <a:srgbClr val="0070C0"/>
                          </a:solidFill>
                          <a:effectLst/>
                          <a:latin typeface="Arial" charset="0"/>
                        </a:rPr>
                        <a:t>2</a:t>
                      </a:r>
                      <a:endParaRPr kumimoji="0" lang="es-PE" sz="1300" b="0" i="0" u="none" strike="noStrike" cap="none" normalizeH="0" baseline="0" dirty="0">
                        <a:ln>
                          <a:noFill/>
                        </a:ln>
                        <a:solidFill>
                          <a:srgbClr val="0070C0"/>
                        </a:solidFill>
                        <a:effectLst/>
                        <a:latin typeface="Arial" charset="0"/>
                      </a:endParaRPr>
                    </a:p>
                  </a:txBody>
                  <a:tcPr marL="90000" marR="90000" marT="46833" marB="46833" horzOverflow="overflow">
                    <a:lnL w="12700" cap="flat" cmpd="sng" algn="ctr">
                      <a:solidFill>
                        <a:srgbClr val="336666"/>
                      </a:solidFill>
                      <a:prstDash val="solid"/>
                      <a:round/>
                      <a:headEnd type="none" w="med" len="med"/>
                      <a:tailEnd type="none" w="med" len="med"/>
                    </a:lnL>
                    <a:lnR w="12700" cap="flat" cmpd="sng" algn="ctr">
                      <a:solidFill>
                        <a:srgbClr val="336666"/>
                      </a:solidFill>
                      <a:prstDash val="solid"/>
                      <a:round/>
                      <a:headEnd type="none" w="med" len="med"/>
                      <a:tailEnd type="none" w="med" len="med"/>
                    </a:lnR>
                    <a:lnT w="12700" cap="flat" cmpd="sng" algn="ctr">
                      <a:solidFill>
                        <a:srgbClr val="336666"/>
                      </a:solidFill>
                      <a:prstDash val="solid"/>
                      <a:round/>
                      <a:headEnd type="none" w="med" len="med"/>
                      <a:tailEnd type="none" w="med" len="med"/>
                    </a:lnT>
                    <a:lnB w="12700" cap="flat" cmpd="sng" algn="ctr">
                      <a:solidFill>
                        <a:srgbClr val="336666"/>
                      </a:solidFill>
                      <a:prstDash val="solid"/>
                      <a:round/>
                      <a:headEnd type="none" w="med" len="med"/>
                      <a:tailEnd type="none" w="med" len="med"/>
                    </a:lnB>
                    <a:lnTlToBr>
                      <a:noFill/>
                    </a:lnTlToBr>
                    <a:lnBlToTr>
                      <a:noFill/>
                    </a:lnBlToTr>
                    <a:noFill/>
                  </a:tcPr>
                </a:tc>
                <a:tc hMerge="1">
                  <a:txBody>
                    <a:bodyPr/>
                    <a:lstStyle/>
                    <a:p>
                      <a:endParaRPr lang="es-PE"/>
                    </a:p>
                  </a:txBody>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defTabSz="914400" rtl="0" eaLnBrk="1" fontAlgn="base" latinLnBrk="0" hangingPunct="1">
                        <a:lnSpc>
                          <a:spcPct val="80000"/>
                        </a:lnSpc>
                        <a:spcBef>
                          <a:spcPct val="20000"/>
                        </a:spcBef>
                        <a:spcAft>
                          <a:spcPct val="0"/>
                        </a:spcAft>
                        <a:buClr>
                          <a:schemeClr val="tx1"/>
                        </a:buClr>
                        <a:buSzPct val="70000"/>
                        <a:buFont typeface="Wingdings" pitchFamily="2" charset="2"/>
                        <a:buNone/>
                        <a:tabLst/>
                      </a:pPr>
                      <a:r>
                        <a:rPr kumimoji="0" lang="es-ES" sz="1300" b="1" i="0" u="none" strike="noStrike" cap="none" normalizeH="0" baseline="0" dirty="0">
                          <a:ln>
                            <a:noFill/>
                          </a:ln>
                          <a:solidFill>
                            <a:srgbClr val="0070C0"/>
                          </a:solidFill>
                          <a:effectLst/>
                          <a:latin typeface="Arial" charset="0"/>
                        </a:rPr>
                        <a:t>LF</a:t>
                      </a:r>
                    </a:p>
                    <a:p>
                      <a:pPr marL="0" marR="0" lvl="0" indent="0" algn="ctr" defTabSz="914400" rtl="0" eaLnBrk="1" fontAlgn="base" latinLnBrk="0" hangingPunct="1">
                        <a:lnSpc>
                          <a:spcPct val="80000"/>
                        </a:lnSpc>
                        <a:spcBef>
                          <a:spcPct val="20000"/>
                        </a:spcBef>
                        <a:spcAft>
                          <a:spcPct val="0"/>
                        </a:spcAft>
                        <a:buClr>
                          <a:schemeClr val="tx1"/>
                        </a:buClr>
                        <a:buSzPct val="70000"/>
                        <a:buFont typeface="Wingdings" pitchFamily="2" charset="2"/>
                        <a:buNone/>
                        <a:tabLst/>
                      </a:pPr>
                      <a:r>
                        <a:rPr kumimoji="0" lang="es-ES" sz="1300" b="0" i="0" u="none" strike="noStrike" cap="none" normalizeH="0" baseline="0" dirty="0">
                          <a:ln>
                            <a:noFill/>
                          </a:ln>
                          <a:solidFill>
                            <a:srgbClr val="0070C0"/>
                          </a:solidFill>
                          <a:effectLst/>
                          <a:latin typeface="Arial" charset="0"/>
                        </a:rPr>
                        <a:t>2</a:t>
                      </a:r>
                      <a:endParaRPr kumimoji="0" lang="es-PE" sz="1300" b="0" i="0" u="none" strike="noStrike" cap="none" normalizeH="0" baseline="0" dirty="0">
                        <a:ln>
                          <a:noFill/>
                        </a:ln>
                        <a:solidFill>
                          <a:srgbClr val="0070C0"/>
                        </a:solidFill>
                        <a:effectLst/>
                        <a:latin typeface="Arial" charset="0"/>
                      </a:endParaRPr>
                    </a:p>
                  </a:txBody>
                  <a:tcPr marL="90000" marR="90000" marT="46833" marB="46833" horzOverflow="overflow">
                    <a:lnL w="12700" cap="flat" cmpd="sng" algn="ctr">
                      <a:solidFill>
                        <a:srgbClr val="336666"/>
                      </a:solidFill>
                      <a:prstDash val="solid"/>
                      <a:round/>
                      <a:headEnd type="none" w="med" len="med"/>
                      <a:tailEnd type="none" w="med" len="med"/>
                    </a:lnL>
                    <a:lnR w="12700" cap="flat" cmpd="sng" algn="ctr">
                      <a:solidFill>
                        <a:srgbClr val="336666"/>
                      </a:solidFill>
                      <a:prstDash val="solid"/>
                      <a:round/>
                      <a:headEnd type="none" w="med" len="med"/>
                      <a:tailEnd type="none" w="med" len="med"/>
                    </a:lnR>
                    <a:lnT w="12700" cap="flat" cmpd="sng" algn="ctr">
                      <a:solidFill>
                        <a:srgbClr val="336666"/>
                      </a:solidFill>
                      <a:prstDash val="solid"/>
                      <a:round/>
                      <a:headEnd type="none" w="med" len="med"/>
                      <a:tailEnd type="none" w="med" len="med"/>
                    </a:lnT>
                    <a:lnB w="12700" cap="flat" cmpd="sng" algn="ctr">
                      <a:solidFill>
                        <a:srgbClr val="336666"/>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12" name="Line 17"/>
          <p:cNvSpPr>
            <a:spLocks noChangeShapeType="1"/>
          </p:cNvSpPr>
          <p:nvPr/>
        </p:nvSpPr>
        <p:spPr bwMode="auto">
          <a:xfrm>
            <a:off x="3517075" y="5557601"/>
            <a:ext cx="358775"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lgn="ctr" eaLnBrk="0" fontAlgn="base" hangingPunct="0">
              <a:spcBef>
                <a:spcPct val="0"/>
              </a:spcBef>
              <a:spcAft>
                <a:spcPct val="0"/>
              </a:spcAft>
            </a:pPr>
            <a:endParaRPr lang="en-US" sz="1100" b="1">
              <a:solidFill>
                <a:srgbClr val="767676"/>
              </a:solidFill>
              <a:latin typeface="Verdana" pitchFamily="34" charset="0"/>
            </a:endParaRPr>
          </a:p>
        </p:txBody>
      </p:sp>
      <p:sp>
        <p:nvSpPr>
          <p:cNvPr id="13" name="Line 18"/>
          <p:cNvSpPr>
            <a:spLocks noChangeShapeType="1"/>
          </p:cNvSpPr>
          <p:nvPr/>
        </p:nvSpPr>
        <p:spPr bwMode="auto">
          <a:xfrm flipV="1">
            <a:off x="3875850" y="4476514"/>
            <a:ext cx="0" cy="1081087"/>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wrap="none" anchor="ctr"/>
          <a:lstStyle/>
          <a:p>
            <a:pPr algn="ctr" eaLnBrk="0" fontAlgn="base" hangingPunct="0">
              <a:spcBef>
                <a:spcPct val="0"/>
              </a:spcBef>
              <a:spcAft>
                <a:spcPct val="0"/>
              </a:spcAft>
            </a:pPr>
            <a:endParaRPr lang="en-US" sz="1100" b="1">
              <a:solidFill>
                <a:srgbClr val="767676"/>
              </a:solidFill>
              <a:latin typeface="Verdana" pitchFamily="34" charset="0"/>
            </a:endParaRPr>
          </a:p>
        </p:txBody>
      </p:sp>
      <p:sp>
        <p:nvSpPr>
          <p:cNvPr id="14" name="Line 19"/>
          <p:cNvSpPr>
            <a:spLocks noChangeShapeType="1"/>
          </p:cNvSpPr>
          <p:nvPr/>
        </p:nvSpPr>
        <p:spPr bwMode="auto">
          <a:xfrm>
            <a:off x="3875850" y="4476514"/>
            <a:ext cx="360362" cy="0"/>
          </a:xfrm>
          <a:prstGeom prst="line">
            <a:avLst/>
          </a:prstGeom>
          <a:noFill/>
          <a:ln w="38100">
            <a:solidFill>
              <a:srgbClr val="0000FF"/>
            </a:solidFill>
            <a:round/>
            <a:headEnd/>
            <a:tailEnd type="triangle" w="med" len="med"/>
          </a:ln>
          <a:extLst>
            <a:ext uri="{909E8E84-426E-40DD-AFC4-6F175D3DCCD1}">
              <a14:hiddenFill xmlns:a14="http://schemas.microsoft.com/office/drawing/2010/main">
                <a:noFill/>
              </a14:hiddenFill>
            </a:ext>
          </a:extLst>
        </p:spPr>
        <p:txBody>
          <a:bodyPr wrap="none" anchor="ctr"/>
          <a:lstStyle/>
          <a:p>
            <a:pPr algn="ctr" eaLnBrk="0" fontAlgn="base" hangingPunct="0">
              <a:spcBef>
                <a:spcPct val="0"/>
              </a:spcBef>
              <a:spcAft>
                <a:spcPct val="0"/>
              </a:spcAft>
            </a:pPr>
            <a:endParaRPr lang="en-US" sz="1100" b="1">
              <a:solidFill>
                <a:srgbClr val="767676"/>
              </a:solidFill>
              <a:latin typeface="Verdana" pitchFamily="34" charset="0"/>
            </a:endParaRPr>
          </a:p>
        </p:txBody>
      </p:sp>
      <p:sp>
        <p:nvSpPr>
          <p:cNvPr id="15" name="Line 20"/>
          <p:cNvSpPr>
            <a:spLocks noChangeShapeType="1"/>
          </p:cNvSpPr>
          <p:nvPr/>
        </p:nvSpPr>
        <p:spPr bwMode="auto">
          <a:xfrm>
            <a:off x="5317300" y="4462226"/>
            <a:ext cx="576262" cy="0"/>
          </a:xfrm>
          <a:prstGeom prst="line">
            <a:avLst/>
          </a:prstGeom>
          <a:noFill/>
          <a:ln w="38100">
            <a:solidFill>
              <a:srgbClr val="0000FF"/>
            </a:solidFill>
            <a:round/>
            <a:headEnd/>
            <a:tailEnd type="triangle" w="med" len="med"/>
          </a:ln>
          <a:extLst>
            <a:ext uri="{909E8E84-426E-40DD-AFC4-6F175D3DCCD1}">
              <a14:hiddenFill xmlns:a14="http://schemas.microsoft.com/office/drawing/2010/main">
                <a:noFill/>
              </a14:hiddenFill>
            </a:ext>
          </a:extLst>
        </p:spPr>
        <p:txBody>
          <a:bodyPr wrap="none" anchor="ctr"/>
          <a:lstStyle/>
          <a:p>
            <a:pPr algn="ctr" eaLnBrk="0" fontAlgn="base" hangingPunct="0">
              <a:spcBef>
                <a:spcPct val="0"/>
              </a:spcBef>
              <a:spcAft>
                <a:spcPct val="0"/>
              </a:spcAft>
            </a:pPr>
            <a:endParaRPr lang="en-US" sz="1100" b="1">
              <a:solidFill>
                <a:srgbClr val="767676"/>
              </a:solidFill>
              <a:latin typeface="Verdana" pitchFamily="34" charset="0"/>
            </a:endParaRPr>
          </a:p>
        </p:txBody>
      </p:sp>
      <p:sp>
        <p:nvSpPr>
          <p:cNvPr id="16" name="Line 21"/>
          <p:cNvSpPr>
            <a:spLocks noChangeShapeType="1"/>
          </p:cNvSpPr>
          <p:nvPr/>
        </p:nvSpPr>
        <p:spPr bwMode="auto">
          <a:xfrm>
            <a:off x="7117525" y="4476514"/>
            <a:ext cx="358775" cy="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wrap="none" anchor="ctr"/>
          <a:lstStyle/>
          <a:p>
            <a:pPr algn="ctr" eaLnBrk="0" fontAlgn="base" hangingPunct="0">
              <a:spcBef>
                <a:spcPct val="0"/>
              </a:spcBef>
              <a:spcAft>
                <a:spcPct val="0"/>
              </a:spcAft>
            </a:pPr>
            <a:endParaRPr lang="en-US" sz="1100" b="1">
              <a:solidFill>
                <a:srgbClr val="767676"/>
              </a:solidFill>
              <a:latin typeface="Verdana" pitchFamily="34" charset="0"/>
            </a:endParaRPr>
          </a:p>
        </p:txBody>
      </p:sp>
      <p:sp>
        <p:nvSpPr>
          <p:cNvPr id="17" name="Line 22"/>
          <p:cNvSpPr>
            <a:spLocks noChangeShapeType="1"/>
          </p:cNvSpPr>
          <p:nvPr/>
        </p:nvSpPr>
        <p:spPr bwMode="auto">
          <a:xfrm flipV="1">
            <a:off x="7476300" y="4476514"/>
            <a:ext cx="0" cy="1081087"/>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wrap="none" anchor="ctr"/>
          <a:lstStyle/>
          <a:p>
            <a:pPr algn="ctr" eaLnBrk="0" fontAlgn="base" hangingPunct="0">
              <a:spcBef>
                <a:spcPct val="0"/>
              </a:spcBef>
              <a:spcAft>
                <a:spcPct val="0"/>
              </a:spcAft>
            </a:pPr>
            <a:endParaRPr lang="en-US" sz="1100" b="1">
              <a:solidFill>
                <a:srgbClr val="767676"/>
              </a:solidFill>
              <a:latin typeface="Verdana" pitchFamily="34" charset="0"/>
            </a:endParaRPr>
          </a:p>
        </p:txBody>
      </p:sp>
      <p:sp>
        <p:nvSpPr>
          <p:cNvPr id="18" name="Line 23"/>
          <p:cNvSpPr>
            <a:spLocks noChangeShapeType="1"/>
          </p:cNvSpPr>
          <p:nvPr/>
        </p:nvSpPr>
        <p:spPr bwMode="auto">
          <a:xfrm>
            <a:off x="7477887" y="5557601"/>
            <a:ext cx="431800" cy="0"/>
          </a:xfrm>
          <a:prstGeom prst="line">
            <a:avLst/>
          </a:prstGeom>
          <a:noFill/>
          <a:ln w="38100">
            <a:solidFill>
              <a:srgbClr val="0000FF"/>
            </a:solidFill>
            <a:round/>
            <a:headEnd/>
            <a:tailEnd type="triangle" w="med" len="med"/>
          </a:ln>
          <a:extLst>
            <a:ext uri="{909E8E84-426E-40DD-AFC4-6F175D3DCCD1}">
              <a14:hiddenFill xmlns:a14="http://schemas.microsoft.com/office/drawing/2010/main">
                <a:noFill/>
              </a14:hiddenFill>
            </a:ext>
          </a:extLst>
        </p:spPr>
        <p:txBody>
          <a:bodyPr wrap="none" anchor="ctr"/>
          <a:lstStyle/>
          <a:p>
            <a:pPr algn="ctr" eaLnBrk="0" fontAlgn="base" hangingPunct="0">
              <a:spcBef>
                <a:spcPct val="0"/>
              </a:spcBef>
              <a:spcAft>
                <a:spcPct val="0"/>
              </a:spcAft>
            </a:pPr>
            <a:endParaRPr lang="en-US" sz="1100" b="1">
              <a:solidFill>
                <a:srgbClr val="767676"/>
              </a:solidFill>
              <a:latin typeface="Verdana" pitchFamily="34" charset="0"/>
            </a:endParaRPr>
          </a:p>
        </p:txBody>
      </p:sp>
      <p:sp>
        <p:nvSpPr>
          <p:cNvPr id="19" name="Line 24"/>
          <p:cNvSpPr>
            <a:spLocks noChangeShapeType="1"/>
          </p:cNvSpPr>
          <p:nvPr/>
        </p:nvSpPr>
        <p:spPr bwMode="auto">
          <a:xfrm>
            <a:off x="3875850" y="5557601"/>
            <a:ext cx="0" cy="719138"/>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lgn="ctr" eaLnBrk="0" fontAlgn="base" hangingPunct="0">
              <a:spcBef>
                <a:spcPct val="0"/>
              </a:spcBef>
              <a:spcAft>
                <a:spcPct val="0"/>
              </a:spcAft>
            </a:pPr>
            <a:endParaRPr lang="en-US" sz="1100" b="1">
              <a:solidFill>
                <a:srgbClr val="767676"/>
              </a:solidFill>
              <a:latin typeface="Verdana" pitchFamily="34" charset="0"/>
            </a:endParaRPr>
          </a:p>
        </p:txBody>
      </p:sp>
      <p:sp>
        <p:nvSpPr>
          <p:cNvPr id="20" name="Line 25"/>
          <p:cNvSpPr>
            <a:spLocks noChangeShapeType="1"/>
          </p:cNvSpPr>
          <p:nvPr/>
        </p:nvSpPr>
        <p:spPr bwMode="auto">
          <a:xfrm>
            <a:off x="3877437" y="6276739"/>
            <a:ext cx="1150938"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lgn="ctr" eaLnBrk="0" fontAlgn="base" hangingPunct="0">
              <a:spcBef>
                <a:spcPct val="0"/>
              </a:spcBef>
              <a:spcAft>
                <a:spcPct val="0"/>
              </a:spcAft>
            </a:pPr>
            <a:endParaRPr lang="en-US" sz="1100" b="1">
              <a:solidFill>
                <a:srgbClr val="767676"/>
              </a:solidFill>
              <a:latin typeface="Verdana" pitchFamily="34" charset="0"/>
            </a:endParaRPr>
          </a:p>
        </p:txBody>
      </p:sp>
      <p:sp>
        <p:nvSpPr>
          <p:cNvPr id="21" name="Line 26"/>
          <p:cNvSpPr>
            <a:spLocks noChangeShapeType="1"/>
          </p:cNvSpPr>
          <p:nvPr/>
        </p:nvSpPr>
        <p:spPr bwMode="auto">
          <a:xfrm>
            <a:off x="6252337" y="6276739"/>
            <a:ext cx="1223963"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lgn="ctr" eaLnBrk="0" fontAlgn="base" hangingPunct="0">
              <a:spcBef>
                <a:spcPct val="0"/>
              </a:spcBef>
              <a:spcAft>
                <a:spcPct val="0"/>
              </a:spcAft>
            </a:pPr>
            <a:endParaRPr lang="en-US" sz="1100" b="1">
              <a:solidFill>
                <a:srgbClr val="767676"/>
              </a:solidFill>
              <a:latin typeface="Verdana" pitchFamily="34" charset="0"/>
            </a:endParaRPr>
          </a:p>
        </p:txBody>
      </p:sp>
      <p:sp>
        <p:nvSpPr>
          <p:cNvPr id="22" name="Line 27"/>
          <p:cNvSpPr>
            <a:spLocks noChangeShapeType="1"/>
          </p:cNvSpPr>
          <p:nvPr/>
        </p:nvSpPr>
        <p:spPr bwMode="auto">
          <a:xfrm>
            <a:off x="7476300" y="5557601"/>
            <a:ext cx="0" cy="719138"/>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algn="ctr" eaLnBrk="0" fontAlgn="base" hangingPunct="0">
              <a:spcBef>
                <a:spcPct val="0"/>
              </a:spcBef>
              <a:spcAft>
                <a:spcPct val="0"/>
              </a:spcAft>
            </a:pPr>
            <a:endParaRPr lang="en-US" sz="1100" b="1">
              <a:solidFill>
                <a:srgbClr val="767676"/>
              </a:solidFill>
              <a:latin typeface="Verdana" pitchFamily="34" charset="0"/>
            </a:endParaRPr>
          </a:p>
        </p:txBody>
      </p:sp>
      <p:sp>
        <p:nvSpPr>
          <p:cNvPr id="23" name="Text Box 28"/>
          <p:cNvSpPr txBox="1">
            <a:spLocks noChangeArrowheads="1"/>
          </p:cNvSpPr>
          <p:nvPr/>
        </p:nvSpPr>
        <p:spPr bwMode="auto">
          <a:xfrm>
            <a:off x="2220087" y="4778139"/>
            <a:ext cx="1222375"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a:spAutoFit/>
          </a:bodyPr>
          <a:lstStyle>
            <a:lvl1pPr>
              <a:defRPr sz="1100" b="1">
                <a:solidFill>
                  <a:srgbClr val="767676"/>
                </a:solidFill>
                <a:latin typeface="Verdana" pitchFamily="34" charset="0"/>
              </a:defRPr>
            </a:lvl1pPr>
            <a:lvl2pPr marL="742950" indent="-285750">
              <a:defRPr sz="1100" b="1">
                <a:solidFill>
                  <a:srgbClr val="767676"/>
                </a:solidFill>
                <a:latin typeface="Verdana" pitchFamily="34" charset="0"/>
              </a:defRPr>
            </a:lvl2pPr>
            <a:lvl3pPr marL="1143000" indent="-228600">
              <a:defRPr sz="1100" b="1">
                <a:solidFill>
                  <a:srgbClr val="767676"/>
                </a:solidFill>
                <a:latin typeface="Verdana" pitchFamily="34" charset="0"/>
              </a:defRPr>
            </a:lvl3pPr>
            <a:lvl4pPr marL="1600200" indent="-228600">
              <a:defRPr sz="1100" b="1">
                <a:solidFill>
                  <a:srgbClr val="767676"/>
                </a:solidFill>
                <a:latin typeface="Verdana" pitchFamily="34" charset="0"/>
              </a:defRPr>
            </a:lvl4pPr>
            <a:lvl5pPr marL="2057400" indent="-228600">
              <a:defRPr sz="1100" b="1">
                <a:solidFill>
                  <a:srgbClr val="767676"/>
                </a:solidFill>
                <a:latin typeface="Verdana" pitchFamily="34" charset="0"/>
              </a:defRPr>
            </a:lvl5pPr>
            <a:lvl6pPr marL="2514600" indent="-228600" algn="ctr" eaLnBrk="0" fontAlgn="base" hangingPunct="0">
              <a:spcBef>
                <a:spcPct val="0"/>
              </a:spcBef>
              <a:spcAft>
                <a:spcPct val="0"/>
              </a:spcAft>
              <a:defRPr sz="1100" b="1">
                <a:solidFill>
                  <a:srgbClr val="767676"/>
                </a:solidFill>
                <a:latin typeface="Verdana" pitchFamily="34" charset="0"/>
              </a:defRPr>
            </a:lvl6pPr>
            <a:lvl7pPr marL="2971800" indent="-228600" algn="ctr" eaLnBrk="0" fontAlgn="base" hangingPunct="0">
              <a:spcBef>
                <a:spcPct val="0"/>
              </a:spcBef>
              <a:spcAft>
                <a:spcPct val="0"/>
              </a:spcAft>
              <a:defRPr sz="1100" b="1">
                <a:solidFill>
                  <a:srgbClr val="767676"/>
                </a:solidFill>
                <a:latin typeface="Verdana" pitchFamily="34" charset="0"/>
              </a:defRPr>
            </a:lvl7pPr>
            <a:lvl8pPr marL="3429000" indent="-228600" algn="ctr" eaLnBrk="0" fontAlgn="base" hangingPunct="0">
              <a:spcBef>
                <a:spcPct val="0"/>
              </a:spcBef>
              <a:spcAft>
                <a:spcPct val="0"/>
              </a:spcAft>
              <a:defRPr sz="1100" b="1">
                <a:solidFill>
                  <a:srgbClr val="767676"/>
                </a:solidFill>
                <a:latin typeface="Verdana" pitchFamily="34" charset="0"/>
              </a:defRPr>
            </a:lvl8pPr>
            <a:lvl9pPr marL="3886200" indent="-228600" algn="ctr" eaLnBrk="0" fontAlgn="base" hangingPunct="0">
              <a:spcBef>
                <a:spcPct val="0"/>
              </a:spcBef>
              <a:spcAft>
                <a:spcPct val="0"/>
              </a:spcAft>
              <a:defRPr sz="1100" b="1">
                <a:solidFill>
                  <a:srgbClr val="767676"/>
                </a:solidFill>
                <a:latin typeface="Verdana" pitchFamily="34" charset="0"/>
              </a:defRPr>
            </a:lvl9pPr>
          </a:lstStyle>
          <a:p>
            <a:pPr marL="0" marR="0" lvl="0" indent="0" algn="ctr" defTabSz="914400" eaLnBrk="0" fontAlgn="base" latinLnBrk="0" hangingPunct="0">
              <a:lnSpc>
                <a:spcPct val="100000"/>
              </a:lnSpc>
              <a:spcBef>
                <a:spcPct val="50000"/>
              </a:spcBef>
              <a:spcAft>
                <a:spcPct val="0"/>
              </a:spcAft>
              <a:buClrTx/>
              <a:buSzTx/>
              <a:buFontTx/>
              <a:buNone/>
              <a:tabLst/>
              <a:defRPr/>
            </a:pPr>
            <a:r>
              <a:rPr kumimoji="0" lang="es-ES" sz="1200" b="1" i="0" u="none" strike="noStrike" kern="0" cap="none" spc="0" normalizeH="0" baseline="0" noProof="0">
                <a:ln>
                  <a:noFill/>
                </a:ln>
                <a:solidFill>
                  <a:srgbClr val="000000"/>
                </a:solidFill>
                <a:effectLst/>
                <a:uLnTx/>
                <a:uFillTx/>
                <a:latin typeface="Verdana" pitchFamily="34" charset="0"/>
              </a:rPr>
              <a:t>Actividad A</a:t>
            </a:r>
            <a:endParaRPr kumimoji="0" lang="es-PE" sz="1200" b="1" i="0" u="none" strike="noStrike" kern="0" cap="none" spc="0" normalizeH="0" baseline="0" noProof="0">
              <a:ln>
                <a:noFill/>
              </a:ln>
              <a:solidFill>
                <a:srgbClr val="000000"/>
              </a:solidFill>
              <a:effectLst/>
              <a:uLnTx/>
              <a:uFillTx/>
              <a:latin typeface="Verdana" pitchFamily="34" charset="0"/>
            </a:endParaRPr>
          </a:p>
        </p:txBody>
      </p:sp>
      <p:sp>
        <p:nvSpPr>
          <p:cNvPr id="24" name="Text Box 29"/>
          <p:cNvSpPr txBox="1">
            <a:spLocks noChangeArrowheads="1"/>
          </p:cNvSpPr>
          <p:nvPr/>
        </p:nvSpPr>
        <p:spPr bwMode="auto">
          <a:xfrm>
            <a:off x="4237800" y="3843101"/>
            <a:ext cx="122237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a:spAutoFit/>
          </a:bodyPr>
          <a:lstStyle>
            <a:lvl1pPr>
              <a:defRPr sz="1100" b="1">
                <a:solidFill>
                  <a:srgbClr val="767676"/>
                </a:solidFill>
                <a:latin typeface="Verdana" pitchFamily="34" charset="0"/>
              </a:defRPr>
            </a:lvl1pPr>
            <a:lvl2pPr marL="742950" indent="-285750">
              <a:defRPr sz="1100" b="1">
                <a:solidFill>
                  <a:srgbClr val="767676"/>
                </a:solidFill>
                <a:latin typeface="Verdana" pitchFamily="34" charset="0"/>
              </a:defRPr>
            </a:lvl2pPr>
            <a:lvl3pPr marL="1143000" indent="-228600">
              <a:defRPr sz="1100" b="1">
                <a:solidFill>
                  <a:srgbClr val="767676"/>
                </a:solidFill>
                <a:latin typeface="Verdana" pitchFamily="34" charset="0"/>
              </a:defRPr>
            </a:lvl3pPr>
            <a:lvl4pPr marL="1600200" indent="-228600">
              <a:defRPr sz="1100" b="1">
                <a:solidFill>
                  <a:srgbClr val="767676"/>
                </a:solidFill>
                <a:latin typeface="Verdana" pitchFamily="34" charset="0"/>
              </a:defRPr>
            </a:lvl4pPr>
            <a:lvl5pPr marL="2057400" indent="-228600">
              <a:defRPr sz="1100" b="1">
                <a:solidFill>
                  <a:srgbClr val="767676"/>
                </a:solidFill>
                <a:latin typeface="Verdana" pitchFamily="34" charset="0"/>
              </a:defRPr>
            </a:lvl5pPr>
            <a:lvl6pPr marL="2514600" indent="-228600" algn="ctr" eaLnBrk="0" fontAlgn="base" hangingPunct="0">
              <a:spcBef>
                <a:spcPct val="0"/>
              </a:spcBef>
              <a:spcAft>
                <a:spcPct val="0"/>
              </a:spcAft>
              <a:defRPr sz="1100" b="1">
                <a:solidFill>
                  <a:srgbClr val="767676"/>
                </a:solidFill>
                <a:latin typeface="Verdana" pitchFamily="34" charset="0"/>
              </a:defRPr>
            </a:lvl6pPr>
            <a:lvl7pPr marL="2971800" indent="-228600" algn="ctr" eaLnBrk="0" fontAlgn="base" hangingPunct="0">
              <a:spcBef>
                <a:spcPct val="0"/>
              </a:spcBef>
              <a:spcAft>
                <a:spcPct val="0"/>
              </a:spcAft>
              <a:defRPr sz="1100" b="1">
                <a:solidFill>
                  <a:srgbClr val="767676"/>
                </a:solidFill>
                <a:latin typeface="Verdana" pitchFamily="34" charset="0"/>
              </a:defRPr>
            </a:lvl7pPr>
            <a:lvl8pPr marL="3429000" indent="-228600" algn="ctr" eaLnBrk="0" fontAlgn="base" hangingPunct="0">
              <a:spcBef>
                <a:spcPct val="0"/>
              </a:spcBef>
              <a:spcAft>
                <a:spcPct val="0"/>
              </a:spcAft>
              <a:defRPr sz="1100" b="1">
                <a:solidFill>
                  <a:srgbClr val="767676"/>
                </a:solidFill>
                <a:latin typeface="Verdana" pitchFamily="34" charset="0"/>
              </a:defRPr>
            </a:lvl8pPr>
            <a:lvl9pPr marL="3886200" indent="-228600" algn="ctr" eaLnBrk="0" fontAlgn="base" hangingPunct="0">
              <a:spcBef>
                <a:spcPct val="0"/>
              </a:spcBef>
              <a:spcAft>
                <a:spcPct val="0"/>
              </a:spcAft>
              <a:defRPr sz="1100" b="1">
                <a:solidFill>
                  <a:srgbClr val="767676"/>
                </a:solidFill>
                <a:latin typeface="Verdana" pitchFamily="34" charset="0"/>
              </a:defRPr>
            </a:lvl9pPr>
          </a:lstStyle>
          <a:p>
            <a:pPr marL="0" marR="0" lvl="0" indent="0" algn="ctr" defTabSz="914400" eaLnBrk="0" fontAlgn="base" latinLnBrk="0" hangingPunct="0">
              <a:lnSpc>
                <a:spcPct val="100000"/>
              </a:lnSpc>
              <a:spcBef>
                <a:spcPct val="50000"/>
              </a:spcBef>
              <a:spcAft>
                <a:spcPct val="0"/>
              </a:spcAft>
              <a:buClrTx/>
              <a:buSzTx/>
              <a:buFontTx/>
              <a:buNone/>
              <a:tabLst/>
              <a:defRPr/>
            </a:pPr>
            <a:r>
              <a:rPr kumimoji="0" lang="es-ES" sz="1200" b="1" i="0" u="none" strike="noStrike" kern="0" cap="none" spc="0" normalizeH="0" baseline="0" noProof="0">
                <a:ln>
                  <a:noFill/>
                </a:ln>
                <a:solidFill>
                  <a:srgbClr val="000000"/>
                </a:solidFill>
                <a:effectLst/>
                <a:uLnTx/>
                <a:uFillTx/>
                <a:latin typeface="Verdana" pitchFamily="34" charset="0"/>
              </a:rPr>
              <a:t>Actividad B</a:t>
            </a:r>
            <a:endParaRPr kumimoji="0" lang="es-PE" sz="1200" b="1" i="0" u="none" strike="noStrike" kern="0" cap="none" spc="0" normalizeH="0" baseline="0" noProof="0">
              <a:ln>
                <a:noFill/>
              </a:ln>
              <a:solidFill>
                <a:srgbClr val="000000"/>
              </a:solidFill>
              <a:effectLst/>
              <a:uLnTx/>
              <a:uFillTx/>
              <a:latin typeface="Verdana" pitchFamily="34" charset="0"/>
            </a:endParaRPr>
          </a:p>
        </p:txBody>
      </p:sp>
      <p:sp>
        <p:nvSpPr>
          <p:cNvPr id="25" name="Text Box 30"/>
          <p:cNvSpPr txBox="1">
            <a:spLocks noChangeArrowheads="1"/>
          </p:cNvSpPr>
          <p:nvPr/>
        </p:nvSpPr>
        <p:spPr bwMode="auto">
          <a:xfrm>
            <a:off x="4958525" y="5614751"/>
            <a:ext cx="122237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a:spAutoFit/>
          </a:bodyPr>
          <a:lstStyle>
            <a:lvl1pPr>
              <a:defRPr sz="1100" b="1">
                <a:solidFill>
                  <a:srgbClr val="767676"/>
                </a:solidFill>
                <a:latin typeface="Verdana" pitchFamily="34" charset="0"/>
              </a:defRPr>
            </a:lvl1pPr>
            <a:lvl2pPr marL="742950" indent="-285750">
              <a:defRPr sz="1100" b="1">
                <a:solidFill>
                  <a:srgbClr val="767676"/>
                </a:solidFill>
                <a:latin typeface="Verdana" pitchFamily="34" charset="0"/>
              </a:defRPr>
            </a:lvl2pPr>
            <a:lvl3pPr marL="1143000" indent="-228600">
              <a:defRPr sz="1100" b="1">
                <a:solidFill>
                  <a:srgbClr val="767676"/>
                </a:solidFill>
                <a:latin typeface="Verdana" pitchFamily="34" charset="0"/>
              </a:defRPr>
            </a:lvl3pPr>
            <a:lvl4pPr marL="1600200" indent="-228600">
              <a:defRPr sz="1100" b="1">
                <a:solidFill>
                  <a:srgbClr val="767676"/>
                </a:solidFill>
                <a:latin typeface="Verdana" pitchFamily="34" charset="0"/>
              </a:defRPr>
            </a:lvl4pPr>
            <a:lvl5pPr marL="2057400" indent="-228600">
              <a:defRPr sz="1100" b="1">
                <a:solidFill>
                  <a:srgbClr val="767676"/>
                </a:solidFill>
                <a:latin typeface="Verdana" pitchFamily="34" charset="0"/>
              </a:defRPr>
            </a:lvl5pPr>
            <a:lvl6pPr marL="2514600" indent="-228600" algn="ctr" eaLnBrk="0" fontAlgn="base" hangingPunct="0">
              <a:spcBef>
                <a:spcPct val="0"/>
              </a:spcBef>
              <a:spcAft>
                <a:spcPct val="0"/>
              </a:spcAft>
              <a:defRPr sz="1100" b="1">
                <a:solidFill>
                  <a:srgbClr val="767676"/>
                </a:solidFill>
                <a:latin typeface="Verdana" pitchFamily="34" charset="0"/>
              </a:defRPr>
            </a:lvl6pPr>
            <a:lvl7pPr marL="2971800" indent="-228600" algn="ctr" eaLnBrk="0" fontAlgn="base" hangingPunct="0">
              <a:spcBef>
                <a:spcPct val="0"/>
              </a:spcBef>
              <a:spcAft>
                <a:spcPct val="0"/>
              </a:spcAft>
              <a:defRPr sz="1100" b="1">
                <a:solidFill>
                  <a:srgbClr val="767676"/>
                </a:solidFill>
                <a:latin typeface="Verdana" pitchFamily="34" charset="0"/>
              </a:defRPr>
            </a:lvl7pPr>
            <a:lvl8pPr marL="3429000" indent="-228600" algn="ctr" eaLnBrk="0" fontAlgn="base" hangingPunct="0">
              <a:spcBef>
                <a:spcPct val="0"/>
              </a:spcBef>
              <a:spcAft>
                <a:spcPct val="0"/>
              </a:spcAft>
              <a:defRPr sz="1100" b="1">
                <a:solidFill>
                  <a:srgbClr val="767676"/>
                </a:solidFill>
                <a:latin typeface="Verdana" pitchFamily="34" charset="0"/>
              </a:defRPr>
            </a:lvl8pPr>
            <a:lvl9pPr marL="3886200" indent="-228600" algn="ctr" eaLnBrk="0" fontAlgn="base" hangingPunct="0">
              <a:spcBef>
                <a:spcPct val="0"/>
              </a:spcBef>
              <a:spcAft>
                <a:spcPct val="0"/>
              </a:spcAft>
              <a:defRPr sz="1100" b="1">
                <a:solidFill>
                  <a:srgbClr val="767676"/>
                </a:solidFill>
                <a:latin typeface="Verdana" pitchFamily="34" charset="0"/>
              </a:defRPr>
            </a:lvl9pPr>
          </a:lstStyle>
          <a:p>
            <a:pPr marL="0" marR="0" lvl="0" indent="0" algn="ctr" defTabSz="914400" eaLnBrk="0" fontAlgn="base" latinLnBrk="0" hangingPunct="0">
              <a:lnSpc>
                <a:spcPct val="100000"/>
              </a:lnSpc>
              <a:spcBef>
                <a:spcPct val="50000"/>
              </a:spcBef>
              <a:spcAft>
                <a:spcPct val="0"/>
              </a:spcAft>
              <a:buClrTx/>
              <a:buSzTx/>
              <a:buFontTx/>
              <a:buNone/>
              <a:tabLst/>
              <a:defRPr/>
            </a:pPr>
            <a:r>
              <a:rPr kumimoji="0" lang="es-ES" sz="1200" b="1" i="0" u="none" strike="noStrike" kern="0" cap="none" spc="0" normalizeH="0" baseline="0" noProof="0">
                <a:ln>
                  <a:noFill/>
                </a:ln>
                <a:solidFill>
                  <a:srgbClr val="000000"/>
                </a:solidFill>
                <a:effectLst/>
                <a:uLnTx/>
                <a:uFillTx/>
                <a:latin typeface="Verdana" pitchFamily="34" charset="0"/>
              </a:rPr>
              <a:t>Actividad C</a:t>
            </a:r>
            <a:endParaRPr kumimoji="0" lang="es-PE" sz="1200" b="1" i="0" u="none" strike="noStrike" kern="0" cap="none" spc="0" normalizeH="0" baseline="0" noProof="0">
              <a:ln>
                <a:noFill/>
              </a:ln>
              <a:solidFill>
                <a:srgbClr val="000000"/>
              </a:solidFill>
              <a:effectLst/>
              <a:uLnTx/>
              <a:uFillTx/>
              <a:latin typeface="Verdana" pitchFamily="34" charset="0"/>
            </a:endParaRPr>
          </a:p>
        </p:txBody>
      </p:sp>
      <p:sp>
        <p:nvSpPr>
          <p:cNvPr id="26" name="Text Box 31"/>
          <p:cNvSpPr txBox="1">
            <a:spLocks noChangeArrowheads="1"/>
          </p:cNvSpPr>
          <p:nvPr/>
        </p:nvSpPr>
        <p:spPr bwMode="auto">
          <a:xfrm>
            <a:off x="5895150" y="3828814"/>
            <a:ext cx="1222375"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a:spAutoFit/>
          </a:bodyPr>
          <a:lstStyle>
            <a:lvl1pPr>
              <a:defRPr sz="1100" b="1">
                <a:solidFill>
                  <a:srgbClr val="767676"/>
                </a:solidFill>
                <a:latin typeface="Verdana" pitchFamily="34" charset="0"/>
              </a:defRPr>
            </a:lvl1pPr>
            <a:lvl2pPr marL="742950" indent="-285750">
              <a:defRPr sz="1100" b="1">
                <a:solidFill>
                  <a:srgbClr val="767676"/>
                </a:solidFill>
                <a:latin typeface="Verdana" pitchFamily="34" charset="0"/>
              </a:defRPr>
            </a:lvl2pPr>
            <a:lvl3pPr marL="1143000" indent="-228600">
              <a:defRPr sz="1100" b="1">
                <a:solidFill>
                  <a:srgbClr val="767676"/>
                </a:solidFill>
                <a:latin typeface="Verdana" pitchFamily="34" charset="0"/>
              </a:defRPr>
            </a:lvl3pPr>
            <a:lvl4pPr marL="1600200" indent="-228600">
              <a:defRPr sz="1100" b="1">
                <a:solidFill>
                  <a:srgbClr val="767676"/>
                </a:solidFill>
                <a:latin typeface="Verdana" pitchFamily="34" charset="0"/>
              </a:defRPr>
            </a:lvl4pPr>
            <a:lvl5pPr marL="2057400" indent="-228600">
              <a:defRPr sz="1100" b="1">
                <a:solidFill>
                  <a:srgbClr val="767676"/>
                </a:solidFill>
                <a:latin typeface="Verdana" pitchFamily="34" charset="0"/>
              </a:defRPr>
            </a:lvl5pPr>
            <a:lvl6pPr marL="2514600" indent="-228600" algn="ctr" eaLnBrk="0" fontAlgn="base" hangingPunct="0">
              <a:spcBef>
                <a:spcPct val="0"/>
              </a:spcBef>
              <a:spcAft>
                <a:spcPct val="0"/>
              </a:spcAft>
              <a:defRPr sz="1100" b="1">
                <a:solidFill>
                  <a:srgbClr val="767676"/>
                </a:solidFill>
                <a:latin typeface="Verdana" pitchFamily="34" charset="0"/>
              </a:defRPr>
            </a:lvl6pPr>
            <a:lvl7pPr marL="2971800" indent="-228600" algn="ctr" eaLnBrk="0" fontAlgn="base" hangingPunct="0">
              <a:spcBef>
                <a:spcPct val="0"/>
              </a:spcBef>
              <a:spcAft>
                <a:spcPct val="0"/>
              </a:spcAft>
              <a:defRPr sz="1100" b="1">
                <a:solidFill>
                  <a:srgbClr val="767676"/>
                </a:solidFill>
                <a:latin typeface="Verdana" pitchFamily="34" charset="0"/>
              </a:defRPr>
            </a:lvl7pPr>
            <a:lvl8pPr marL="3429000" indent="-228600" algn="ctr" eaLnBrk="0" fontAlgn="base" hangingPunct="0">
              <a:spcBef>
                <a:spcPct val="0"/>
              </a:spcBef>
              <a:spcAft>
                <a:spcPct val="0"/>
              </a:spcAft>
              <a:defRPr sz="1100" b="1">
                <a:solidFill>
                  <a:srgbClr val="767676"/>
                </a:solidFill>
                <a:latin typeface="Verdana" pitchFamily="34" charset="0"/>
              </a:defRPr>
            </a:lvl8pPr>
            <a:lvl9pPr marL="3886200" indent="-228600" algn="ctr" eaLnBrk="0" fontAlgn="base" hangingPunct="0">
              <a:spcBef>
                <a:spcPct val="0"/>
              </a:spcBef>
              <a:spcAft>
                <a:spcPct val="0"/>
              </a:spcAft>
              <a:defRPr sz="1100" b="1">
                <a:solidFill>
                  <a:srgbClr val="767676"/>
                </a:solidFill>
                <a:latin typeface="Verdana" pitchFamily="34" charset="0"/>
              </a:defRPr>
            </a:lvl9pPr>
          </a:lstStyle>
          <a:p>
            <a:pPr marL="0" marR="0" lvl="0" indent="0" algn="ctr" defTabSz="914400" eaLnBrk="0" fontAlgn="base" latinLnBrk="0" hangingPunct="0">
              <a:lnSpc>
                <a:spcPct val="100000"/>
              </a:lnSpc>
              <a:spcBef>
                <a:spcPct val="50000"/>
              </a:spcBef>
              <a:spcAft>
                <a:spcPct val="0"/>
              </a:spcAft>
              <a:buClrTx/>
              <a:buSzTx/>
              <a:buFontTx/>
              <a:buNone/>
              <a:tabLst/>
              <a:defRPr/>
            </a:pPr>
            <a:r>
              <a:rPr kumimoji="0" lang="es-ES" sz="1200" b="1" i="0" u="none" strike="noStrike" kern="0" cap="none" spc="0" normalizeH="0" baseline="0" noProof="0">
                <a:ln>
                  <a:noFill/>
                </a:ln>
                <a:solidFill>
                  <a:srgbClr val="000000"/>
                </a:solidFill>
                <a:effectLst/>
                <a:uLnTx/>
                <a:uFillTx/>
                <a:latin typeface="Verdana" pitchFamily="34" charset="0"/>
              </a:rPr>
              <a:t>Actividad D</a:t>
            </a:r>
            <a:endParaRPr kumimoji="0" lang="es-PE" sz="1200" b="1" i="0" u="none" strike="noStrike" kern="0" cap="none" spc="0" normalizeH="0" baseline="0" noProof="0">
              <a:ln>
                <a:noFill/>
              </a:ln>
              <a:solidFill>
                <a:srgbClr val="000000"/>
              </a:solidFill>
              <a:effectLst/>
              <a:uLnTx/>
              <a:uFillTx/>
              <a:latin typeface="Verdana" pitchFamily="34" charset="0"/>
            </a:endParaRPr>
          </a:p>
        </p:txBody>
      </p:sp>
      <p:sp>
        <p:nvSpPr>
          <p:cNvPr id="27" name="Text Box 32"/>
          <p:cNvSpPr txBox="1">
            <a:spLocks noChangeArrowheads="1"/>
          </p:cNvSpPr>
          <p:nvPr/>
        </p:nvSpPr>
        <p:spPr bwMode="auto">
          <a:xfrm>
            <a:off x="7911275" y="4851164"/>
            <a:ext cx="1222375"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a:spAutoFit/>
          </a:bodyPr>
          <a:lstStyle>
            <a:lvl1pPr>
              <a:defRPr sz="1100" b="1">
                <a:solidFill>
                  <a:srgbClr val="767676"/>
                </a:solidFill>
                <a:latin typeface="Verdana" pitchFamily="34" charset="0"/>
              </a:defRPr>
            </a:lvl1pPr>
            <a:lvl2pPr marL="742950" indent="-285750">
              <a:defRPr sz="1100" b="1">
                <a:solidFill>
                  <a:srgbClr val="767676"/>
                </a:solidFill>
                <a:latin typeface="Verdana" pitchFamily="34" charset="0"/>
              </a:defRPr>
            </a:lvl2pPr>
            <a:lvl3pPr marL="1143000" indent="-228600">
              <a:defRPr sz="1100" b="1">
                <a:solidFill>
                  <a:srgbClr val="767676"/>
                </a:solidFill>
                <a:latin typeface="Verdana" pitchFamily="34" charset="0"/>
              </a:defRPr>
            </a:lvl3pPr>
            <a:lvl4pPr marL="1600200" indent="-228600">
              <a:defRPr sz="1100" b="1">
                <a:solidFill>
                  <a:srgbClr val="767676"/>
                </a:solidFill>
                <a:latin typeface="Verdana" pitchFamily="34" charset="0"/>
              </a:defRPr>
            </a:lvl4pPr>
            <a:lvl5pPr marL="2057400" indent="-228600">
              <a:defRPr sz="1100" b="1">
                <a:solidFill>
                  <a:srgbClr val="767676"/>
                </a:solidFill>
                <a:latin typeface="Verdana" pitchFamily="34" charset="0"/>
              </a:defRPr>
            </a:lvl5pPr>
            <a:lvl6pPr marL="2514600" indent="-228600" algn="ctr" eaLnBrk="0" fontAlgn="base" hangingPunct="0">
              <a:spcBef>
                <a:spcPct val="0"/>
              </a:spcBef>
              <a:spcAft>
                <a:spcPct val="0"/>
              </a:spcAft>
              <a:defRPr sz="1100" b="1">
                <a:solidFill>
                  <a:srgbClr val="767676"/>
                </a:solidFill>
                <a:latin typeface="Verdana" pitchFamily="34" charset="0"/>
              </a:defRPr>
            </a:lvl6pPr>
            <a:lvl7pPr marL="2971800" indent="-228600" algn="ctr" eaLnBrk="0" fontAlgn="base" hangingPunct="0">
              <a:spcBef>
                <a:spcPct val="0"/>
              </a:spcBef>
              <a:spcAft>
                <a:spcPct val="0"/>
              </a:spcAft>
              <a:defRPr sz="1100" b="1">
                <a:solidFill>
                  <a:srgbClr val="767676"/>
                </a:solidFill>
                <a:latin typeface="Verdana" pitchFamily="34" charset="0"/>
              </a:defRPr>
            </a:lvl7pPr>
            <a:lvl8pPr marL="3429000" indent="-228600" algn="ctr" eaLnBrk="0" fontAlgn="base" hangingPunct="0">
              <a:spcBef>
                <a:spcPct val="0"/>
              </a:spcBef>
              <a:spcAft>
                <a:spcPct val="0"/>
              </a:spcAft>
              <a:defRPr sz="1100" b="1">
                <a:solidFill>
                  <a:srgbClr val="767676"/>
                </a:solidFill>
                <a:latin typeface="Verdana" pitchFamily="34" charset="0"/>
              </a:defRPr>
            </a:lvl8pPr>
            <a:lvl9pPr marL="3886200" indent="-228600" algn="ctr" eaLnBrk="0" fontAlgn="base" hangingPunct="0">
              <a:spcBef>
                <a:spcPct val="0"/>
              </a:spcBef>
              <a:spcAft>
                <a:spcPct val="0"/>
              </a:spcAft>
              <a:defRPr sz="1100" b="1">
                <a:solidFill>
                  <a:srgbClr val="767676"/>
                </a:solidFill>
                <a:latin typeface="Verdana" pitchFamily="34" charset="0"/>
              </a:defRPr>
            </a:lvl9pPr>
          </a:lstStyle>
          <a:p>
            <a:pPr marL="0" marR="0" lvl="0" indent="0" algn="ctr" defTabSz="914400" eaLnBrk="0" fontAlgn="base" latinLnBrk="0" hangingPunct="0">
              <a:lnSpc>
                <a:spcPct val="100000"/>
              </a:lnSpc>
              <a:spcBef>
                <a:spcPct val="50000"/>
              </a:spcBef>
              <a:spcAft>
                <a:spcPct val="0"/>
              </a:spcAft>
              <a:buClrTx/>
              <a:buSzTx/>
              <a:buFontTx/>
              <a:buNone/>
              <a:tabLst/>
              <a:defRPr/>
            </a:pPr>
            <a:r>
              <a:rPr kumimoji="0" lang="es-ES" sz="1200" b="1" i="0" u="none" strike="noStrike" kern="0" cap="none" spc="0" normalizeH="0" baseline="0" noProof="0">
                <a:ln>
                  <a:noFill/>
                </a:ln>
                <a:solidFill>
                  <a:srgbClr val="000000"/>
                </a:solidFill>
                <a:effectLst/>
                <a:uLnTx/>
                <a:uFillTx/>
                <a:latin typeface="Verdana" pitchFamily="34" charset="0"/>
              </a:rPr>
              <a:t>Actividad E</a:t>
            </a:r>
            <a:endParaRPr kumimoji="0" lang="es-PE" sz="1200" b="1" i="0" u="none" strike="noStrike" kern="0" cap="none" spc="0" normalizeH="0" baseline="0" noProof="0">
              <a:ln>
                <a:noFill/>
              </a:ln>
              <a:solidFill>
                <a:srgbClr val="000000"/>
              </a:solidFill>
              <a:effectLst/>
              <a:uLnTx/>
              <a:uFillTx/>
              <a:latin typeface="Verdana" pitchFamily="34" charset="0"/>
            </a:endParaRPr>
          </a:p>
        </p:txBody>
      </p:sp>
      <p:graphicFrame>
        <p:nvGraphicFramePr>
          <p:cNvPr id="28" name="Group 121"/>
          <p:cNvGraphicFramePr>
            <a:graphicFrameLocks noGrp="1"/>
          </p:cNvGraphicFramePr>
          <p:nvPr/>
        </p:nvGraphicFramePr>
        <p:xfrm>
          <a:off x="4956937" y="5871926"/>
          <a:ext cx="1296988" cy="826846"/>
        </p:xfrm>
        <a:graphic>
          <a:graphicData uri="http://schemas.openxmlformats.org/drawingml/2006/table">
            <a:tbl>
              <a:tblPr/>
              <a:tblGrid>
                <a:gridCol w="431800">
                  <a:extLst>
                    <a:ext uri="{9D8B030D-6E8A-4147-A177-3AD203B41FA5}">
                      <a16:colId xmlns:a16="http://schemas.microsoft.com/office/drawing/2014/main" val="20000"/>
                    </a:ext>
                  </a:extLst>
                </a:gridCol>
                <a:gridCol w="215900">
                  <a:extLst>
                    <a:ext uri="{9D8B030D-6E8A-4147-A177-3AD203B41FA5}">
                      <a16:colId xmlns:a16="http://schemas.microsoft.com/office/drawing/2014/main" val="20001"/>
                    </a:ext>
                  </a:extLst>
                </a:gridCol>
                <a:gridCol w="249238">
                  <a:extLst>
                    <a:ext uri="{9D8B030D-6E8A-4147-A177-3AD203B41FA5}">
                      <a16:colId xmlns:a16="http://schemas.microsoft.com/office/drawing/2014/main" val="20002"/>
                    </a:ext>
                  </a:extLst>
                </a:gridCol>
                <a:gridCol w="400050">
                  <a:extLst>
                    <a:ext uri="{9D8B030D-6E8A-4147-A177-3AD203B41FA5}">
                      <a16:colId xmlns:a16="http://schemas.microsoft.com/office/drawing/2014/main" val="20003"/>
                    </a:ext>
                  </a:extLst>
                </a:gridCol>
              </a:tblGrid>
              <a:tr h="410369">
                <a:tc gridSpan="2">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defTabSz="914400" rtl="0" eaLnBrk="1" fontAlgn="base" latinLnBrk="0" hangingPunct="1">
                        <a:lnSpc>
                          <a:spcPct val="70000"/>
                        </a:lnSpc>
                        <a:spcBef>
                          <a:spcPct val="20000"/>
                        </a:spcBef>
                        <a:spcAft>
                          <a:spcPct val="0"/>
                        </a:spcAft>
                        <a:buClr>
                          <a:schemeClr val="tx1"/>
                        </a:buClr>
                        <a:buSzPct val="70000"/>
                        <a:buFont typeface="Wingdings" pitchFamily="2" charset="2"/>
                        <a:buNone/>
                        <a:tabLst/>
                      </a:pPr>
                      <a:r>
                        <a:rPr kumimoji="0" lang="es-ES" sz="1300" b="1" i="0" u="none" strike="noStrike" cap="none" normalizeH="0" baseline="0" dirty="0">
                          <a:ln>
                            <a:noFill/>
                          </a:ln>
                          <a:solidFill>
                            <a:srgbClr val="0070C0"/>
                          </a:solidFill>
                          <a:effectLst/>
                          <a:latin typeface="Arial" charset="0"/>
                        </a:rPr>
                        <a:t>ES</a:t>
                      </a:r>
                    </a:p>
                    <a:p>
                      <a:pPr marL="0" marR="0" lvl="0" indent="0" algn="ctr" defTabSz="914400" rtl="0" eaLnBrk="1" fontAlgn="base" latinLnBrk="0" hangingPunct="1">
                        <a:lnSpc>
                          <a:spcPct val="70000"/>
                        </a:lnSpc>
                        <a:spcBef>
                          <a:spcPct val="20000"/>
                        </a:spcBef>
                        <a:spcAft>
                          <a:spcPct val="0"/>
                        </a:spcAft>
                        <a:buClr>
                          <a:schemeClr val="tx1"/>
                        </a:buClr>
                        <a:buSzPct val="70000"/>
                        <a:buFont typeface="Wingdings" pitchFamily="2" charset="2"/>
                        <a:buNone/>
                        <a:tabLst/>
                      </a:pPr>
                      <a:r>
                        <a:rPr kumimoji="0" lang="es-ES" sz="1300" b="0" i="0" u="none" strike="noStrike" cap="none" normalizeH="0" baseline="0" dirty="0">
                          <a:ln>
                            <a:noFill/>
                          </a:ln>
                          <a:solidFill>
                            <a:srgbClr val="0070C0"/>
                          </a:solidFill>
                          <a:effectLst/>
                          <a:latin typeface="Arial" charset="0"/>
                        </a:rPr>
                        <a:t>2</a:t>
                      </a:r>
                      <a:endParaRPr kumimoji="0" lang="es-PE" sz="1300" b="0" i="0" u="none" strike="noStrike" cap="none" normalizeH="0" baseline="0" dirty="0">
                        <a:ln>
                          <a:noFill/>
                        </a:ln>
                        <a:solidFill>
                          <a:srgbClr val="0070C0"/>
                        </a:solidFill>
                        <a:effectLst/>
                        <a:latin typeface="Arial" charset="0"/>
                      </a:endParaRPr>
                    </a:p>
                  </a:txBody>
                  <a:tcPr marL="90000" marR="90000" marT="46755" marB="46755" horzOverflow="overflow">
                    <a:lnL w="12700" cap="flat" cmpd="sng" algn="ctr">
                      <a:solidFill>
                        <a:srgbClr val="336666"/>
                      </a:solidFill>
                      <a:prstDash val="solid"/>
                      <a:round/>
                      <a:headEnd type="none" w="med" len="med"/>
                      <a:tailEnd type="none" w="med" len="med"/>
                    </a:lnL>
                    <a:lnR w="12700" cap="flat" cmpd="sng" algn="ctr">
                      <a:solidFill>
                        <a:srgbClr val="336666"/>
                      </a:solidFill>
                      <a:prstDash val="solid"/>
                      <a:round/>
                      <a:headEnd type="none" w="med" len="med"/>
                      <a:tailEnd type="none" w="med" len="med"/>
                    </a:lnR>
                    <a:lnT w="12700" cap="flat" cmpd="sng" algn="ctr">
                      <a:solidFill>
                        <a:srgbClr val="336666"/>
                      </a:solidFill>
                      <a:prstDash val="solid"/>
                      <a:round/>
                      <a:headEnd type="none" w="med" len="med"/>
                      <a:tailEnd type="none" w="med" len="med"/>
                    </a:lnT>
                    <a:lnB w="12700" cap="flat" cmpd="sng" algn="ctr">
                      <a:solidFill>
                        <a:srgbClr val="336666"/>
                      </a:solidFill>
                      <a:prstDash val="solid"/>
                      <a:round/>
                      <a:headEnd type="none" w="med" len="med"/>
                      <a:tailEnd type="none" w="med" len="med"/>
                    </a:lnB>
                    <a:lnTlToBr>
                      <a:noFill/>
                    </a:lnTlToBr>
                    <a:lnBlToTr>
                      <a:noFill/>
                    </a:lnBlToTr>
                    <a:solidFill>
                      <a:srgbClr val="FFFFFF"/>
                    </a:solidFill>
                  </a:tcPr>
                </a:tc>
                <a:tc hMerge="1">
                  <a:txBody>
                    <a:bodyPr/>
                    <a:lstStyle/>
                    <a:p>
                      <a:endParaRPr lang="es-PE"/>
                    </a:p>
                  </a:txBody>
                  <a:tcPr/>
                </a:tc>
                <a:tc gridSpan="2">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defTabSz="914400" rtl="0" eaLnBrk="1" fontAlgn="base" latinLnBrk="0" hangingPunct="1">
                        <a:lnSpc>
                          <a:spcPct val="70000"/>
                        </a:lnSpc>
                        <a:spcBef>
                          <a:spcPct val="20000"/>
                        </a:spcBef>
                        <a:spcAft>
                          <a:spcPct val="0"/>
                        </a:spcAft>
                        <a:buClr>
                          <a:schemeClr val="tx1"/>
                        </a:buClr>
                        <a:buSzPct val="70000"/>
                        <a:buFont typeface="Wingdings" pitchFamily="2" charset="2"/>
                        <a:buNone/>
                        <a:tabLst/>
                      </a:pPr>
                      <a:r>
                        <a:rPr kumimoji="0" lang="es-ES" sz="1300" b="1" i="0" u="none" strike="noStrike" cap="none" normalizeH="0" baseline="0">
                          <a:ln>
                            <a:noFill/>
                          </a:ln>
                          <a:solidFill>
                            <a:srgbClr val="0070C0"/>
                          </a:solidFill>
                          <a:effectLst/>
                          <a:latin typeface="Arial" charset="0"/>
                        </a:rPr>
                        <a:t>EF</a:t>
                      </a:r>
                    </a:p>
                    <a:p>
                      <a:pPr marL="0" marR="0" lvl="0" indent="0" algn="ctr" defTabSz="914400" rtl="0" eaLnBrk="1" fontAlgn="base" latinLnBrk="0" hangingPunct="1">
                        <a:lnSpc>
                          <a:spcPct val="70000"/>
                        </a:lnSpc>
                        <a:spcBef>
                          <a:spcPct val="20000"/>
                        </a:spcBef>
                        <a:spcAft>
                          <a:spcPct val="0"/>
                        </a:spcAft>
                        <a:buClr>
                          <a:schemeClr val="tx1"/>
                        </a:buClr>
                        <a:buSzPct val="70000"/>
                        <a:buFont typeface="Wingdings" pitchFamily="2" charset="2"/>
                        <a:buNone/>
                        <a:tabLst/>
                      </a:pPr>
                      <a:r>
                        <a:rPr kumimoji="0" lang="es-ES" sz="1300" b="0" i="0" u="none" strike="noStrike" cap="none" normalizeH="0" baseline="0">
                          <a:ln>
                            <a:noFill/>
                          </a:ln>
                          <a:solidFill>
                            <a:srgbClr val="0070C0"/>
                          </a:solidFill>
                          <a:effectLst/>
                          <a:latin typeface="Arial" charset="0"/>
                        </a:rPr>
                        <a:t>7</a:t>
                      </a:r>
                      <a:endParaRPr kumimoji="0" lang="es-PE" sz="1300" b="0" i="0" u="none" strike="noStrike" cap="none" normalizeH="0" baseline="0">
                        <a:ln>
                          <a:noFill/>
                        </a:ln>
                        <a:solidFill>
                          <a:srgbClr val="0070C0"/>
                        </a:solidFill>
                        <a:effectLst/>
                        <a:latin typeface="Arial" charset="0"/>
                      </a:endParaRPr>
                    </a:p>
                  </a:txBody>
                  <a:tcPr marL="90000" marR="90000" marT="46755" marB="46755" horzOverflow="overflow">
                    <a:lnL w="12700" cap="flat" cmpd="sng" algn="ctr">
                      <a:solidFill>
                        <a:srgbClr val="336666"/>
                      </a:solidFill>
                      <a:prstDash val="solid"/>
                      <a:round/>
                      <a:headEnd type="none" w="med" len="med"/>
                      <a:tailEnd type="none" w="med" len="med"/>
                    </a:lnL>
                    <a:lnR w="12700" cap="flat" cmpd="sng" algn="ctr">
                      <a:solidFill>
                        <a:srgbClr val="336666"/>
                      </a:solidFill>
                      <a:prstDash val="solid"/>
                      <a:round/>
                      <a:headEnd type="none" w="med" len="med"/>
                      <a:tailEnd type="none" w="med" len="med"/>
                    </a:lnR>
                    <a:lnT w="12700" cap="flat" cmpd="sng" algn="ctr">
                      <a:solidFill>
                        <a:srgbClr val="336666"/>
                      </a:solidFill>
                      <a:prstDash val="solid"/>
                      <a:round/>
                      <a:headEnd type="none" w="med" len="med"/>
                      <a:tailEnd type="none" w="med" len="med"/>
                    </a:lnT>
                    <a:lnB w="12700" cap="flat" cmpd="sng" algn="ctr">
                      <a:solidFill>
                        <a:srgbClr val="336666"/>
                      </a:solidFill>
                      <a:prstDash val="solid"/>
                      <a:round/>
                      <a:headEnd type="none" w="med" len="med"/>
                      <a:tailEnd type="none" w="med" len="med"/>
                    </a:lnB>
                    <a:lnTlToBr>
                      <a:noFill/>
                    </a:lnTlToBr>
                    <a:lnBlToTr>
                      <a:noFill/>
                    </a:lnBlToTr>
                    <a:solidFill>
                      <a:srgbClr val="FFFFFF"/>
                    </a:solidFill>
                  </a:tcPr>
                </a:tc>
                <a:tc hMerge="1">
                  <a:txBody>
                    <a:bodyPr/>
                    <a:lstStyle/>
                    <a:p>
                      <a:endParaRPr lang="es-PE"/>
                    </a:p>
                  </a:txBody>
                  <a:tcPr/>
                </a:tc>
                <a:extLst>
                  <a:ext uri="{0D108BD9-81ED-4DB2-BD59-A6C34878D82A}">
                    <a16:rowId xmlns:a16="http://schemas.microsoft.com/office/drawing/2014/main" val="10000"/>
                  </a:ext>
                </a:extLst>
              </a:tr>
              <a:tr h="410369">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defTabSz="914400" rtl="0" eaLnBrk="1" fontAlgn="base" latinLnBrk="0" hangingPunct="1">
                        <a:lnSpc>
                          <a:spcPct val="70000"/>
                        </a:lnSpc>
                        <a:spcBef>
                          <a:spcPct val="20000"/>
                        </a:spcBef>
                        <a:spcAft>
                          <a:spcPct val="0"/>
                        </a:spcAft>
                        <a:buClr>
                          <a:schemeClr val="tx1"/>
                        </a:buClr>
                        <a:buSzPct val="70000"/>
                        <a:buFont typeface="Wingdings" pitchFamily="2" charset="2"/>
                        <a:buNone/>
                        <a:tabLst/>
                      </a:pPr>
                      <a:r>
                        <a:rPr kumimoji="0" lang="es-ES" sz="1300" b="1" i="0" u="none" strike="noStrike" cap="none" normalizeH="0" baseline="0">
                          <a:ln>
                            <a:noFill/>
                          </a:ln>
                          <a:solidFill>
                            <a:srgbClr val="0070C0"/>
                          </a:solidFill>
                          <a:effectLst/>
                          <a:latin typeface="Arial" charset="0"/>
                        </a:rPr>
                        <a:t>LS</a:t>
                      </a:r>
                    </a:p>
                    <a:p>
                      <a:pPr marL="0" marR="0" lvl="0" indent="0" algn="ctr" defTabSz="914400" rtl="0" eaLnBrk="1" fontAlgn="base" latinLnBrk="0" hangingPunct="1">
                        <a:lnSpc>
                          <a:spcPct val="70000"/>
                        </a:lnSpc>
                        <a:spcBef>
                          <a:spcPct val="20000"/>
                        </a:spcBef>
                        <a:spcAft>
                          <a:spcPct val="0"/>
                        </a:spcAft>
                        <a:buClr>
                          <a:schemeClr val="tx1"/>
                        </a:buClr>
                        <a:buSzPct val="70000"/>
                        <a:buFont typeface="Wingdings" pitchFamily="2" charset="2"/>
                        <a:buNone/>
                        <a:tabLst/>
                      </a:pPr>
                      <a:r>
                        <a:rPr kumimoji="0" lang="es-ES" sz="1300" b="0" i="0" u="none" strike="noStrike" cap="none" normalizeH="0" baseline="0">
                          <a:ln>
                            <a:noFill/>
                          </a:ln>
                          <a:solidFill>
                            <a:srgbClr val="0070C0"/>
                          </a:solidFill>
                          <a:effectLst/>
                          <a:latin typeface="Arial" charset="0"/>
                        </a:rPr>
                        <a:t>6</a:t>
                      </a:r>
                      <a:endParaRPr kumimoji="0" lang="es-PE" sz="1300" b="0" i="0" u="none" strike="noStrike" cap="none" normalizeH="0" baseline="0">
                        <a:ln>
                          <a:noFill/>
                        </a:ln>
                        <a:solidFill>
                          <a:srgbClr val="0070C0"/>
                        </a:solidFill>
                        <a:effectLst/>
                        <a:latin typeface="Arial" charset="0"/>
                      </a:endParaRPr>
                    </a:p>
                  </a:txBody>
                  <a:tcPr marL="90000" marR="90000" marT="46755" marB="46755" horzOverflow="overflow">
                    <a:lnL w="12700" cap="flat" cmpd="sng" algn="ctr">
                      <a:solidFill>
                        <a:srgbClr val="336666"/>
                      </a:solidFill>
                      <a:prstDash val="solid"/>
                      <a:round/>
                      <a:headEnd type="none" w="med" len="med"/>
                      <a:tailEnd type="none" w="med" len="med"/>
                    </a:lnL>
                    <a:lnR w="12700" cap="flat" cmpd="sng" algn="ctr">
                      <a:solidFill>
                        <a:srgbClr val="336666"/>
                      </a:solidFill>
                      <a:prstDash val="solid"/>
                      <a:round/>
                      <a:headEnd type="none" w="med" len="med"/>
                      <a:tailEnd type="none" w="med" len="med"/>
                    </a:lnR>
                    <a:lnT w="12700" cap="flat" cmpd="sng" algn="ctr">
                      <a:solidFill>
                        <a:srgbClr val="336666"/>
                      </a:solidFill>
                      <a:prstDash val="solid"/>
                      <a:round/>
                      <a:headEnd type="none" w="med" len="med"/>
                      <a:tailEnd type="none" w="med" len="med"/>
                    </a:lnT>
                    <a:lnB w="12700" cap="flat" cmpd="sng" algn="ctr">
                      <a:solidFill>
                        <a:srgbClr val="336666"/>
                      </a:solidFill>
                      <a:prstDash val="solid"/>
                      <a:round/>
                      <a:headEnd type="none" w="med" len="med"/>
                      <a:tailEnd type="none" w="med" len="med"/>
                    </a:lnB>
                    <a:lnTlToBr>
                      <a:noFill/>
                    </a:lnTlToBr>
                    <a:lnBlToTr>
                      <a:noFill/>
                    </a:lnBlToTr>
                    <a:solidFill>
                      <a:srgbClr val="FFFFFF"/>
                    </a:solidFill>
                  </a:tcPr>
                </a:tc>
                <a:tc gridSpan="2">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defTabSz="914400" rtl="0" eaLnBrk="1" fontAlgn="base" latinLnBrk="0" hangingPunct="1">
                        <a:lnSpc>
                          <a:spcPct val="70000"/>
                        </a:lnSpc>
                        <a:spcBef>
                          <a:spcPct val="20000"/>
                        </a:spcBef>
                        <a:spcAft>
                          <a:spcPct val="0"/>
                        </a:spcAft>
                        <a:buClr>
                          <a:schemeClr val="tx1"/>
                        </a:buClr>
                        <a:buSzPct val="70000"/>
                        <a:buFont typeface="Wingdings" pitchFamily="2" charset="2"/>
                        <a:buNone/>
                        <a:tabLst/>
                      </a:pPr>
                      <a:r>
                        <a:rPr kumimoji="0" lang="es-ES" sz="1300" b="1" i="0" u="none" strike="noStrike" cap="none" normalizeH="0" baseline="0" dirty="0">
                          <a:ln>
                            <a:noFill/>
                          </a:ln>
                          <a:solidFill>
                            <a:srgbClr val="0070C0"/>
                          </a:solidFill>
                          <a:effectLst/>
                          <a:latin typeface="Arial" charset="0"/>
                        </a:rPr>
                        <a:t>D</a:t>
                      </a:r>
                    </a:p>
                    <a:p>
                      <a:pPr marL="0" marR="0" lvl="0" indent="0" algn="ctr" defTabSz="914400" rtl="0" eaLnBrk="1" fontAlgn="base" latinLnBrk="0" hangingPunct="1">
                        <a:lnSpc>
                          <a:spcPct val="70000"/>
                        </a:lnSpc>
                        <a:spcBef>
                          <a:spcPct val="20000"/>
                        </a:spcBef>
                        <a:spcAft>
                          <a:spcPct val="0"/>
                        </a:spcAft>
                        <a:buClr>
                          <a:schemeClr val="tx1"/>
                        </a:buClr>
                        <a:buSzPct val="70000"/>
                        <a:buFont typeface="Wingdings" pitchFamily="2" charset="2"/>
                        <a:buNone/>
                        <a:tabLst/>
                      </a:pPr>
                      <a:r>
                        <a:rPr kumimoji="0" lang="es-ES" sz="1300" b="0" i="0" u="none" strike="noStrike" cap="none" normalizeH="0" baseline="0" dirty="0">
                          <a:ln>
                            <a:noFill/>
                          </a:ln>
                          <a:solidFill>
                            <a:srgbClr val="0070C0"/>
                          </a:solidFill>
                          <a:effectLst/>
                          <a:latin typeface="Arial" charset="0"/>
                        </a:rPr>
                        <a:t>5</a:t>
                      </a:r>
                      <a:endParaRPr kumimoji="0" lang="es-PE" sz="1300" b="0" i="0" u="none" strike="noStrike" cap="none" normalizeH="0" baseline="0" dirty="0">
                        <a:ln>
                          <a:noFill/>
                        </a:ln>
                        <a:solidFill>
                          <a:srgbClr val="0070C0"/>
                        </a:solidFill>
                        <a:effectLst/>
                        <a:latin typeface="Arial" charset="0"/>
                      </a:endParaRPr>
                    </a:p>
                  </a:txBody>
                  <a:tcPr marL="90000" marR="90000" marT="46755" marB="46755" horzOverflow="overflow">
                    <a:lnL w="12700" cap="flat" cmpd="sng" algn="ctr">
                      <a:solidFill>
                        <a:srgbClr val="336666"/>
                      </a:solidFill>
                      <a:prstDash val="solid"/>
                      <a:round/>
                      <a:headEnd type="none" w="med" len="med"/>
                      <a:tailEnd type="none" w="med" len="med"/>
                    </a:lnL>
                    <a:lnR w="12700" cap="flat" cmpd="sng" algn="ctr">
                      <a:solidFill>
                        <a:srgbClr val="336666"/>
                      </a:solidFill>
                      <a:prstDash val="solid"/>
                      <a:round/>
                      <a:headEnd type="none" w="med" len="med"/>
                      <a:tailEnd type="none" w="med" len="med"/>
                    </a:lnR>
                    <a:lnT w="12700" cap="flat" cmpd="sng" algn="ctr">
                      <a:solidFill>
                        <a:srgbClr val="336666"/>
                      </a:solidFill>
                      <a:prstDash val="solid"/>
                      <a:round/>
                      <a:headEnd type="none" w="med" len="med"/>
                      <a:tailEnd type="none" w="med" len="med"/>
                    </a:lnT>
                    <a:lnB w="12700" cap="flat" cmpd="sng" algn="ctr">
                      <a:solidFill>
                        <a:srgbClr val="336666"/>
                      </a:solidFill>
                      <a:prstDash val="solid"/>
                      <a:round/>
                      <a:headEnd type="none" w="med" len="med"/>
                      <a:tailEnd type="none" w="med" len="med"/>
                    </a:lnB>
                    <a:lnTlToBr>
                      <a:noFill/>
                    </a:lnTlToBr>
                    <a:lnBlToTr>
                      <a:noFill/>
                    </a:lnBlToTr>
                    <a:solidFill>
                      <a:srgbClr val="FFFFFF"/>
                    </a:solidFill>
                  </a:tcPr>
                </a:tc>
                <a:tc hMerge="1">
                  <a:txBody>
                    <a:bodyPr/>
                    <a:lstStyle/>
                    <a:p>
                      <a:endParaRPr lang="es-PE"/>
                    </a:p>
                  </a:txBody>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defTabSz="914400" rtl="0" eaLnBrk="1" fontAlgn="base" latinLnBrk="0" hangingPunct="1">
                        <a:lnSpc>
                          <a:spcPct val="70000"/>
                        </a:lnSpc>
                        <a:spcBef>
                          <a:spcPct val="20000"/>
                        </a:spcBef>
                        <a:spcAft>
                          <a:spcPct val="0"/>
                        </a:spcAft>
                        <a:buClr>
                          <a:schemeClr val="tx1"/>
                        </a:buClr>
                        <a:buSzPct val="70000"/>
                        <a:buFont typeface="Wingdings" pitchFamily="2" charset="2"/>
                        <a:buNone/>
                        <a:tabLst/>
                      </a:pPr>
                      <a:r>
                        <a:rPr kumimoji="0" lang="es-ES" sz="1300" b="1" i="0" u="none" strike="noStrike" cap="none" normalizeH="0" baseline="0" dirty="0">
                          <a:ln>
                            <a:noFill/>
                          </a:ln>
                          <a:solidFill>
                            <a:srgbClr val="0070C0"/>
                          </a:solidFill>
                          <a:effectLst/>
                          <a:latin typeface="Arial" charset="0"/>
                        </a:rPr>
                        <a:t>LF</a:t>
                      </a:r>
                    </a:p>
                    <a:p>
                      <a:pPr marL="0" marR="0" lvl="0" indent="0" algn="ctr" defTabSz="914400" rtl="0" eaLnBrk="1" fontAlgn="base" latinLnBrk="0" hangingPunct="1">
                        <a:lnSpc>
                          <a:spcPct val="70000"/>
                        </a:lnSpc>
                        <a:spcBef>
                          <a:spcPct val="20000"/>
                        </a:spcBef>
                        <a:spcAft>
                          <a:spcPct val="0"/>
                        </a:spcAft>
                        <a:buClr>
                          <a:schemeClr val="tx1"/>
                        </a:buClr>
                        <a:buSzPct val="70000"/>
                        <a:buFont typeface="Wingdings" pitchFamily="2" charset="2"/>
                        <a:buNone/>
                        <a:tabLst/>
                      </a:pPr>
                      <a:r>
                        <a:rPr kumimoji="0" lang="es-ES" sz="1300" b="0" i="0" u="none" strike="noStrike" cap="none" normalizeH="0" baseline="0" dirty="0">
                          <a:ln>
                            <a:noFill/>
                          </a:ln>
                          <a:solidFill>
                            <a:srgbClr val="0070C0"/>
                          </a:solidFill>
                          <a:effectLst/>
                          <a:latin typeface="Arial" charset="0"/>
                        </a:rPr>
                        <a:t>11</a:t>
                      </a:r>
                      <a:endParaRPr kumimoji="0" lang="es-PE" sz="1300" b="0" i="0" u="none" strike="noStrike" cap="none" normalizeH="0" baseline="0" dirty="0">
                        <a:ln>
                          <a:noFill/>
                        </a:ln>
                        <a:solidFill>
                          <a:srgbClr val="0070C0"/>
                        </a:solidFill>
                        <a:effectLst/>
                        <a:latin typeface="Arial" charset="0"/>
                      </a:endParaRPr>
                    </a:p>
                  </a:txBody>
                  <a:tcPr marL="90000" marR="90000" marT="46755" marB="46755" horzOverflow="overflow">
                    <a:lnL w="12700" cap="flat" cmpd="sng" algn="ctr">
                      <a:solidFill>
                        <a:srgbClr val="336666"/>
                      </a:solidFill>
                      <a:prstDash val="solid"/>
                      <a:round/>
                      <a:headEnd type="none" w="med" len="med"/>
                      <a:tailEnd type="none" w="med" len="med"/>
                    </a:lnL>
                    <a:lnR w="12700" cap="flat" cmpd="sng" algn="ctr">
                      <a:solidFill>
                        <a:srgbClr val="336666"/>
                      </a:solidFill>
                      <a:prstDash val="solid"/>
                      <a:round/>
                      <a:headEnd type="none" w="med" len="med"/>
                      <a:tailEnd type="none" w="med" len="med"/>
                    </a:lnR>
                    <a:lnT w="12700" cap="flat" cmpd="sng" algn="ctr">
                      <a:solidFill>
                        <a:srgbClr val="336666"/>
                      </a:solidFill>
                      <a:prstDash val="solid"/>
                      <a:round/>
                      <a:headEnd type="none" w="med" len="med"/>
                      <a:tailEnd type="none" w="med" len="med"/>
                    </a:lnT>
                    <a:lnB w="12700" cap="flat" cmpd="sng" algn="ctr">
                      <a:solidFill>
                        <a:srgbClr val="336666"/>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1"/>
                  </a:ext>
                </a:extLst>
              </a:tr>
            </a:tbl>
          </a:graphicData>
        </a:graphic>
      </p:graphicFrame>
      <p:graphicFrame>
        <p:nvGraphicFramePr>
          <p:cNvPr id="29" name="Group 47"/>
          <p:cNvGraphicFramePr>
            <a:graphicFrameLocks noGrp="1"/>
          </p:cNvGraphicFramePr>
          <p:nvPr/>
        </p:nvGraphicFramePr>
        <p:xfrm>
          <a:off x="4236212" y="4139964"/>
          <a:ext cx="1296988" cy="901700"/>
        </p:xfrm>
        <a:graphic>
          <a:graphicData uri="http://schemas.openxmlformats.org/drawingml/2006/table">
            <a:tbl>
              <a:tblPr/>
              <a:tblGrid>
                <a:gridCol w="431800">
                  <a:extLst>
                    <a:ext uri="{9D8B030D-6E8A-4147-A177-3AD203B41FA5}">
                      <a16:colId xmlns:a16="http://schemas.microsoft.com/office/drawing/2014/main" val="20000"/>
                    </a:ext>
                  </a:extLst>
                </a:gridCol>
                <a:gridCol w="215900">
                  <a:extLst>
                    <a:ext uri="{9D8B030D-6E8A-4147-A177-3AD203B41FA5}">
                      <a16:colId xmlns:a16="http://schemas.microsoft.com/office/drawing/2014/main" val="20001"/>
                    </a:ext>
                  </a:extLst>
                </a:gridCol>
                <a:gridCol w="249238">
                  <a:extLst>
                    <a:ext uri="{9D8B030D-6E8A-4147-A177-3AD203B41FA5}">
                      <a16:colId xmlns:a16="http://schemas.microsoft.com/office/drawing/2014/main" val="20002"/>
                    </a:ext>
                  </a:extLst>
                </a:gridCol>
                <a:gridCol w="400050">
                  <a:extLst>
                    <a:ext uri="{9D8B030D-6E8A-4147-A177-3AD203B41FA5}">
                      <a16:colId xmlns:a16="http://schemas.microsoft.com/office/drawing/2014/main" val="20003"/>
                    </a:ext>
                  </a:extLst>
                </a:gridCol>
              </a:tblGrid>
              <a:tr h="451167">
                <a:tc gridSpan="2">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defTabSz="914400" rtl="0" eaLnBrk="1" fontAlgn="base" latinLnBrk="0" hangingPunct="1">
                        <a:lnSpc>
                          <a:spcPct val="80000"/>
                        </a:lnSpc>
                        <a:spcBef>
                          <a:spcPct val="20000"/>
                        </a:spcBef>
                        <a:spcAft>
                          <a:spcPct val="0"/>
                        </a:spcAft>
                        <a:buClr>
                          <a:schemeClr val="tx1"/>
                        </a:buClr>
                        <a:buSzPct val="70000"/>
                        <a:buFont typeface="Wingdings" pitchFamily="2" charset="2"/>
                        <a:buNone/>
                        <a:tabLst/>
                      </a:pPr>
                      <a:r>
                        <a:rPr kumimoji="0" lang="es-ES" sz="1300" b="1" i="0" u="none" strike="noStrike" cap="none" normalizeH="0" baseline="0" dirty="0">
                          <a:ln>
                            <a:noFill/>
                          </a:ln>
                          <a:solidFill>
                            <a:srgbClr val="0070C0"/>
                          </a:solidFill>
                          <a:effectLst/>
                          <a:latin typeface="Arial" charset="0"/>
                        </a:rPr>
                        <a:t>ES</a:t>
                      </a:r>
                    </a:p>
                    <a:p>
                      <a:pPr marL="0" marR="0" lvl="0" indent="0" algn="ctr" defTabSz="914400" rtl="0" eaLnBrk="1" fontAlgn="base" latinLnBrk="0" hangingPunct="1">
                        <a:lnSpc>
                          <a:spcPct val="80000"/>
                        </a:lnSpc>
                        <a:spcBef>
                          <a:spcPct val="20000"/>
                        </a:spcBef>
                        <a:spcAft>
                          <a:spcPct val="0"/>
                        </a:spcAft>
                        <a:buClr>
                          <a:schemeClr val="tx1"/>
                        </a:buClr>
                        <a:buSzPct val="70000"/>
                        <a:buFont typeface="Wingdings" pitchFamily="2" charset="2"/>
                        <a:buNone/>
                        <a:tabLst/>
                      </a:pPr>
                      <a:r>
                        <a:rPr kumimoji="0" lang="es-ES" sz="1300" b="0" i="0" u="none" strike="noStrike" cap="none" normalizeH="0" baseline="0" dirty="0">
                          <a:ln>
                            <a:noFill/>
                          </a:ln>
                          <a:solidFill>
                            <a:srgbClr val="0070C0"/>
                          </a:solidFill>
                          <a:effectLst/>
                          <a:latin typeface="Arial" charset="0"/>
                        </a:rPr>
                        <a:t>2</a:t>
                      </a:r>
                      <a:endParaRPr kumimoji="0" lang="es-PE" sz="1300" b="0" i="0" u="none" strike="noStrike" cap="none" normalizeH="0" baseline="0" dirty="0">
                        <a:ln>
                          <a:noFill/>
                        </a:ln>
                        <a:solidFill>
                          <a:srgbClr val="0070C0"/>
                        </a:solidFill>
                        <a:effectLst/>
                        <a:latin typeface="Arial" charset="0"/>
                      </a:endParaRPr>
                    </a:p>
                  </a:txBody>
                  <a:tcPr marL="90000" marR="90000" marT="46833" marB="46833" horzOverflow="overflow">
                    <a:lnL w="12700" cap="flat" cmpd="sng" algn="ctr">
                      <a:solidFill>
                        <a:srgbClr val="336666"/>
                      </a:solidFill>
                      <a:prstDash val="solid"/>
                      <a:round/>
                      <a:headEnd type="none" w="med" len="med"/>
                      <a:tailEnd type="none" w="med" len="med"/>
                    </a:lnL>
                    <a:lnR w="12700" cap="flat" cmpd="sng" algn="ctr">
                      <a:solidFill>
                        <a:srgbClr val="336666"/>
                      </a:solidFill>
                      <a:prstDash val="solid"/>
                      <a:round/>
                      <a:headEnd type="none" w="med" len="med"/>
                      <a:tailEnd type="none" w="med" len="med"/>
                    </a:lnR>
                    <a:lnT w="12700" cap="flat" cmpd="sng" algn="ctr">
                      <a:solidFill>
                        <a:srgbClr val="336666"/>
                      </a:solidFill>
                      <a:prstDash val="solid"/>
                      <a:round/>
                      <a:headEnd type="none" w="med" len="med"/>
                      <a:tailEnd type="none" w="med" len="med"/>
                    </a:lnT>
                    <a:lnB w="12700" cap="flat" cmpd="sng" algn="ctr">
                      <a:solidFill>
                        <a:srgbClr val="336666"/>
                      </a:solidFill>
                      <a:prstDash val="solid"/>
                      <a:round/>
                      <a:headEnd type="none" w="med" len="med"/>
                      <a:tailEnd type="none" w="med" len="med"/>
                    </a:lnB>
                    <a:lnTlToBr>
                      <a:noFill/>
                    </a:lnTlToBr>
                    <a:lnBlToTr>
                      <a:noFill/>
                    </a:lnBlToTr>
                    <a:solidFill>
                      <a:srgbClr val="FFFFFF"/>
                    </a:solidFill>
                  </a:tcPr>
                </a:tc>
                <a:tc hMerge="1">
                  <a:txBody>
                    <a:bodyPr/>
                    <a:lstStyle/>
                    <a:p>
                      <a:endParaRPr lang="es-PE"/>
                    </a:p>
                  </a:txBody>
                  <a:tcPr/>
                </a:tc>
                <a:tc gridSpan="2">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defTabSz="914400" rtl="0" eaLnBrk="1" fontAlgn="base" latinLnBrk="0" hangingPunct="1">
                        <a:lnSpc>
                          <a:spcPct val="80000"/>
                        </a:lnSpc>
                        <a:spcBef>
                          <a:spcPct val="20000"/>
                        </a:spcBef>
                        <a:spcAft>
                          <a:spcPct val="0"/>
                        </a:spcAft>
                        <a:buClr>
                          <a:schemeClr val="tx1"/>
                        </a:buClr>
                        <a:buSzPct val="70000"/>
                        <a:buFont typeface="Wingdings" pitchFamily="2" charset="2"/>
                        <a:buNone/>
                        <a:tabLst/>
                      </a:pPr>
                      <a:r>
                        <a:rPr kumimoji="0" lang="es-ES" sz="1300" b="1" i="0" u="none" strike="noStrike" cap="none" normalizeH="0" baseline="0" dirty="0">
                          <a:ln>
                            <a:noFill/>
                          </a:ln>
                          <a:solidFill>
                            <a:srgbClr val="0070C0"/>
                          </a:solidFill>
                          <a:effectLst/>
                          <a:latin typeface="Arial" charset="0"/>
                        </a:rPr>
                        <a:t>EF</a:t>
                      </a:r>
                    </a:p>
                    <a:p>
                      <a:pPr marL="0" marR="0" lvl="0" indent="0" algn="ctr" defTabSz="914400" rtl="0" eaLnBrk="1" fontAlgn="base" latinLnBrk="0" hangingPunct="1">
                        <a:lnSpc>
                          <a:spcPct val="80000"/>
                        </a:lnSpc>
                        <a:spcBef>
                          <a:spcPct val="20000"/>
                        </a:spcBef>
                        <a:spcAft>
                          <a:spcPct val="0"/>
                        </a:spcAft>
                        <a:buClr>
                          <a:schemeClr val="tx1"/>
                        </a:buClr>
                        <a:buSzPct val="70000"/>
                        <a:buFont typeface="Wingdings" pitchFamily="2" charset="2"/>
                        <a:buNone/>
                        <a:tabLst/>
                      </a:pPr>
                      <a:r>
                        <a:rPr kumimoji="0" lang="es-ES" sz="1300" b="0" i="0" u="none" strike="noStrike" cap="none" normalizeH="0" baseline="0" dirty="0">
                          <a:ln>
                            <a:noFill/>
                          </a:ln>
                          <a:solidFill>
                            <a:srgbClr val="0070C0"/>
                          </a:solidFill>
                          <a:effectLst/>
                          <a:latin typeface="Arial" charset="0"/>
                        </a:rPr>
                        <a:t>6</a:t>
                      </a:r>
                      <a:endParaRPr kumimoji="0" lang="es-PE" sz="1300" b="0" i="0" u="none" strike="noStrike" cap="none" normalizeH="0" baseline="0" dirty="0">
                        <a:ln>
                          <a:noFill/>
                        </a:ln>
                        <a:solidFill>
                          <a:srgbClr val="0070C0"/>
                        </a:solidFill>
                        <a:effectLst/>
                        <a:latin typeface="Arial" charset="0"/>
                      </a:endParaRPr>
                    </a:p>
                  </a:txBody>
                  <a:tcPr marL="90000" marR="90000" marT="46833" marB="46833" horzOverflow="overflow">
                    <a:lnL w="12700" cap="flat" cmpd="sng" algn="ctr">
                      <a:solidFill>
                        <a:srgbClr val="336666"/>
                      </a:solidFill>
                      <a:prstDash val="solid"/>
                      <a:round/>
                      <a:headEnd type="none" w="med" len="med"/>
                      <a:tailEnd type="none" w="med" len="med"/>
                    </a:lnL>
                    <a:lnR w="12700" cap="flat" cmpd="sng" algn="ctr">
                      <a:solidFill>
                        <a:srgbClr val="336666"/>
                      </a:solidFill>
                      <a:prstDash val="solid"/>
                      <a:round/>
                      <a:headEnd type="none" w="med" len="med"/>
                      <a:tailEnd type="none" w="med" len="med"/>
                    </a:lnR>
                    <a:lnT w="12700" cap="flat" cmpd="sng" algn="ctr">
                      <a:solidFill>
                        <a:srgbClr val="336666"/>
                      </a:solidFill>
                      <a:prstDash val="solid"/>
                      <a:round/>
                      <a:headEnd type="none" w="med" len="med"/>
                      <a:tailEnd type="none" w="med" len="med"/>
                    </a:lnT>
                    <a:lnB w="12700" cap="flat" cmpd="sng" algn="ctr">
                      <a:solidFill>
                        <a:srgbClr val="336666"/>
                      </a:solidFill>
                      <a:prstDash val="solid"/>
                      <a:round/>
                      <a:headEnd type="none" w="med" len="med"/>
                      <a:tailEnd type="none" w="med" len="med"/>
                    </a:lnB>
                    <a:lnTlToBr>
                      <a:noFill/>
                    </a:lnTlToBr>
                    <a:lnBlToTr>
                      <a:noFill/>
                    </a:lnBlToTr>
                    <a:solidFill>
                      <a:srgbClr val="FFFFFF"/>
                    </a:solidFill>
                  </a:tcPr>
                </a:tc>
                <a:tc hMerge="1">
                  <a:txBody>
                    <a:bodyPr/>
                    <a:lstStyle/>
                    <a:p>
                      <a:endParaRPr lang="es-PE"/>
                    </a:p>
                  </a:txBody>
                  <a:tcPr/>
                </a:tc>
                <a:extLst>
                  <a:ext uri="{0D108BD9-81ED-4DB2-BD59-A6C34878D82A}">
                    <a16:rowId xmlns:a16="http://schemas.microsoft.com/office/drawing/2014/main" val="10000"/>
                  </a:ext>
                </a:extLst>
              </a:tr>
              <a:tr h="450533">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defTabSz="914400" rtl="0" eaLnBrk="1" fontAlgn="base" latinLnBrk="0" hangingPunct="1">
                        <a:lnSpc>
                          <a:spcPct val="80000"/>
                        </a:lnSpc>
                        <a:spcBef>
                          <a:spcPct val="20000"/>
                        </a:spcBef>
                        <a:spcAft>
                          <a:spcPct val="0"/>
                        </a:spcAft>
                        <a:buClr>
                          <a:schemeClr val="tx1"/>
                        </a:buClr>
                        <a:buSzPct val="70000"/>
                        <a:buFont typeface="Wingdings" pitchFamily="2" charset="2"/>
                        <a:buNone/>
                        <a:tabLst/>
                      </a:pPr>
                      <a:r>
                        <a:rPr kumimoji="0" lang="es-ES" sz="1300" b="1" i="0" u="none" strike="noStrike" cap="none" normalizeH="0" baseline="0">
                          <a:ln>
                            <a:noFill/>
                          </a:ln>
                          <a:solidFill>
                            <a:srgbClr val="0070C0"/>
                          </a:solidFill>
                          <a:effectLst/>
                          <a:latin typeface="Arial" charset="0"/>
                        </a:rPr>
                        <a:t>LS</a:t>
                      </a:r>
                    </a:p>
                    <a:p>
                      <a:pPr marL="0" marR="0" lvl="0" indent="0" algn="ctr" defTabSz="914400" rtl="0" eaLnBrk="1" fontAlgn="base" latinLnBrk="0" hangingPunct="1">
                        <a:lnSpc>
                          <a:spcPct val="80000"/>
                        </a:lnSpc>
                        <a:spcBef>
                          <a:spcPct val="20000"/>
                        </a:spcBef>
                        <a:spcAft>
                          <a:spcPct val="0"/>
                        </a:spcAft>
                        <a:buClr>
                          <a:schemeClr val="tx1"/>
                        </a:buClr>
                        <a:buSzPct val="70000"/>
                        <a:buFont typeface="Wingdings" pitchFamily="2" charset="2"/>
                        <a:buNone/>
                        <a:tabLst/>
                      </a:pPr>
                      <a:r>
                        <a:rPr kumimoji="0" lang="es-ES" sz="1300" b="0" i="0" u="none" strike="noStrike" cap="none" normalizeH="0" baseline="0">
                          <a:ln>
                            <a:noFill/>
                          </a:ln>
                          <a:solidFill>
                            <a:srgbClr val="0070C0"/>
                          </a:solidFill>
                          <a:effectLst/>
                          <a:latin typeface="Arial" charset="0"/>
                        </a:rPr>
                        <a:t>2</a:t>
                      </a:r>
                      <a:endParaRPr kumimoji="0" lang="es-PE" sz="1300" b="0" i="0" u="none" strike="noStrike" cap="none" normalizeH="0" baseline="0">
                        <a:ln>
                          <a:noFill/>
                        </a:ln>
                        <a:solidFill>
                          <a:srgbClr val="0070C0"/>
                        </a:solidFill>
                        <a:effectLst/>
                        <a:latin typeface="Arial" charset="0"/>
                      </a:endParaRPr>
                    </a:p>
                  </a:txBody>
                  <a:tcPr marL="90000" marR="90000" marT="46833" marB="46833" horzOverflow="overflow">
                    <a:lnL w="12700" cap="flat" cmpd="sng" algn="ctr">
                      <a:solidFill>
                        <a:srgbClr val="336666"/>
                      </a:solidFill>
                      <a:prstDash val="solid"/>
                      <a:round/>
                      <a:headEnd type="none" w="med" len="med"/>
                      <a:tailEnd type="none" w="med" len="med"/>
                    </a:lnL>
                    <a:lnR w="12700" cap="flat" cmpd="sng" algn="ctr">
                      <a:solidFill>
                        <a:srgbClr val="336666"/>
                      </a:solidFill>
                      <a:prstDash val="solid"/>
                      <a:round/>
                      <a:headEnd type="none" w="med" len="med"/>
                      <a:tailEnd type="none" w="med" len="med"/>
                    </a:lnR>
                    <a:lnT w="12700" cap="flat" cmpd="sng" algn="ctr">
                      <a:solidFill>
                        <a:srgbClr val="336666"/>
                      </a:solidFill>
                      <a:prstDash val="solid"/>
                      <a:round/>
                      <a:headEnd type="none" w="med" len="med"/>
                      <a:tailEnd type="none" w="med" len="med"/>
                    </a:lnT>
                    <a:lnB w="12700" cap="flat" cmpd="sng" algn="ctr">
                      <a:solidFill>
                        <a:srgbClr val="336666"/>
                      </a:solidFill>
                      <a:prstDash val="solid"/>
                      <a:round/>
                      <a:headEnd type="none" w="med" len="med"/>
                      <a:tailEnd type="none" w="med" len="med"/>
                    </a:lnB>
                    <a:lnTlToBr>
                      <a:noFill/>
                    </a:lnTlToBr>
                    <a:lnBlToTr>
                      <a:noFill/>
                    </a:lnBlToTr>
                    <a:solidFill>
                      <a:srgbClr val="FFFFFF"/>
                    </a:solidFill>
                  </a:tcPr>
                </a:tc>
                <a:tc gridSpan="2">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defTabSz="914400" rtl="0" eaLnBrk="1" fontAlgn="base" latinLnBrk="0" hangingPunct="1">
                        <a:lnSpc>
                          <a:spcPct val="80000"/>
                        </a:lnSpc>
                        <a:spcBef>
                          <a:spcPct val="20000"/>
                        </a:spcBef>
                        <a:spcAft>
                          <a:spcPct val="0"/>
                        </a:spcAft>
                        <a:buClr>
                          <a:schemeClr val="tx1"/>
                        </a:buClr>
                        <a:buSzPct val="70000"/>
                        <a:buFont typeface="Wingdings" pitchFamily="2" charset="2"/>
                        <a:buNone/>
                        <a:tabLst/>
                      </a:pPr>
                      <a:r>
                        <a:rPr kumimoji="0" lang="es-ES" sz="1300" b="1" i="0" u="none" strike="noStrike" cap="none" normalizeH="0" baseline="0" dirty="0">
                          <a:ln>
                            <a:noFill/>
                          </a:ln>
                          <a:solidFill>
                            <a:srgbClr val="0070C0"/>
                          </a:solidFill>
                          <a:effectLst/>
                          <a:latin typeface="Arial" charset="0"/>
                        </a:rPr>
                        <a:t>D</a:t>
                      </a:r>
                    </a:p>
                    <a:p>
                      <a:pPr marL="0" marR="0" lvl="0" indent="0" algn="ctr" defTabSz="914400" rtl="0" eaLnBrk="1" fontAlgn="base" latinLnBrk="0" hangingPunct="1">
                        <a:lnSpc>
                          <a:spcPct val="80000"/>
                        </a:lnSpc>
                        <a:spcBef>
                          <a:spcPct val="20000"/>
                        </a:spcBef>
                        <a:spcAft>
                          <a:spcPct val="0"/>
                        </a:spcAft>
                        <a:buClr>
                          <a:schemeClr val="tx1"/>
                        </a:buClr>
                        <a:buSzPct val="70000"/>
                        <a:buFont typeface="Wingdings" pitchFamily="2" charset="2"/>
                        <a:buNone/>
                        <a:tabLst/>
                      </a:pPr>
                      <a:r>
                        <a:rPr kumimoji="0" lang="es-ES" sz="1300" b="0" i="0" u="none" strike="noStrike" cap="none" normalizeH="0" baseline="0" dirty="0">
                          <a:ln>
                            <a:noFill/>
                          </a:ln>
                          <a:solidFill>
                            <a:srgbClr val="0070C0"/>
                          </a:solidFill>
                          <a:effectLst/>
                          <a:latin typeface="Arial" charset="0"/>
                        </a:rPr>
                        <a:t>4</a:t>
                      </a:r>
                      <a:endParaRPr kumimoji="0" lang="es-PE" sz="1300" b="0" i="0" u="none" strike="noStrike" cap="none" normalizeH="0" baseline="0" dirty="0">
                        <a:ln>
                          <a:noFill/>
                        </a:ln>
                        <a:solidFill>
                          <a:srgbClr val="0070C0"/>
                        </a:solidFill>
                        <a:effectLst/>
                        <a:latin typeface="Arial" charset="0"/>
                      </a:endParaRPr>
                    </a:p>
                  </a:txBody>
                  <a:tcPr marL="90000" marR="90000" marT="46833" marB="46833" horzOverflow="overflow">
                    <a:lnL w="12700" cap="flat" cmpd="sng" algn="ctr">
                      <a:solidFill>
                        <a:srgbClr val="336666"/>
                      </a:solidFill>
                      <a:prstDash val="solid"/>
                      <a:round/>
                      <a:headEnd type="none" w="med" len="med"/>
                      <a:tailEnd type="none" w="med" len="med"/>
                    </a:lnL>
                    <a:lnR w="12700" cap="flat" cmpd="sng" algn="ctr">
                      <a:solidFill>
                        <a:srgbClr val="336666"/>
                      </a:solidFill>
                      <a:prstDash val="solid"/>
                      <a:round/>
                      <a:headEnd type="none" w="med" len="med"/>
                      <a:tailEnd type="none" w="med" len="med"/>
                    </a:lnR>
                    <a:lnT w="12700" cap="flat" cmpd="sng" algn="ctr">
                      <a:solidFill>
                        <a:srgbClr val="336666"/>
                      </a:solidFill>
                      <a:prstDash val="solid"/>
                      <a:round/>
                      <a:headEnd type="none" w="med" len="med"/>
                      <a:tailEnd type="none" w="med" len="med"/>
                    </a:lnT>
                    <a:lnB w="12700" cap="flat" cmpd="sng" algn="ctr">
                      <a:solidFill>
                        <a:srgbClr val="336666"/>
                      </a:solidFill>
                      <a:prstDash val="solid"/>
                      <a:round/>
                      <a:headEnd type="none" w="med" len="med"/>
                      <a:tailEnd type="none" w="med" len="med"/>
                    </a:lnB>
                    <a:lnTlToBr>
                      <a:noFill/>
                    </a:lnTlToBr>
                    <a:lnBlToTr>
                      <a:noFill/>
                    </a:lnBlToTr>
                    <a:solidFill>
                      <a:srgbClr val="FFFFFF"/>
                    </a:solidFill>
                  </a:tcPr>
                </a:tc>
                <a:tc hMerge="1">
                  <a:txBody>
                    <a:bodyPr/>
                    <a:lstStyle/>
                    <a:p>
                      <a:endParaRPr lang="es-PE"/>
                    </a:p>
                  </a:txBody>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defTabSz="914400" rtl="0" eaLnBrk="1" fontAlgn="base" latinLnBrk="0" hangingPunct="1">
                        <a:lnSpc>
                          <a:spcPct val="80000"/>
                        </a:lnSpc>
                        <a:spcBef>
                          <a:spcPct val="20000"/>
                        </a:spcBef>
                        <a:spcAft>
                          <a:spcPct val="0"/>
                        </a:spcAft>
                        <a:buClr>
                          <a:schemeClr val="tx1"/>
                        </a:buClr>
                        <a:buSzPct val="70000"/>
                        <a:buFont typeface="Wingdings" pitchFamily="2" charset="2"/>
                        <a:buNone/>
                        <a:tabLst/>
                      </a:pPr>
                      <a:r>
                        <a:rPr kumimoji="0" lang="es-ES" sz="1300" b="1" i="0" u="none" strike="noStrike" cap="none" normalizeH="0" baseline="0" dirty="0">
                          <a:ln>
                            <a:noFill/>
                          </a:ln>
                          <a:solidFill>
                            <a:srgbClr val="0070C0"/>
                          </a:solidFill>
                          <a:effectLst/>
                          <a:latin typeface="Arial" charset="0"/>
                        </a:rPr>
                        <a:t>LF</a:t>
                      </a:r>
                    </a:p>
                    <a:p>
                      <a:pPr marL="0" marR="0" lvl="0" indent="0" algn="ctr" defTabSz="914400" rtl="0" eaLnBrk="1" fontAlgn="base" latinLnBrk="0" hangingPunct="1">
                        <a:lnSpc>
                          <a:spcPct val="80000"/>
                        </a:lnSpc>
                        <a:spcBef>
                          <a:spcPct val="20000"/>
                        </a:spcBef>
                        <a:spcAft>
                          <a:spcPct val="0"/>
                        </a:spcAft>
                        <a:buClr>
                          <a:schemeClr val="tx1"/>
                        </a:buClr>
                        <a:buSzPct val="70000"/>
                        <a:buFont typeface="Wingdings" pitchFamily="2" charset="2"/>
                        <a:buNone/>
                        <a:tabLst/>
                      </a:pPr>
                      <a:r>
                        <a:rPr kumimoji="0" lang="es-ES" sz="1300" b="0" i="0" u="none" strike="noStrike" cap="none" normalizeH="0" baseline="0" dirty="0">
                          <a:ln>
                            <a:noFill/>
                          </a:ln>
                          <a:solidFill>
                            <a:srgbClr val="0070C0"/>
                          </a:solidFill>
                          <a:effectLst/>
                          <a:latin typeface="Arial" charset="0"/>
                        </a:rPr>
                        <a:t>6</a:t>
                      </a:r>
                      <a:endParaRPr kumimoji="0" lang="es-PE" sz="1300" b="0" i="0" u="none" strike="noStrike" cap="none" normalizeH="0" baseline="0" dirty="0">
                        <a:ln>
                          <a:noFill/>
                        </a:ln>
                        <a:solidFill>
                          <a:srgbClr val="0070C0"/>
                        </a:solidFill>
                        <a:effectLst/>
                        <a:latin typeface="Arial" charset="0"/>
                      </a:endParaRPr>
                    </a:p>
                  </a:txBody>
                  <a:tcPr marL="90000" marR="90000" marT="46833" marB="46833" horzOverflow="overflow">
                    <a:lnL w="12700" cap="flat" cmpd="sng" algn="ctr">
                      <a:solidFill>
                        <a:srgbClr val="336666"/>
                      </a:solidFill>
                      <a:prstDash val="solid"/>
                      <a:round/>
                      <a:headEnd type="none" w="med" len="med"/>
                      <a:tailEnd type="none" w="med" len="med"/>
                    </a:lnL>
                    <a:lnR w="12700" cap="flat" cmpd="sng" algn="ctr">
                      <a:solidFill>
                        <a:srgbClr val="336666"/>
                      </a:solidFill>
                      <a:prstDash val="solid"/>
                      <a:round/>
                      <a:headEnd type="none" w="med" len="med"/>
                      <a:tailEnd type="none" w="med" len="med"/>
                    </a:lnR>
                    <a:lnT w="12700" cap="flat" cmpd="sng" algn="ctr">
                      <a:solidFill>
                        <a:srgbClr val="336666"/>
                      </a:solidFill>
                      <a:prstDash val="solid"/>
                      <a:round/>
                      <a:headEnd type="none" w="med" len="med"/>
                      <a:tailEnd type="none" w="med" len="med"/>
                    </a:lnT>
                    <a:lnB w="12700" cap="flat" cmpd="sng" algn="ctr">
                      <a:solidFill>
                        <a:srgbClr val="336666"/>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1"/>
                  </a:ext>
                </a:extLst>
              </a:tr>
            </a:tbl>
          </a:graphicData>
        </a:graphic>
      </p:graphicFrame>
      <p:graphicFrame>
        <p:nvGraphicFramePr>
          <p:cNvPr id="30" name="Group 61"/>
          <p:cNvGraphicFramePr>
            <a:graphicFrameLocks noGrp="1"/>
          </p:cNvGraphicFramePr>
          <p:nvPr/>
        </p:nvGraphicFramePr>
        <p:xfrm>
          <a:off x="5893562" y="4139964"/>
          <a:ext cx="1296988" cy="901700"/>
        </p:xfrm>
        <a:graphic>
          <a:graphicData uri="http://schemas.openxmlformats.org/drawingml/2006/table">
            <a:tbl>
              <a:tblPr/>
              <a:tblGrid>
                <a:gridCol w="431800">
                  <a:extLst>
                    <a:ext uri="{9D8B030D-6E8A-4147-A177-3AD203B41FA5}">
                      <a16:colId xmlns:a16="http://schemas.microsoft.com/office/drawing/2014/main" val="20000"/>
                    </a:ext>
                  </a:extLst>
                </a:gridCol>
                <a:gridCol w="215900">
                  <a:extLst>
                    <a:ext uri="{9D8B030D-6E8A-4147-A177-3AD203B41FA5}">
                      <a16:colId xmlns:a16="http://schemas.microsoft.com/office/drawing/2014/main" val="20001"/>
                    </a:ext>
                  </a:extLst>
                </a:gridCol>
                <a:gridCol w="249238">
                  <a:extLst>
                    <a:ext uri="{9D8B030D-6E8A-4147-A177-3AD203B41FA5}">
                      <a16:colId xmlns:a16="http://schemas.microsoft.com/office/drawing/2014/main" val="20002"/>
                    </a:ext>
                  </a:extLst>
                </a:gridCol>
                <a:gridCol w="400050">
                  <a:extLst>
                    <a:ext uri="{9D8B030D-6E8A-4147-A177-3AD203B41FA5}">
                      <a16:colId xmlns:a16="http://schemas.microsoft.com/office/drawing/2014/main" val="20003"/>
                    </a:ext>
                  </a:extLst>
                </a:gridCol>
              </a:tblGrid>
              <a:tr h="451167">
                <a:tc gridSpan="2">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defTabSz="914400" rtl="0" eaLnBrk="1" fontAlgn="base" latinLnBrk="0" hangingPunct="1">
                        <a:lnSpc>
                          <a:spcPct val="80000"/>
                        </a:lnSpc>
                        <a:spcBef>
                          <a:spcPct val="20000"/>
                        </a:spcBef>
                        <a:spcAft>
                          <a:spcPct val="0"/>
                        </a:spcAft>
                        <a:buClr>
                          <a:schemeClr val="tx1"/>
                        </a:buClr>
                        <a:buSzPct val="70000"/>
                        <a:buFont typeface="Wingdings" pitchFamily="2" charset="2"/>
                        <a:buNone/>
                        <a:tabLst/>
                      </a:pPr>
                      <a:r>
                        <a:rPr kumimoji="0" lang="es-ES" sz="1300" b="1" i="0" u="none" strike="noStrike" cap="none" normalizeH="0" baseline="0" dirty="0">
                          <a:ln>
                            <a:noFill/>
                          </a:ln>
                          <a:solidFill>
                            <a:srgbClr val="0070C0"/>
                          </a:solidFill>
                          <a:effectLst/>
                          <a:latin typeface="Arial" charset="0"/>
                        </a:rPr>
                        <a:t>ES</a:t>
                      </a:r>
                    </a:p>
                    <a:p>
                      <a:pPr marL="0" marR="0" lvl="0" indent="0" algn="ctr" defTabSz="914400" rtl="0" eaLnBrk="1" fontAlgn="base" latinLnBrk="0" hangingPunct="1">
                        <a:lnSpc>
                          <a:spcPct val="80000"/>
                        </a:lnSpc>
                        <a:spcBef>
                          <a:spcPct val="20000"/>
                        </a:spcBef>
                        <a:spcAft>
                          <a:spcPct val="0"/>
                        </a:spcAft>
                        <a:buClr>
                          <a:schemeClr val="tx1"/>
                        </a:buClr>
                        <a:buSzPct val="70000"/>
                        <a:buFont typeface="Wingdings" pitchFamily="2" charset="2"/>
                        <a:buNone/>
                        <a:tabLst/>
                      </a:pPr>
                      <a:r>
                        <a:rPr kumimoji="0" lang="es-ES" sz="1300" b="0" i="0" u="none" strike="noStrike" cap="none" normalizeH="0" baseline="0" dirty="0">
                          <a:ln>
                            <a:noFill/>
                          </a:ln>
                          <a:solidFill>
                            <a:srgbClr val="0070C0"/>
                          </a:solidFill>
                          <a:effectLst/>
                          <a:latin typeface="Arial" charset="0"/>
                        </a:rPr>
                        <a:t>6</a:t>
                      </a:r>
                      <a:endParaRPr kumimoji="0" lang="es-PE" sz="1300" b="0" i="0" u="none" strike="noStrike" cap="none" normalizeH="0" baseline="0" dirty="0">
                        <a:ln>
                          <a:noFill/>
                        </a:ln>
                        <a:solidFill>
                          <a:srgbClr val="0070C0"/>
                        </a:solidFill>
                        <a:effectLst/>
                        <a:latin typeface="Arial" charset="0"/>
                      </a:endParaRPr>
                    </a:p>
                  </a:txBody>
                  <a:tcPr marL="90000" marR="90000" marT="46833" marB="46833" horzOverflow="overflow">
                    <a:lnL w="12700" cap="flat" cmpd="sng" algn="ctr">
                      <a:solidFill>
                        <a:srgbClr val="336666"/>
                      </a:solidFill>
                      <a:prstDash val="solid"/>
                      <a:round/>
                      <a:headEnd type="none" w="med" len="med"/>
                      <a:tailEnd type="none" w="med" len="med"/>
                    </a:lnL>
                    <a:lnR w="12700" cap="flat" cmpd="sng" algn="ctr">
                      <a:solidFill>
                        <a:srgbClr val="336666"/>
                      </a:solidFill>
                      <a:prstDash val="solid"/>
                      <a:round/>
                      <a:headEnd type="none" w="med" len="med"/>
                      <a:tailEnd type="none" w="med" len="med"/>
                    </a:lnR>
                    <a:lnT w="12700" cap="flat" cmpd="sng" algn="ctr">
                      <a:solidFill>
                        <a:srgbClr val="336666"/>
                      </a:solidFill>
                      <a:prstDash val="solid"/>
                      <a:round/>
                      <a:headEnd type="none" w="med" len="med"/>
                      <a:tailEnd type="none" w="med" len="med"/>
                    </a:lnT>
                    <a:lnB w="12700" cap="flat" cmpd="sng" algn="ctr">
                      <a:solidFill>
                        <a:srgbClr val="336666"/>
                      </a:solidFill>
                      <a:prstDash val="solid"/>
                      <a:round/>
                      <a:headEnd type="none" w="med" len="med"/>
                      <a:tailEnd type="none" w="med" len="med"/>
                    </a:lnB>
                    <a:lnTlToBr>
                      <a:noFill/>
                    </a:lnTlToBr>
                    <a:lnBlToTr>
                      <a:noFill/>
                    </a:lnBlToTr>
                    <a:solidFill>
                      <a:srgbClr val="FFFFFF"/>
                    </a:solidFill>
                  </a:tcPr>
                </a:tc>
                <a:tc hMerge="1">
                  <a:txBody>
                    <a:bodyPr/>
                    <a:lstStyle/>
                    <a:p>
                      <a:endParaRPr lang="es-PE"/>
                    </a:p>
                  </a:txBody>
                  <a:tcPr/>
                </a:tc>
                <a:tc gridSpan="2">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defTabSz="914400" rtl="0" eaLnBrk="1" fontAlgn="base" latinLnBrk="0" hangingPunct="1">
                        <a:lnSpc>
                          <a:spcPct val="80000"/>
                        </a:lnSpc>
                        <a:spcBef>
                          <a:spcPct val="20000"/>
                        </a:spcBef>
                        <a:spcAft>
                          <a:spcPct val="0"/>
                        </a:spcAft>
                        <a:buClr>
                          <a:schemeClr val="tx1"/>
                        </a:buClr>
                        <a:buSzPct val="70000"/>
                        <a:buFont typeface="Wingdings" pitchFamily="2" charset="2"/>
                        <a:buNone/>
                        <a:tabLst/>
                      </a:pPr>
                      <a:r>
                        <a:rPr kumimoji="0" lang="es-ES" sz="1300" b="1" i="0" u="none" strike="noStrike" cap="none" normalizeH="0" baseline="0">
                          <a:ln>
                            <a:noFill/>
                          </a:ln>
                          <a:solidFill>
                            <a:srgbClr val="0070C0"/>
                          </a:solidFill>
                          <a:effectLst/>
                          <a:latin typeface="Arial" charset="0"/>
                        </a:rPr>
                        <a:t>EF</a:t>
                      </a:r>
                    </a:p>
                    <a:p>
                      <a:pPr marL="0" marR="0" lvl="0" indent="0" algn="ctr" defTabSz="914400" rtl="0" eaLnBrk="1" fontAlgn="base" latinLnBrk="0" hangingPunct="1">
                        <a:lnSpc>
                          <a:spcPct val="80000"/>
                        </a:lnSpc>
                        <a:spcBef>
                          <a:spcPct val="20000"/>
                        </a:spcBef>
                        <a:spcAft>
                          <a:spcPct val="0"/>
                        </a:spcAft>
                        <a:buClr>
                          <a:schemeClr val="tx1"/>
                        </a:buClr>
                        <a:buSzPct val="70000"/>
                        <a:buFont typeface="Wingdings" pitchFamily="2" charset="2"/>
                        <a:buNone/>
                        <a:tabLst/>
                      </a:pPr>
                      <a:r>
                        <a:rPr kumimoji="0" lang="es-ES" sz="1300" b="0" i="0" u="none" strike="noStrike" cap="none" normalizeH="0" baseline="0">
                          <a:ln>
                            <a:noFill/>
                          </a:ln>
                          <a:solidFill>
                            <a:srgbClr val="0070C0"/>
                          </a:solidFill>
                          <a:effectLst/>
                          <a:latin typeface="Arial" charset="0"/>
                        </a:rPr>
                        <a:t>11</a:t>
                      </a:r>
                      <a:endParaRPr kumimoji="0" lang="es-PE" sz="1300" b="0" i="0" u="none" strike="noStrike" cap="none" normalizeH="0" baseline="0">
                        <a:ln>
                          <a:noFill/>
                        </a:ln>
                        <a:solidFill>
                          <a:srgbClr val="0070C0"/>
                        </a:solidFill>
                        <a:effectLst/>
                        <a:latin typeface="Arial" charset="0"/>
                      </a:endParaRPr>
                    </a:p>
                  </a:txBody>
                  <a:tcPr marL="90000" marR="90000" marT="46833" marB="46833" horzOverflow="overflow">
                    <a:lnL w="12700" cap="flat" cmpd="sng" algn="ctr">
                      <a:solidFill>
                        <a:srgbClr val="336666"/>
                      </a:solidFill>
                      <a:prstDash val="solid"/>
                      <a:round/>
                      <a:headEnd type="none" w="med" len="med"/>
                      <a:tailEnd type="none" w="med" len="med"/>
                    </a:lnL>
                    <a:lnR w="12700" cap="flat" cmpd="sng" algn="ctr">
                      <a:solidFill>
                        <a:srgbClr val="336666"/>
                      </a:solidFill>
                      <a:prstDash val="solid"/>
                      <a:round/>
                      <a:headEnd type="none" w="med" len="med"/>
                      <a:tailEnd type="none" w="med" len="med"/>
                    </a:lnR>
                    <a:lnT w="12700" cap="flat" cmpd="sng" algn="ctr">
                      <a:solidFill>
                        <a:srgbClr val="336666"/>
                      </a:solidFill>
                      <a:prstDash val="solid"/>
                      <a:round/>
                      <a:headEnd type="none" w="med" len="med"/>
                      <a:tailEnd type="none" w="med" len="med"/>
                    </a:lnT>
                    <a:lnB w="12700" cap="flat" cmpd="sng" algn="ctr">
                      <a:solidFill>
                        <a:srgbClr val="336666"/>
                      </a:solidFill>
                      <a:prstDash val="solid"/>
                      <a:round/>
                      <a:headEnd type="none" w="med" len="med"/>
                      <a:tailEnd type="none" w="med" len="med"/>
                    </a:lnB>
                    <a:lnTlToBr>
                      <a:noFill/>
                    </a:lnTlToBr>
                    <a:lnBlToTr>
                      <a:noFill/>
                    </a:lnBlToTr>
                    <a:solidFill>
                      <a:srgbClr val="FFFFFF"/>
                    </a:solidFill>
                  </a:tcPr>
                </a:tc>
                <a:tc hMerge="1">
                  <a:txBody>
                    <a:bodyPr/>
                    <a:lstStyle/>
                    <a:p>
                      <a:endParaRPr lang="es-PE"/>
                    </a:p>
                  </a:txBody>
                  <a:tcPr/>
                </a:tc>
                <a:extLst>
                  <a:ext uri="{0D108BD9-81ED-4DB2-BD59-A6C34878D82A}">
                    <a16:rowId xmlns:a16="http://schemas.microsoft.com/office/drawing/2014/main" val="10000"/>
                  </a:ext>
                </a:extLst>
              </a:tr>
              <a:tr h="450533">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defTabSz="914400" rtl="0" eaLnBrk="1" fontAlgn="base" latinLnBrk="0" hangingPunct="1">
                        <a:lnSpc>
                          <a:spcPct val="80000"/>
                        </a:lnSpc>
                        <a:spcBef>
                          <a:spcPct val="20000"/>
                        </a:spcBef>
                        <a:spcAft>
                          <a:spcPct val="0"/>
                        </a:spcAft>
                        <a:buClr>
                          <a:schemeClr val="tx1"/>
                        </a:buClr>
                        <a:buSzPct val="70000"/>
                        <a:buFont typeface="Wingdings" pitchFamily="2" charset="2"/>
                        <a:buNone/>
                        <a:tabLst/>
                      </a:pPr>
                      <a:r>
                        <a:rPr kumimoji="0" lang="es-ES" sz="1300" b="1" i="0" u="none" strike="noStrike" cap="none" normalizeH="0" baseline="0">
                          <a:ln>
                            <a:noFill/>
                          </a:ln>
                          <a:solidFill>
                            <a:srgbClr val="0070C0"/>
                          </a:solidFill>
                          <a:effectLst/>
                          <a:latin typeface="Arial" charset="0"/>
                        </a:rPr>
                        <a:t>LS</a:t>
                      </a:r>
                    </a:p>
                    <a:p>
                      <a:pPr marL="0" marR="0" lvl="0" indent="0" algn="ctr" defTabSz="914400" rtl="0" eaLnBrk="1" fontAlgn="base" latinLnBrk="0" hangingPunct="1">
                        <a:lnSpc>
                          <a:spcPct val="80000"/>
                        </a:lnSpc>
                        <a:spcBef>
                          <a:spcPct val="20000"/>
                        </a:spcBef>
                        <a:spcAft>
                          <a:spcPct val="0"/>
                        </a:spcAft>
                        <a:buClr>
                          <a:schemeClr val="tx1"/>
                        </a:buClr>
                        <a:buSzPct val="70000"/>
                        <a:buFont typeface="Wingdings" pitchFamily="2" charset="2"/>
                        <a:buNone/>
                        <a:tabLst/>
                      </a:pPr>
                      <a:r>
                        <a:rPr kumimoji="0" lang="es-ES" sz="1300" b="0" i="0" u="none" strike="noStrike" cap="none" normalizeH="0" baseline="0">
                          <a:ln>
                            <a:noFill/>
                          </a:ln>
                          <a:solidFill>
                            <a:srgbClr val="0070C0"/>
                          </a:solidFill>
                          <a:effectLst/>
                          <a:latin typeface="Arial" charset="0"/>
                        </a:rPr>
                        <a:t>6</a:t>
                      </a:r>
                      <a:endParaRPr kumimoji="0" lang="es-PE" sz="1300" b="0" i="0" u="none" strike="noStrike" cap="none" normalizeH="0" baseline="0">
                        <a:ln>
                          <a:noFill/>
                        </a:ln>
                        <a:solidFill>
                          <a:srgbClr val="0070C0"/>
                        </a:solidFill>
                        <a:effectLst/>
                        <a:latin typeface="Arial" charset="0"/>
                      </a:endParaRPr>
                    </a:p>
                  </a:txBody>
                  <a:tcPr marL="90000" marR="90000" marT="46833" marB="46833" horzOverflow="overflow">
                    <a:lnL w="12700" cap="flat" cmpd="sng" algn="ctr">
                      <a:solidFill>
                        <a:srgbClr val="336666"/>
                      </a:solidFill>
                      <a:prstDash val="solid"/>
                      <a:round/>
                      <a:headEnd type="none" w="med" len="med"/>
                      <a:tailEnd type="none" w="med" len="med"/>
                    </a:lnL>
                    <a:lnR w="12700" cap="flat" cmpd="sng" algn="ctr">
                      <a:solidFill>
                        <a:srgbClr val="336666"/>
                      </a:solidFill>
                      <a:prstDash val="solid"/>
                      <a:round/>
                      <a:headEnd type="none" w="med" len="med"/>
                      <a:tailEnd type="none" w="med" len="med"/>
                    </a:lnR>
                    <a:lnT w="12700" cap="flat" cmpd="sng" algn="ctr">
                      <a:solidFill>
                        <a:srgbClr val="336666"/>
                      </a:solidFill>
                      <a:prstDash val="solid"/>
                      <a:round/>
                      <a:headEnd type="none" w="med" len="med"/>
                      <a:tailEnd type="none" w="med" len="med"/>
                    </a:lnT>
                    <a:lnB w="12700" cap="flat" cmpd="sng" algn="ctr">
                      <a:solidFill>
                        <a:srgbClr val="336666"/>
                      </a:solidFill>
                      <a:prstDash val="solid"/>
                      <a:round/>
                      <a:headEnd type="none" w="med" len="med"/>
                      <a:tailEnd type="none" w="med" len="med"/>
                    </a:lnB>
                    <a:lnTlToBr>
                      <a:noFill/>
                    </a:lnTlToBr>
                    <a:lnBlToTr>
                      <a:noFill/>
                    </a:lnBlToTr>
                    <a:solidFill>
                      <a:srgbClr val="FFFFFF"/>
                    </a:solidFill>
                  </a:tcPr>
                </a:tc>
                <a:tc gridSpan="2">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defTabSz="914400" rtl="0" eaLnBrk="1" fontAlgn="base" latinLnBrk="0" hangingPunct="1">
                        <a:lnSpc>
                          <a:spcPct val="80000"/>
                        </a:lnSpc>
                        <a:spcBef>
                          <a:spcPct val="20000"/>
                        </a:spcBef>
                        <a:spcAft>
                          <a:spcPct val="0"/>
                        </a:spcAft>
                        <a:buClr>
                          <a:schemeClr val="tx1"/>
                        </a:buClr>
                        <a:buSzPct val="70000"/>
                        <a:buFont typeface="Wingdings" pitchFamily="2" charset="2"/>
                        <a:buNone/>
                        <a:tabLst/>
                      </a:pPr>
                      <a:r>
                        <a:rPr kumimoji="0" lang="es-ES" sz="1300" b="1" i="0" u="none" strike="noStrike" cap="none" normalizeH="0" baseline="0" dirty="0">
                          <a:ln>
                            <a:noFill/>
                          </a:ln>
                          <a:solidFill>
                            <a:srgbClr val="0070C0"/>
                          </a:solidFill>
                          <a:effectLst/>
                          <a:latin typeface="Arial" charset="0"/>
                        </a:rPr>
                        <a:t>D</a:t>
                      </a:r>
                    </a:p>
                    <a:p>
                      <a:pPr marL="0" marR="0" lvl="0" indent="0" algn="ctr" defTabSz="914400" rtl="0" eaLnBrk="1" fontAlgn="base" latinLnBrk="0" hangingPunct="1">
                        <a:lnSpc>
                          <a:spcPct val="80000"/>
                        </a:lnSpc>
                        <a:spcBef>
                          <a:spcPct val="20000"/>
                        </a:spcBef>
                        <a:spcAft>
                          <a:spcPct val="0"/>
                        </a:spcAft>
                        <a:buClr>
                          <a:schemeClr val="tx1"/>
                        </a:buClr>
                        <a:buSzPct val="70000"/>
                        <a:buFont typeface="Wingdings" pitchFamily="2" charset="2"/>
                        <a:buNone/>
                        <a:tabLst/>
                      </a:pPr>
                      <a:r>
                        <a:rPr kumimoji="0" lang="es-ES" sz="1300" b="0" i="0" u="none" strike="noStrike" cap="none" normalizeH="0" baseline="0" dirty="0">
                          <a:ln>
                            <a:noFill/>
                          </a:ln>
                          <a:solidFill>
                            <a:srgbClr val="0070C0"/>
                          </a:solidFill>
                          <a:effectLst/>
                          <a:latin typeface="Arial" charset="0"/>
                        </a:rPr>
                        <a:t>5</a:t>
                      </a:r>
                      <a:endParaRPr kumimoji="0" lang="es-PE" sz="1300" b="0" i="0" u="none" strike="noStrike" cap="none" normalizeH="0" baseline="0" dirty="0">
                        <a:ln>
                          <a:noFill/>
                        </a:ln>
                        <a:solidFill>
                          <a:srgbClr val="0070C0"/>
                        </a:solidFill>
                        <a:effectLst/>
                        <a:latin typeface="Arial" charset="0"/>
                      </a:endParaRPr>
                    </a:p>
                  </a:txBody>
                  <a:tcPr marL="90000" marR="90000" marT="46833" marB="46833" horzOverflow="overflow">
                    <a:lnL w="12700" cap="flat" cmpd="sng" algn="ctr">
                      <a:solidFill>
                        <a:srgbClr val="336666"/>
                      </a:solidFill>
                      <a:prstDash val="solid"/>
                      <a:round/>
                      <a:headEnd type="none" w="med" len="med"/>
                      <a:tailEnd type="none" w="med" len="med"/>
                    </a:lnL>
                    <a:lnR w="12700" cap="flat" cmpd="sng" algn="ctr">
                      <a:solidFill>
                        <a:srgbClr val="336666"/>
                      </a:solidFill>
                      <a:prstDash val="solid"/>
                      <a:round/>
                      <a:headEnd type="none" w="med" len="med"/>
                      <a:tailEnd type="none" w="med" len="med"/>
                    </a:lnR>
                    <a:lnT w="12700" cap="flat" cmpd="sng" algn="ctr">
                      <a:solidFill>
                        <a:srgbClr val="336666"/>
                      </a:solidFill>
                      <a:prstDash val="solid"/>
                      <a:round/>
                      <a:headEnd type="none" w="med" len="med"/>
                      <a:tailEnd type="none" w="med" len="med"/>
                    </a:lnT>
                    <a:lnB w="12700" cap="flat" cmpd="sng" algn="ctr">
                      <a:solidFill>
                        <a:srgbClr val="336666"/>
                      </a:solidFill>
                      <a:prstDash val="solid"/>
                      <a:round/>
                      <a:headEnd type="none" w="med" len="med"/>
                      <a:tailEnd type="none" w="med" len="med"/>
                    </a:lnB>
                    <a:lnTlToBr>
                      <a:noFill/>
                    </a:lnTlToBr>
                    <a:lnBlToTr>
                      <a:noFill/>
                    </a:lnBlToTr>
                    <a:solidFill>
                      <a:srgbClr val="FFFFFF"/>
                    </a:solidFill>
                  </a:tcPr>
                </a:tc>
                <a:tc hMerge="1">
                  <a:txBody>
                    <a:bodyPr/>
                    <a:lstStyle/>
                    <a:p>
                      <a:endParaRPr lang="es-PE"/>
                    </a:p>
                  </a:txBody>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defTabSz="914400" rtl="0" eaLnBrk="1" fontAlgn="base" latinLnBrk="0" hangingPunct="1">
                        <a:lnSpc>
                          <a:spcPct val="80000"/>
                        </a:lnSpc>
                        <a:spcBef>
                          <a:spcPct val="20000"/>
                        </a:spcBef>
                        <a:spcAft>
                          <a:spcPct val="0"/>
                        </a:spcAft>
                        <a:buClr>
                          <a:schemeClr val="tx1"/>
                        </a:buClr>
                        <a:buSzPct val="70000"/>
                        <a:buFont typeface="Wingdings" pitchFamily="2" charset="2"/>
                        <a:buNone/>
                        <a:tabLst/>
                      </a:pPr>
                      <a:r>
                        <a:rPr kumimoji="0" lang="es-ES" sz="1300" b="1" i="0" u="none" strike="noStrike" cap="none" normalizeH="0" baseline="0" dirty="0">
                          <a:ln>
                            <a:noFill/>
                          </a:ln>
                          <a:solidFill>
                            <a:srgbClr val="0070C0"/>
                          </a:solidFill>
                          <a:effectLst/>
                          <a:latin typeface="Arial" charset="0"/>
                        </a:rPr>
                        <a:t>LF</a:t>
                      </a:r>
                    </a:p>
                    <a:p>
                      <a:pPr marL="0" marR="0" lvl="0" indent="0" algn="ctr" defTabSz="914400" rtl="0" eaLnBrk="1" fontAlgn="base" latinLnBrk="0" hangingPunct="1">
                        <a:lnSpc>
                          <a:spcPct val="80000"/>
                        </a:lnSpc>
                        <a:spcBef>
                          <a:spcPct val="20000"/>
                        </a:spcBef>
                        <a:spcAft>
                          <a:spcPct val="0"/>
                        </a:spcAft>
                        <a:buClr>
                          <a:schemeClr val="tx1"/>
                        </a:buClr>
                        <a:buSzPct val="70000"/>
                        <a:buFont typeface="Wingdings" pitchFamily="2" charset="2"/>
                        <a:buNone/>
                        <a:tabLst/>
                      </a:pPr>
                      <a:r>
                        <a:rPr kumimoji="0" lang="es-ES" sz="1300" b="0" i="0" u="none" strike="noStrike" cap="none" normalizeH="0" baseline="0" dirty="0">
                          <a:ln>
                            <a:noFill/>
                          </a:ln>
                          <a:solidFill>
                            <a:srgbClr val="0070C0"/>
                          </a:solidFill>
                          <a:effectLst/>
                          <a:latin typeface="Arial" charset="0"/>
                        </a:rPr>
                        <a:t>11</a:t>
                      </a:r>
                      <a:endParaRPr kumimoji="0" lang="es-PE" sz="1300" b="0" i="0" u="none" strike="noStrike" cap="none" normalizeH="0" baseline="0" dirty="0">
                        <a:ln>
                          <a:noFill/>
                        </a:ln>
                        <a:solidFill>
                          <a:srgbClr val="0070C0"/>
                        </a:solidFill>
                        <a:effectLst/>
                        <a:latin typeface="Arial" charset="0"/>
                      </a:endParaRPr>
                    </a:p>
                  </a:txBody>
                  <a:tcPr marL="90000" marR="90000" marT="46833" marB="46833" horzOverflow="overflow">
                    <a:lnL w="12700" cap="flat" cmpd="sng" algn="ctr">
                      <a:solidFill>
                        <a:srgbClr val="336666"/>
                      </a:solidFill>
                      <a:prstDash val="solid"/>
                      <a:round/>
                      <a:headEnd type="none" w="med" len="med"/>
                      <a:tailEnd type="none" w="med" len="med"/>
                    </a:lnL>
                    <a:lnR w="12700" cap="flat" cmpd="sng" algn="ctr">
                      <a:solidFill>
                        <a:srgbClr val="336666"/>
                      </a:solidFill>
                      <a:prstDash val="solid"/>
                      <a:round/>
                      <a:headEnd type="none" w="med" len="med"/>
                      <a:tailEnd type="none" w="med" len="med"/>
                    </a:lnR>
                    <a:lnT w="12700" cap="flat" cmpd="sng" algn="ctr">
                      <a:solidFill>
                        <a:srgbClr val="336666"/>
                      </a:solidFill>
                      <a:prstDash val="solid"/>
                      <a:round/>
                      <a:headEnd type="none" w="med" len="med"/>
                      <a:tailEnd type="none" w="med" len="med"/>
                    </a:lnT>
                    <a:lnB w="12700" cap="flat" cmpd="sng" algn="ctr">
                      <a:solidFill>
                        <a:srgbClr val="336666"/>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1"/>
                  </a:ext>
                </a:extLst>
              </a:tr>
            </a:tbl>
          </a:graphicData>
        </a:graphic>
      </p:graphicFrame>
      <p:graphicFrame>
        <p:nvGraphicFramePr>
          <p:cNvPr id="31" name="Group 75"/>
          <p:cNvGraphicFramePr>
            <a:graphicFrameLocks noGrp="1"/>
          </p:cNvGraphicFramePr>
          <p:nvPr/>
        </p:nvGraphicFramePr>
        <p:xfrm>
          <a:off x="7909687" y="5148026"/>
          <a:ext cx="1296988" cy="901700"/>
        </p:xfrm>
        <a:graphic>
          <a:graphicData uri="http://schemas.openxmlformats.org/drawingml/2006/table">
            <a:tbl>
              <a:tblPr/>
              <a:tblGrid>
                <a:gridCol w="431800">
                  <a:extLst>
                    <a:ext uri="{9D8B030D-6E8A-4147-A177-3AD203B41FA5}">
                      <a16:colId xmlns:a16="http://schemas.microsoft.com/office/drawing/2014/main" val="20000"/>
                    </a:ext>
                  </a:extLst>
                </a:gridCol>
                <a:gridCol w="215900">
                  <a:extLst>
                    <a:ext uri="{9D8B030D-6E8A-4147-A177-3AD203B41FA5}">
                      <a16:colId xmlns:a16="http://schemas.microsoft.com/office/drawing/2014/main" val="20001"/>
                    </a:ext>
                  </a:extLst>
                </a:gridCol>
                <a:gridCol w="249238">
                  <a:extLst>
                    <a:ext uri="{9D8B030D-6E8A-4147-A177-3AD203B41FA5}">
                      <a16:colId xmlns:a16="http://schemas.microsoft.com/office/drawing/2014/main" val="20002"/>
                    </a:ext>
                  </a:extLst>
                </a:gridCol>
                <a:gridCol w="400050">
                  <a:extLst>
                    <a:ext uri="{9D8B030D-6E8A-4147-A177-3AD203B41FA5}">
                      <a16:colId xmlns:a16="http://schemas.microsoft.com/office/drawing/2014/main" val="20003"/>
                    </a:ext>
                  </a:extLst>
                </a:gridCol>
              </a:tblGrid>
              <a:tr h="451167">
                <a:tc gridSpan="2">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defTabSz="914400" rtl="0" eaLnBrk="1" fontAlgn="base" latinLnBrk="0" hangingPunct="1">
                        <a:lnSpc>
                          <a:spcPct val="80000"/>
                        </a:lnSpc>
                        <a:spcBef>
                          <a:spcPct val="20000"/>
                        </a:spcBef>
                        <a:spcAft>
                          <a:spcPct val="0"/>
                        </a:spcAft>
                        <a:buClr>
                          <a:schemeClr val="tx1"/>
                        </a:buClr>
                        <a:buSzPct val="70000"/>
                        <a:buFont typeface="Wingdings" pitchFamily="2" charset="2"/>
                        <a:buNone/>
                        <a:tabLst/>
                      </a:pPr>
                      <a:r>
                        <a:rPr kumimoji="0" lang="es-ES" sz="1300" b="1" i="0" u="none" strike="noStrike" cap="none" normalizeH="0" baseline="0" dirty="0">
                          <a:ln>
                            <a:noFill/>
                          </a:ln>
                          <a:solidFill>
                            <a:srgbClr val="0070C0"/>
                          </a:solidFill>
                          <a:effectLst/>
                          <a:latin typeface="Arial" charset="0"/>
                        </a:rPr>
                        <a:t>ES</a:t>
                      </a:r>
                    </a:p>
                    <a:p>
                      <a:pPr marL="0" marR="0" lvl="0" indent="0" algn="ctr" defTabSz="914400" rtl="0" eaLnBrk="1" fontAlgn="base" latinLnBrk="0" hangingPunct="1">
                        <a:lnSpc>
                          <a:spcPct val="80000"/>
                        </a:lnSpc>
                        <a:spcBef>
                          <a:spcPct val="20000"/>
                        </a:spcBef>
                        <a:spcAft>
                          <a:spcPct val="0"/>
                        </a:spcAft>
                        <a:buClr>
                          <a:schemeClr val="tx1"/>
                        </a:buClr>
                        <a:buSzPct val="70000"/>
                        <a:buFont typeface="Wingdings" pitchFamily="2" charset="2"/>
                        <a:buNone/>
                        <a:tabLst/>
                      </a:pPr>
                      <a:r>
                        <a:rPr kumimoji="0" lang="es-ES" sz="1300" b="0" i="0" u="none" strike="noStrike" cap="none" normalizeH="0" baseline="0" dirty="0">
                          <a:ln>
                            <a:noFill/>
                          </a:ln>
                          <a:solidFill>
                            <a:srgbClr val="0070C0"/>
                          </a:solidFill>
                          <a:effectLst/>
                          <a:latin typeface="Arial" charset="0"/>
                        </a:rPr>
                        <a:t>11</a:t>
                      </a:r>
                      <a:endParaRPr kumimoji="0" lang="es-PE" sz="1300" b="0" i="0" u="none" strike="noStrike" cap="none" normalizeH="0" baseline="0" dirty="0">
                        <a:ln>
                          <a:noFill/>
                        </a:ln>
                        <a:solidFill>
                          <a:srgbClr val="0070C0"/>
                        </a:solidFill>
                        <a:effectLst/>
                        <a:latin typeface="Arial" charset="0"/>
                      </a:endParaRPr>
                    </a:p>
                  </a:txBody>
                  <a:tcPr marL="90000" marR="90000" marT="46833" marB="46833" horzOverflow="overflow">
                    <a:lnL w="12700" cap="flat" cmpd="sng" algn="ctr">
                      <a:solidFill>
                        <a:srgbClr val="336666"/>
                      </a:solidFill>
                      <a:prstDash val="solid"/>
                      <a:round/>
                      <a:headEnd type="none" w="med" len="med"/>
                      <a:tailEnd type="none" w="med" len="med"/>
                    </a:lnL>
                    <a:lnR w="12700" cap="flat" cmpd="sng" algn="ctr">
                      <a:solidFill>
                        <a:srgbClr val="336666"/>
                      </a:solidFill>
                      <a:prstDash val="solid"/>
                      <a:round/>
                      <a:headEnd type="none" w="med" len="med"/>
                      <a:tailEnd type="none" w="med" len="med"/>
                    </a:lnR>
                    <a:lnT w="12700" cap="flat" cmpd="sng" algn="ctr">
                      <a:solidFill>
                        <a:srgbClr val="336666"/>
                      </a:solidFill>
                      <a:prstDash val="solid"/>
                      <a:round/>
                      <a:headEnd type="none" w="med" len="med"/>
                      <a:tailEnd type="none" w="med" len="med"/>
                    </a:lnT>
                    <a:lnB w="12700" cap="flat" cmpd="sng" algn="ctr">
                      <a:solidFill>
                        <a:srgbClr val="336666"/>
                      </a:solidFill>
                      <a:prstDash val="solid"/>
                      <a:round/>
                      <a:headEnd type="none" w="med" len="med"/>
                      <a:tailEnd type="none" w="med" len="med"/>
                    </a:lnB>
                    <a:lnTlToBr>
                      <a:noFill/>
                    </a:lnTlToBr>
                    <a:lnBlToTr>
                      <a:noFill/>
                    </a:lnBlToTr>
                    <a:solidFill>
                      <a:srgbClr val="FFFFFF"/>
                    </a:solidFill>
                  </a:tcPr>
                </a:tc>
                <a:tc hMerge="1">
                  <a:txBody>
                    <a:bodyPr/>
                    <a:lstStyle/>
                    <a:p>
                      <a:endParaRPr lang="es-PE"/>
                    </a:p>
                  </a:txBody>
                  <a:tcPr/>
                </a:tc>
                <a:tc gridSpan="2">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defTabSz="914400" rtl="0" eaLnBrk="1" fontAlgn="base" latinLnBrk="0" hangingPunct="1">
                        <a:lnSpc>
                          <a:spcPct val="80000"/>
                        </a:lnSpc>
                        <a:spcBef>
                          <a:spcPct val="20000"/>
                        </a:spcBef>
                        <a:spcAft>
                          <a:spcPct val="0"/>
                        </a:spcAft>
                        <a:buClr>
                          <a:schemeClr val="tx1"/>
                        </a:buClr>
                        <a:buSzPct val="70000"/>
                        <a:buFont typeface="Wingdings" pitchFamily="2" charset="2"/>
                        <a:buNone/>
                        <a:tabLst/>
                      </a:pPr>
                      <a:r>
                        <a:rPr kumimoji="0" lang="es-ES" sz="1300" b="1" i="0" u="none" strike="noStrike" cap="none" normalizeH="0" baseline="0" dirty="0">
                          <a:ln>
                            <a:noFill/>
                          </a:ln>
                          <a:solidFill>
                            <a:srgbClr val="0070C0"/>
                          </a:solidFill>
                          <a:effectLst/>
                          <a:latin typeface="Arial" charset="0"/>
                        </a:rPr>
                        <a:t>EF</a:t>
                      </a:r>
                    </a:p>
                    <a:p>
                      <a:pPr marL="0" marR="0" lvl="0" indent="0" algn="ctr" defTabSz="914400" rtl="0" eaLnBrk="1" fontAlgn="base" latinLnBrk="0" hangingPunct="1">
                        <a:lnSpc>
                          <a:spcPct val="80000"/>
                        </a:lnSpc>
                        <a:spcBef>
                          <a:spcPct val="20000"/>
                        </a:spcBef>
                        <a:spcAft>
                          <a:spcPct val="0"/>
                        </a:spcAft>
                        <a:buClr>
                          <a:schemeClr val="tx1"/>
                        </a:buClr>
                        <a:buSzPct val="70000"/>
                        <a:buFont typeface="Wingdings" pitchFamily="2" charset="2"/>
                        <a:buNone/>
                        <a:tabLst/>
                      </a:pPr>
                      <a:r>
                        <a:rPr kumimoji="0" lang="es-ES" sz="1300" b="0" i="0" u="none" strike="noStrike" cap="none" normalizeH="0" baseline="0" dirty="0">
                          <a:ln>
                            <a:noFill/>
                          </a:ln>
                          <a:solidFill>
                            <a:srgbClr val="0070C0"/>
                          </a:solidFill>
                          <a:effectLst/>
                          <a:latin typeface="Arial" charset="0"/>
                        </a:rPr>
                        <a:t>14</a:t>
                      </a:r>
                      <a:endParaRPr kumimoji="0" lang="es-PE" sz="1300" b="0" i="0" u="none" strike="noStrike" cap="none" normalizeH="0" baseline="0" dirty="0">
                        <a:ln>
                          <a:noFill/>
                        </a:ln>
                        <a:solidFill>
                          <a:srgbClr val="0070C0"/>
                        </a:solidFill>
                        <a:effectLst/>
                        <a:latin typeface="Arial" charset="0"/>
                      </a:endParaRPr>
                    </a:p>
                  </a:txBody>
                  <a:tcPr marL="90000" marR="90000" marT="46833" marB="46833" horzOverflow="overflow">
                    <a:lnL w="12700" cap="flat" cmpd="sng" algn="ctr">
                      <a:solidFill>
                        <a:srgbClr val="336666"/>
                      </a:solidFill>
                      <a:prstDash val="solid"/>
                      <a:round/>
                      <a:headEnd type="none" w="med" len="med"/>
                      <a:tailEnd type="none" w="med" len="med"/>
                    </a:lnL>
                    <a:lnR w="12700" cap="flat" cmpd="sng" algn="ctr">
                      <a:solidFill>
                        <a:srgbClr val="336666"/>
                      </a:solidFill>
                      <a:prstDash val="solid"/>
                      <a:round/>
                      <a:headEnd type="none" w="med" len="med"/>
                      <a:tailEnd type="none" w="med" len="med"/>
                    </a:lnR>
                    <a:lnT w="12700" cap="flat" cmpd="sng" algn="ctr">
                      <a:solidFill>
                        <a:srgbClr val="336666"/>
                      </a:solidFill>
                      <a:prstDash val="solid"/>
                      <a:round/>
                      <a:headEnd type="none" w="med" len="med"/>
                      <a:tailEnd type="none" w="med" len="med"/>
                    </a:lnT>
                    <a:lnB w="12700" cap="flat" cmpd="sng" algn="ctr">
                      <a:solidFill>
                        <a:srgbClr val="336666"/>
                      </a:solidFill>
                      <a:prstDash val="solid"/>
                      <a:round/>
                      <a:headEnd type="none" w="med" len="med"/>
                      <a:tailEnd type="none" w="med" len="med"/>
                    </a:lnB>
                    <a:lnTlToBr>
                      <a:noFill/>
                    </a:lnTlToBr>
                    <a:lnBlToTr>
                      <a:noFill/>
                    </a:lnBlToTr>
                    <a:solidFill>
                      <a:srgbClr val="FFFFFF"/>
                    </a:solidFill>
                  </a:tcPr>
                </a:tc>
                <a:tc hMerge="1">
                  <a:txBody>
                    <a:bodyPr/>
                    <a:lstStyle/>
                    <a:p>
                      <a:endParaRPr lang="es-PE"/>
                    </a:p>
                  </a:txBody>
                  <a:tcPr/>
                </a:tc>
                <a:extLst>
                  <a:ext uri="{0D108BD9-81ED-4DB2-BD59-A6C34878D82A}">
                    <a16:rowId xmlns:a16="http://schemas.microsoft.com/office/drawing/2014/main" val="10000"/>
                  </a:ext>
                </a:extLst>
              </a:tr>
              <a:tr h="450533">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defTabSz="914400" rtl="0" eaLnBrk="1" fontAlgn="base" latinLnBrk="0" hangingPunct="1">
                        <a:lnSpc>
                          <a:spcPct val="80000"/>
                        </a:lnSpc>
                        <a:spcBef>
                          <a:spcPct val="20000"/>
                        </a:spcBef>
                        <a:spcAft>
                          <a:spcPct val="0"/>
                        </a:spcAft>
                        <a:buClr>
                          <a:schemeClr val="tx1"/>
                        </a:buClr>
                        <a:buSzPct val="70000"/>
                        <a:buFont typeface="Wingdings" pitchFamily="2" charset="2"/>
                        <a:buNone/>
                        <a:tabLst/>
                      </a:pPr>
                      <a:r>
                        <a:rPr kumimoji="0" lang="es-ES" sz="1300" b="1" i="0" u="none" strike="noStrike" cap="none" normalizeH="0" baseline="0">
                          <a:ln>
                            <a:noFill/>
                          </a:ln>
                          <a:solidFill>
                            <a:srgbClr val="0070C0"/>
                          </a:solidFill>
                          <a:effectLst/>
                          <a:latin typeface="Arial" charset="0"/>
                        </a:rPr>
                        <a:t>LS</a:t>
                      </a:r>
                    </a:p>
                    <a:p>
                      <a:pPr marL="0" marR="0" lvl="0" indent="0" algn="ctr" defTabSz="914400" rtl="0" eaLnBrk="1" fontAlgn="base" latinLnBrk="0" hangingPunct="1">
                        <a:lnSpc>
                          <a:spcPct val="80000"/>
                        </a:lnSpc>
                        <a:spcBef>
                          <a:spcPct val="20000"/>
                        </a:spcBef>
                        <a:spcAft>
                          <a:spcPct val="0"/>
                        </a:spcAft>
                        <a:buClr>
                          <a:schemeClr val="tx1"/>
                        </a:buClr>
                        <a:buSzPct val="70000"/>
                        <a:buFont typeface="Wingdings" pitchFamily="2" charset="2"/>
                        <a:buNone/>
                        <a:tabLst/>
                      </a:pPr>
                      <a:r>
                        <a:rPr kumimoji="0" lang="es-ES" sz="1300" b="0" i="0" u="none" strike="noStrike" cap="none" normalizeH="0" baseline="0">
                          <a:ln>
                            <a:noFill/>
                          </a:ln>
                          <a:solidFill>
                            <a:srgbClr val="0070C0"/>
                          </a:solidFill>
                          <a:effectLst/>
                          <a:latin typeface="Arial" charset="0"/>
                        </a:rPr>
                        <a:t>11</a:t>
                      </a:r>
                      <a:endParaRPr kumimoji="0" lang="es-PE" sz="1300" b="0" i="0" u="none" strike="noStrike" cap="none" normalizeH="0" baseline="0">
                        <a:ln>
                          <a:noFill/>
                        </a:ln>
                        <a:solidFill>
                          <a:srgbClr val="0070C0"/>
                        </a:solidFill>
                        <a:effectLst/>
                        <a:latin typeface="Arial" charset="0"/>
                      </a:endParaRPr>
                    </a:p>
                  </a:txBody>
                  <a:tcPr marL="90000" marR="90000" marT="46833" marB="46833" horzOverflow="overflow">
                    <a:lnL w="12700" cap="flat" cmpd="sng" algn="ctr">
                      <a:solidFill>
                        <a:srgbClr val="336666"/>
                      </a:solidFill>
                      <a:prstDash val="solid"/>
                      <a:round/>
                      <a:headEnd type="none" w="med" len="med"/>
                      <a:tailEnd type="none" w="med" len="med"/>
                    </a:lnL>
                    <a:lnR w="12700" cap="flat" cmpd="sng" algn="ctr">
                      <a:solidFill>
                        <a:srgbClr val="336666"/>
                      </a:solidFill>
                      <a:prstDash val="solid"/>
                      <a:round/>
                      <a:headEnd type="none" w="med" len="med"/>
                      <a:tailEnd type="none" w="med" len="med"/>
                    </a:lnR>
                    <a:lnT w="12700" cap="flat" cmpd="sng" algn="ctr">
                      <a:solidFill>
                        <a:srgbClr val="336666"/>
                      </a:solidFill>
                      <a:prstDash val="solid"/>
                      <a:round/>
                      <a:headEnd type="none" w="med" len="med"/>
                      <a:tailEnd type="none" w="med" len="med"/>
                    </a:lnT>
                    <a:lnB w="12700" cap="flat" cmpd="sng" algn="ctr">
                      <a:solidFill>
                        <a:srgbClr val="336666"/>
                      </a:solidFill>
                      <a:prstDash val="solid"/>
                      <a:round/>
                      <a:headEnd type="none" w="med" len="med"/>
                      <a:tailEnd type="none" w="med" len="med"/>
                    </a:lnB>
                    <a:lnTlToBr>
                      <a:noFill/>
                    </a:lnTlToBr>
                    <a:lnBlToTr>
                      <a:noFill/>
                    </a:lnBlToTr>
                    <a:solidFill>
                      <a:srgbClr val="FFFFFF"/>
                    </a:solidFill>
                  </a:tcPr>
                </a:tc>
                <a:tc gridSpan="2">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defTabSz="914400" rtl="0" eaLnBrk="1" fontAlgn="base" latinLnBrk="0" hangingPunct="1">
                        <a:lnSpc>
                          <a:spcPct val="80000"/>
                        </a:lnSpc>
                        <a:spcBef>
                          <a:spcPct val="20000"/>
                        </a:spcBef>
                        <a:spcAft>
                          <a:spcPct val="0"/>
                        </a:spcAft>
                        <a:buClr>
                          <a:schemeClr val="tx1"/>
                        </a:buClr>
                        <a:buSzPct val="70000"/>
                        <a:buFont typeface="Wingdings" pitchFamily="2" charset="2"/>
                        <a:buNone/>
                        <a:tabLst/>
                      </a:pPr>
                      <a:r>
                        <a:rPr kumimoji="0" lang="es-ES" sz="1300" b="1" i="0" u="none" strike="noStrike" cap="none" normalizeH="0" baseline="0" dirty="0">
                          <a:ln>
                            <a:noFill/>
                          </a:ln>
                          <a:solidFill>
                            <a:srgbClr val="0070C0"/>
                          </a:solidFill>
                          <a:effectLst/>
                          <a:latin typeface="Arial" charset="0"/>
                        </a:rPr>
                        <a:t>D</a:t>
                      </a:r>
                    </a:p>
                    <a:p>
                      <a:pPr marL="0" marR="0" lvl="0" indent="0" algn="ctr" defTabSz="914400" rtl="0" eaLnBrk="1" fontAlgn="base" latinLnBrk="0" hangingPunct="1">
                        <a:lnSpc>
                          <a:spcPct val="80000"/>
                        </a:lnSpc>
                        <a:spcBef>
                          <a:spcPct val="20000"/>
                        </a:spcBef>
                        <a:spcAft>
                          <a:spcPct val="0"/>
                        </a:spcAft>
                        <a:buClr>
                          <a:schemeClr val="tx1"/>
                        </a:buClr>
                        <a:buSzPct val="70000"/>
                        <a:buFont typeface="Wingdings" pitchFamily="2" charset="2"/>
                        <a:buNone/>
                        <a:tabLst/>
                      </a:pPr>
                      <a:r>
                        <a:rPr kumimoji="0" lang="es-ES" sz="1300" b="0" i="0" u="none" strike="noStrike" cap="none" normalizeH="0" baseline="0" dirty="0">
                          <a:ln>
                            <a:noFill/>
                          </a:ln>
                          <a:solidFill>
                            <a:srgbClr val="0070C0"/>
                          </a:solidFill>
                          <a:effectLst/>
                          <a:latin typeface="Arial" charset="0"/>
                        </a:rPr>
                        <a:t>3</a:t>
                      </a:r>
                      <a:endParaRPr kumimoji="0" lang="es-PE" sz="1300" b="0" i="0" u="none" strike="noStrike" cap="none" normalizeH="0" baseline="0" dirty="0">
                        <a:ln>
                          <a:noFill/>
                        </a:ln>
                        <a:solidFill>
                          <a:srgbClr val="0070C0"/>
                        </a:solidFill>
                        <a:effectLst/>
                        <a:latin typeface="Arial" charset="0"/>
                      </a:endParaRPr>
                    </a:p>
                  </a:txBody>
                  <a:tcPr marL="90000" marR="90000" marT="46833" marB="46833" horzOverflow="overflow">
                    <a:lnL w="12700" cap="flat" cmpd="sng" algn="ctr">
                      <a:solidFill>
                        <a:srgbClr val="336666"/>
                      </a:solidFill>
                      <a:prstDash val="solid"/>
                      <a:round/>
                      <a:headEnd type="none" w="med" len="med"/>
                      <a:tailEnd type="none" w="med" len="med"/>
                    </a:lnL>
                    <a:lnR w="12700" cap="flat" cmpd="sng" algn="ctr">
                      <a:solidFill>
                        <a:srgbClr val="336666"/>
                      </a:solidFill>
                      <a:prstDash val="solid"/>
                      <a:round/>
                      <a:headEnd type="none" w="med" len="med"/>
                      <a:tailEnd type="none" w="med" len="med"/>
                    </a:lnR>
                    <a:lnT w="12700" cap="flat" cmpd="sng" algn="ctr">
                      <a:solidFill>
                        <a:srgbClr val="336666"/>
                      </a:solidFill>
                      <a:prstDash val="solid"/>
                      <a:round/>
                      <a:headEnd type="none" w="med" len="med"/>
                      <a:tailEnd type="none" w="med" len="med"/>
                    </a:lnT>
                    <a:lnB w="12700" cap="flat" cmpd="sng" algn="ctr">
                      <a:solidFill>
                        <a:srgbClr val="336666"/>
                      </a:solidFill>
                      <a:prstDash val="solid"/>
                      <a:round/>
                      <a:headEnd type="none" w="med" len="med"/>
                      <a:tailEnd type="none" w="med" len="med"/>
                    </a:lnB>
                    <a:lnTlToBr>
                      <a:noFill/>
                    </a:lnTlToBr>
                    <a:lnBlToTr>
                      <a:noFill/>
                    </a:lnBlToTr>
                    <a:solidFill>
                      <a:srgbClr val="FFFFFF"/>
                    </a:solidFill>
                  </a:tcPr>
                </a:tc>
                <a:tc hMerge="1">
                  <a:txBody>
                    <a:bodyPr/>
                    <a:lstStyle/>
                    <a:p>
                      <a:endParaRPr lang="es-PE"/>
                    </a:p>
                  </a:txBody>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defTabSz="914400" rtl="0" eaLnBrk="1" fontAlgn="base" latinLnBrk="0" hangingPunct="1">
                        <a:lnSpc>
                          <a:spcPct val="80000"/>
                        </a:lnSpc>
                        <a:spcBef>
                          <a:spcPct val="20000"/>
                        </a:spcBef>
                        <a:spcAft>
                          <a:spcPct val="0"/>
                        </a:spcAft>
                        <a:buClr>
                          <a:schemeClr val="tx1"/>
                        </a:buClr>
                        <a:buSzPct val="70000"/>
                        <a:buFont typeface="Wingdings" pitchFamily="2" charset="2"/>
                        <a:buNone/>
                        <a:tabLst/>
                      </a:pPr>
                      <a:r>
                        <a:rPr kumimoji="0" lang="es-ES" sz="1300" b="1" i="0" u="none" strike="noStrike" cap="none" normalizeH="0" baseline="0" dirty="0">
                          <a:ln>
                            <a:noFill/>
                          </a:ln>
                          <a:solidFill>
                            <a:srgbClr val="0070C0"/>
                          </a:solidFill>
                          <a:effectLst/>
                          <a:latin typeface="Arial" charset="0"/>
                        </a:rPr>
                        <a:t>LF</a:t>
                      </a:r>
                    </a:p>
                    <a:p>
                      <a:pPr marL="0" marR="0" lvl="0" indent="0" algn="ctr" defTabSz="914400" rtl="0" eaLnBrk="1" fontAlgn="base" latinLnBrk="0" hangingPunct="1">
                        <a:lnSpc>
                          <a:spcPct val="80000"/>
                        </a:lnSpc>
                        <a:spcBef>
                          <a:spcPct val="20000"/>
                        </a:spcBef>
                        <a:spcAft>
                          <a:spcPct val="0"/>
                        </a:spcAft>
                        <a:buClr>
                          <a:schemeClr val="tx1"/>
                        </a:buClr>
                        <a:buSzPct val="70000"/>
                        <a:buFont typeface="Wingdings" pitchFamily="2" charset="2"/>
                        <a:buNone/>
                        <a:tabLst/>
                      </a:pPr>
                      <a:r>
                        <a:rPr kumimoji="0" lang="es-ES" sz="1300" b="0" i="0" u="none" strike="noStrike" cap="none" normalizeH="0" baseline="0" dirty="0">
                          <a:ln>
                            <a:noFill/>
                          </a:ln>
                          <a:solidFill>
                            <a:srgbClr val="0070C0"/>
                          </a:solidFill>
                          <a:effectLst/>
                          <a:latin typeface="Arial" charset="0"/>
                        </a:rPr>
                        <a:t>14</a:t>
                      </a:r>
                      <a:endParaRPr kumimoji="0" lang="es-PE" sz="1300" b="0" i="0" u="none" strike="noStrike" cap="none" normalizeH="0" baseline="0" dirty="0">
                        <a:ln>
                          <a:noFill/>
                        </a:ln>
                        <a:solidFill>
                          <a:srgbClr val="0070C0"/>
                        </a:solidFill>
                        <a:effectLst/>
                        <a:latin typeface="Arial" charset="0"/>
                      </a:endParaRPr>
                    </a:p>
                  </a:txBody>
                  <a:tcPr marL="90000" marR="90000" marT="46833" marB="46833" horzOverflow="overflow">
                    <a:lnL w="12700" cap="flat" cmpd="sng" algn="ctr">
                      <a:solidFill>
                        <a:srgbClr val="336666"/>
                      </a:solidFill>
                      <a:prstDash val="solid"/>
                      <a:round/>
                      <a:headEnd type="none" w="med" len="med"/>
                      <a:tailEnd type="none" w="med" len="med"/>
                    </a:lnL>
                    <a:lnR w="12700" cap="flat" cmpd="sng" algn="ctr">
                      <a:solidFill>
                        <a:srgbClr val="336666"/>
                      </a:solidFill>
                      <a:prstDash val="solid"/>
                      <a:round/>
                      <a:headEnd type="none" w="med" len="med"/>
                      <a:tailEnd type="none" w="med" len="med"/>
                    </a:lnR>
                    <a:lnT w="12700" cap="flat" cmpd="sng" algn="ctr">
                      <a:solidFill>
                        <a:srgbClr val="336666"/>
                      </a:solidFill>
                      <a:prstDash val="solid"/>
                      <a:round/>
                      <a:headEnd type="none" w="med" len="med"/>
                      <a:tailEnd type="none" w="med" len="med"/>
                    </a:lnT>
                    <a:lnB w="12700" cap="flat" cmpd="sng" algn="ctr">
                      <a:solidFill>
                        <a:srgbClr val="336666"/>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1"/>
                  </a:ext>
                </a:extLst>
              </a:tr>
            </a:tbl>
          </a:graphicData>
        </a:graphic>
      </p:graphicFrame>
      <p:sp>
        <p:nvSpPr>
          <p:cNvPr id="32" name="Text Box 89"/>
          <p:cNvSpPr txBox="1">
            <a:spLocks noChangeArrowheads="1"/>
          </p:cNvSpPr>
          <p:nvPr/>
        </p:nvSpPr>
        <p:spPr bwMode="auto">
          <a:xfrm>
            <a:off x="2293112" y="6060839"/>
            <a:ext cx="1222375"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a:spAutoFit/>
          </a:bodyPr>
          <a:lstStyle>
            <a:lvl1pPr>
              <a:defRPr sz="1100" b="1">
                <a:solidFill>
                  <a:srgbClr val="767676"/>
                </a:solidFill>
                <a:latin typeface="Verdana" pitchFamily="34" charset="0"/>
              </a:defRPr>
            </a:lvl1pPr>
            <a:lvl2pPr marL="742950" indent="-285750">
              <a:defRPr sz="1100" b="1">
                <a:solidFill>
                  <a:srgbClr val="767676"/>
                </a:solidFill>
                <a:latin typeface="Verdana" pitchFamily="34" charset="0"/>
              </a:defRPr>
            </a:lvl2pPr>
            <a:lvl3pPr marL="1143000" indent="-228600">
              <a:defRPr sz="1100" b="1">
                <a:solidFill>
                  <a:srgbClr val="767676"/>
                </a:solidFill>
                <a:latin typeface="Verdana" pitchFamily="34" charset="0"/>
              </a:defRPr>
            </a:lvl3pPr>
            <a:lvl4pPr marL="1600200" indent="-228600">
              <a:defRPr sz="1100" b="1">
                <a:solidFill>
                  <a:srgbClr val="767676"/>
                </a:solidFill>
                <a:latin typeface="Verdana" pitchFamily="34" charset="0"/>
              </a:defRPr>
            </a:lvl4pPr>
            <a:lvl5pPr marL="2057400" indent="-228600">
              <a:defRPr sz="1100" b="1">
                <a:solidFill>
                  <a:srgbClr val="767676"/>
                </a:solidFill>
                <a:latin typeface="Verdana" pitchFamily="34" charset="0"/>
              </a:defRPr>
            </a:lvl5pPr>
            <a:lvl6pPr marL="2514600" indent="-228600" algn="ctr" eaLnBrk="0" fontAlgn="base" hangingPunct="0">
              <a:spcBef>
                <a:spcPct val="0"/>
              </a:spcBef>
              <a:spcAft>
                <a:spcPct val="0"/>
              </a:spcAft>
              <a:defRPr sz="1100" b="1">
                <a:solidFill>
                  <a:srgbClr val="767676"/>
                </a:solidFill>
                <a:latin typeface="Verdana" pitchFamily="34" charset="0"/>
              </a:defRPr>
            </a:lvl6pPr>
            <a:lvl7pPr marL="2971800" indent="-228600" algn="ctr" eaLnBrk="0" fontAlgn="base" hangingPunct="0">
              <a:spcBef>
                <a:spcPct val="0"/>
              </a:spcBef>
              <a:spcAft>
                <a:spcPct val="0"/>
              </a:spcAft>
              <a:defRPr sz="1100" b="1">
                <a:solidFill>
                  <a:srgbClr val="767676"/>
                </a:solidFill>
                <a:latin typeface="Verdana" pitchFamily="34" charset="0"/>
              </a:defRPr>
            </a:lvl7pPr>
            <a:lvl8pPr marL="3429000" indent="-228600" algn="ctr" eaLnBrk="0" fontAlgn="base" hangingPunct="0">
              <a:spcBef>
                <a:spcPct val="0"/>
              </a:spcBef>
              <a:spcAft>
                <a:spcPct val="0"/>
              </a:spcAft>
              <a:defRPr sz="1100" b="1">
                <a:solidFill>
                  <a:srgbClr val="767676"/>
                </a:solidFill>
                <a:latin typeface="Verdana" pitchFamily="34" charset="0"/>
              </a:defRPr>
            </a:lvl8pPr>
            <a:lvl9pPr marL="3886200" indent="-228600" algn="ctr" eaLnBrk="0" fontAlgn="base" hangingPunct="0">
              <a:spcBef>
                <a:spcPct val="0"/>
              </a:spcBef>
              <a:spcAft>
                <a:spcPct val="0"/>
              </a:spcAft>
              <a:defRPr sz="1100" b="1">
                <a:solidFill>
                  <a:srgbClr val="767676"/>
                </a:solidFill>
                <a:latin typeface="Verdana" pitchFamily="34" charset="0"/>
              </a:defRPr>
            </a:lvl9pPr>
          </a:lstStyle>
          <a:p>
            <a:pPr marL="0" marR="0" lvl="0" indent="0" algn="ctr" defTabSz="914400" eaLnBrk="0" fontAlgn="base" latinLnBrk="0" hangingPunct="0">
              <a:lnSpc>
                <a:spcPct val="100000"/>
              </a:lnSpc>
              <a:spcBef>
                <a:spcPct val="50000"/>
              </a:spcBef>
              <a:spcAft>
                <a:spcPct val="0"/>
              </a:spcAft>
              <a:buClrTx/>
              <a:buSzTx/>
              <a:buFontTx/>
              <a:buNone/>
              <a:tabLst/>
              <a:defRPr/>
            </a:pPr>
            <a:r>
              <a:rPr kumimoji="0" lang="es-ES" sz="1200" b="1" i="0" u="none" strike="noStrike" kern="0" cap="none" spc="0" normalizeH="0" baseline="0" noProof="0">
                <a:ln>
                  <a:noFill/>
                </a:ln>
                <a:solidFill>
                  <a:srgbClr val="000000"/>
                </a:solidFill>
                <a:effectLst/>
                <a:uLnTx/>
                <a:uFillTx/>
                <a:latin typeface="Verdana" pitchFamily="34" charset="0"/>
              </a:rPr>
              <a:t>Holgura = 0</a:t>
            </a:r>
            <a:endParaRPr kumimoji="0" lang="es-PE" sz="1200" b="1" i="0" u="none" strike="noStrike" kern="0" cap="none" spc="0" normalizeH="0" baseline="0" noProof="0">
              <a:ln>
                <a:noFill/>
              </a:ln>
              <a:solidFill>
                <a:srgbClr val="000000"/>
              </a:solidFill>
              <a:effectLst/>
              <a:uLnTx/>
              <a:uFillTx/>
              <a:latin typeface="Verdana" pitchFamily="34" charset="0"/>
            </a:endParaRPr>
          </a:p>
        </p:txBody>
      </p:sp>
      <p:sp>
        <p:nvSpPr>
          <p:cNvPr id="33" name="Text Box 90"/>
          <p:cNvSpPr txBox="1">
            <a:spLocks noChangeArrowheads="1"/>
          </p:cNvSpPr>
          <p:nvPr/>
        </p:nvSpPr>
        <p:spPr bwMode="auto">
          <a:xfrm>
            <a:off x="4309237" y="5052776"/>
            <a:ext cx="122237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a:spAutoFit/>
          </a:bodyPr>
          <a:lstStyle>
            <a:lvl1pPr>
              <a:defRPr sz="1100" b="1">
                <a:solidFill>
                  <a:srgbClr val="767676"/>
                </a:solidFill>
                <a:latin typeface="Verdana" pitchFamily="34" charset="0"/>
              </a:defRPr>
            </a:lvl1pPr>
            <a:lvl2pPr marL="742950" indent="-285750">
              <a:defRPr sz="1100" b="1">
                <a:solidFill>
                  <a:srgbClr val="767676"/>
                </a:solidFill>
                <a:latin typeface="Verdana" pitchFamily="34" charset="0"/>
              </a:defRPr>
            </a:lvl2pPr>
            <a:lvl3pPr marL="1143000" indent="-228600">
              <a:defRPr sz="1100" b="1">
                <a:solidFill>
                  <a:srgbClr val="767676"/>
                </a:solidFill>
                <a:latin typeface="Verdana" pitchFamily="34" charset="0"/>
              </a:defRPr>
            </a:lvl3pPr>
            <a:lvl4pPr marL="1600200" indent="-228600">
              <a:defRPr sz="1100" b="1">
                <a:solidFill>
                  <a:srgbClr val="767676"/>
                </a:solidFill>
                <a:latin typeface="Verdana" pitchFamily="34" charset="0"/>
              </a:defRPr>
            </a:lvl4pPr>
            <a:lvl5pPr marL="2057400" indent="-228600">
              <a:defRPr sz="1100" b="1">
                <a:solidFill>
                  <a:srgbClr val="767676"/>
                </a:solidFill>
                <a:latin typeface="Verdana" pitchFamily="34" charset="0"/>
              </a:defRPr>
            </a:lvl5pPr>
            <a:lvl6pPr marL="2514600" indent="-228600" algn="ctr" eaLnBrk="0" fontAlgn="base" hangingPunct="0">
              <a:spcBef>
                <a:spcPct val="0"/>
              </a:spcBef>
              <a:spcAft>
                <a:spcPct val="0"/>
              </a:spcAft>
              <a:defRPr sz="1100" b="1">
                <a:solidFill>
                  <a:srgbClr val="767676"/>
                </a:solidFill>
                <a:latin typeface="Verdana" pitchFamily="34" charset="0"/>
              </a:defRPr>
            </a:lvl6pPr>
            <a:lvl7pPr marL="2971800" indent="-228600" algn="ctr" eaLnBrk="0" fontAlgn="base" hangingPunct="0">
              <a:spcBef>
                <a:spcPct val="0"/>
              </a:spcBef>
              <a:spcAft>
                <a:spcPct val="0"/>
              </a:spcAft>
              <a:defRPr sz="1100" b="1">
                <a:solidFill>
                  <a:srgbClr val="767676"/>
                </a:solidFill>
                <a:latin typeface="Verdana" pitchFamily="34" charset="0"/>
              </a:defRPr>
            </a:lvl7pPr>
            <a:lvl8pPr marL="3429000" indent="-228600" algn="ctr" eaLnBrk="0" fontAlgn="base" hangingPunct="0">
              <a:spcBef>
                <a:spcPct val="0"/>
              </a:spcBef>
              <a:spcAft>
                <a:spcPct val="0"/>
              </a:spcAft>
              <a:defRPr sz="1100" b="1">
                <a:solidFill>
                  <a:srgbClr val="767676"/>
                </a:solidFill>
                <a:latin typeface="Verdana" pitchFamily="34" charset="0"/>
              </a:defRPr>
            </a:lvl8pPr>
            <a:lvl9pPr marL="3886200" indent="-228600" algn="ctr" eaLnBrk="0" fontAlgn="base" hangingPunct="0">
              <a:spcBef>
                <a:spcPct val="0"/>
              </a:spcBef>
              <a:spcAft>
                <a:spcPct val="0"/>
              </a:spcAft>
              <a:defRPr sz="1100" b="1">
                <a:solidFill>
                  <a:srgbClr val="767676"/>
                </a:solidFill>
                <a:latin typeface="Verdana" pitchFamily="34" charset="0"/>
              </a:defRPr>
            </a:lvl9pPr>
          </a:lstStyle>
          <a:p>
            <a:pPr marL="0" marR="0" lvl="0" indent="0" algn="ctr" defTabSz="914400" eaLnBrk="0" fontAlgn="base" latinLnBrk="0" hangingPunct="0">
              <a:lnSpc>
                <a:spcPct val="100000"/>
              </a:lnSpc>
              <a:spcBef>
                <a:spcPct val="50000"/>
              </a:spcBef>
              <a:spcAft>
                <a:spcPct val="0"/>
              </a:spcAft>
              <a:buClrTx/>
              <a:buSzTx/>
              <a:buFontTx/>
              <a:buNone/>
              <a:tabLst/>
              <a:defRPr/>
            </a:pPr>
            <a:r>
              <a:rPr kumimoji="0" lang="es-ES" sz="1200" b="1" i="0" u="none" strike="noStrike" kern="0" cap="none" spc="0" normalizeH="0" baseline="0" noProof="0">
                <a:ln>
                  <a:noFill/>
                </a:ln>
                <a:solidFill>
                  <a:srgbClr val="000000"/>
                </a:solidFill>
                <a:effectLst/>
                <a:uLnTx/>
                <a:uFillTx/>
                <a:latin typeface="Verdana" pitchFamily="34" charset="0"/>
              </a:rPr>
              <a:t>Holgura = 0</a:t>
            </a:r>
            <a:endParaRPr kumimoji="0" lang="es-PE" sz="1200" b="1" i="0" u="none" strike="noStrike" kern="0" cap="none" spc="0" normalizeH="0" baseline="0" noProof="0">
              <a:ln>
                <a:noFill/>
              </a:ln>
              <a:solidFill>
                <a:srgbClr val="000000"/>
              </a:solidFill>
              <a:effectLst/>
              <a:uLnTx/>
              <a:uFillTx/>
              <a:latin typeface="Verdana" pitchFamily="34" charset="0"/>
            </a:endParaRPr>
          </a:p>
        </p:txBody>
      </p:sp>
      <p:sp>
        <p:nvSpPr>
          <p:cNvPr id="34" name="Text Box 91"/>
          <p:cNvSpPr txBox="1">
            <a:spLocks noChangeArrowheads="1"/>
          </p:cNvSpPr>
          <p:nvPr/>
        </p:nvSpPr>
        <p:spPr bwMode="auto">
          <a:xfrm>
            <a:off x="5965000" y="5052776"/>
            <a:ext cx="122237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a:spAutoFit/>
          </a:bodyPr>
          <a:lstStyle>
            <a:lvl1pPr>
              <a:defRPr sz="1100" b="1">
                <a:solidFill>
                  <a:srgbClr val="767676"/>
                </a:solidFill>
                <a:latin typeface="Verdana" pitchFamily="34" charset="0"/>
              </a:defRPr>
            </a:lvl1pPr>
            <a:lvl2pPr marL="742950" indent="-285750">
              <a:defRPr sz="1100" b="1">
                <a:solidFill>
                  <a:srgbClr val="767676"/>
                </a:solidFill>
                <a:latin typeface="Verdana" pitchFamily="34" charset="0"/>
              </a:defRPr>
            </a:lvl2pPr>
            <a:lvl3pPr marL="1143000" indent="-228600">
              <a:defRPr sz="1100" b="1">
                <a:solidFill>
                  <a:srgbClr val="767676"/>
                </a:solidFill>
                <a:latin typeface="Verdana" pitchFamily="34" charset="0"/>
              </a:defRPr>
            </a:lvl3pPr>
            <a:lvl4pPr marL="1600200" indent="-228600">
              <a:defRPr sz="1100" b="1">
                <a:solidFill>
                  <a:srgbClr val="767676"/>
                </a:solidFill>
                <a:latin typeface="Verdana" pitchFamily="34" charset="0"/>
              </a:defRPr>
            </a:lvl4pPr>
            <a:lvl5pPr marL="2057400" indent="-228600">
              <a:defRPr sz="1100" b="1">
                <a:solidFill>
                  <a:srgbClr val="767676"/>
                </a:solidFill>
                <a:latin typeface="Verdana" pitchFamily="34" charset="0"/>
              </a:defRPr>
            </a:lvl5pPr>
            <a:lvl6pPr marL="2514600" indent="-228600" algn="ctr" eaLnBrk="0" fontAlgn="base" hangingPunct="0">
              <a:spcBef>
                <a:spcPct val="0"/>
              </a:spcBef>
              <a:spcAft>
                <a:spcPct val="0"/>
              </a:spcAft>
              <a:defRPr sz="1100" b="1">
                <a:solidFill>
                  <a:srgbClr val="767676"/>
                </a:solidFill>
                <a:latin typeface="Verdana" pitchFamily="34" charset="0"/>
              </a:defRPr>
            </a:lvl6pPr>
            <a:lvl7pPr marL="2971800" indent="-228600" algn="ctr" eaLnBrk="0" fontAlgn="base" hangingPunct="0">
              <a:spcBef>
                <a:spcPct val="0"/>
              </a:spcBef>
              <a:spcAft>
                <a:spcPct val="0"/>
              </a:spcAft>
              <a:defRPr sz="1100" b="1">
                <a:solidFill>
                  <a:srgbClr val="767676"/>
                </a:solidFill>
                <a:latin typeface="Verdana" pitchFamily="34" charset="0"/>
              </a:defRPr>
            </a:lvl7pPr>
            <a:lvl8pPr marL="3429000" indent="-228600" algn="ctr" eaLnBrk="0" fontAlgn="base" hangingPunct="0">
              <a:spcBef>
                <a:spcPct val="0"/>
              </a:spcBef>
              <a:spcAft>
                <a:spcPct val="0"/>
              </a:spcAft>
              <a:defRPr sz="1100" b="1">
                <a:solidFill>
                  <a:srgbClr val="767676"/>
                </a:solidFill>
                <a:latin typeface="Verdana" pitchFamily="34" charset="0"/>
              </a:defRPr>
            </a:lvl8pPr>
            <a:lvl9pPr marL="3886200" indent="-228600" algn="ctr" eaLnBrk="0" fontAlgn="base" hangingPunct="0">
              <a:spcBef>
                <a:spcPct val="0"/>
              </a:spcBef>
              <a:spcAft>
                <a:spcPct val="0"/>
              </a:spcAft>
              <a:defRPr sz="1100" b="1">
                <a:solidFill>
                  <a:srgbClr val="767676"/>
                </a:solidFill>
                <a:latin typeface="Verdana" pitchFamily="34" charset="0"/>
              </a:defRPr>
            </a:lvl9pPr>
          </a:lstStyle>
          <a:p>
            <a:pPr marL="0" marR="0" lvl="0" indent="0" algn="ctr" defTabSz="914400" eaLnBrk="0" fontAlgn="base" latinLnBrk="0" hangingPunct="0">
              <a:lnSpc>
                <a:spcPct val="100000"/>
              </a:lnSpc>
              <a:spcBef>
                <a:spcPct val="50000"/>
              </a:spcBef>
              <a:spcAft>
                <a:spcPct val="0"/>
              </a:spcAft>
              <a:buClrTx/>
              <a:buSzTx/>
              <a:buFontTx/>
              <a:buNone/>
              <a:tabLst/>
              <a:defRPr/>
            </a:pPr>
            <a:r>
              <a:rPr kumimoji="0" lang="es-ES" sz="1200" b="1" i="0" u="none" strike="noStrike" kern="0" cap="none" spc="0" normalizeH="0" baseline="0" noProof="0">
                <a:ln>
                  <a:noFill/>
                </a:ln>
                <a:solidFill>
                  <a:srgbClr val="000000"/>
                </a:solidFill>
                <a:effectLst/>
                <a:uLnTx/>
                <a:uFillTx/>
                <a:latin typeface="Verdana" pitchFamily="34" charset="0"/>
              </a:rPr>
              <a:t>Holgura = 0</a:t>
            </a:r>
            <a:endParaRPr kumimoji="0" lang="es-PE" sz="1200" b="1" i="0" u="none" strike="noStrike" kern="0" cap="none" spc="0" normalizeH="0" baseline="0" noProof="0">
              <a:ln>
                <a:noFill/>
              </a:ln>
              <a:solidFill>
                <a:srgbClr val="000000"/>
              </a:solidFill>
              <a:effectLst/>
              <a:uLnTx/>
              <a:uFillTx/>
              <a:latin typeface="Verdana" pitchFamily="34" charset="0"/>
            </a:endParaRPr>
          </a:p>
        </p:txBody>
      </p:sp>
      <p:sp>
        <p:nvSpPr>
          <p:cNvPr id="35" name="Text Box 92"/>
          <p:cNvSpPr txBox="1">
            <a:spLocks noChangeArrowheads="1"/>
          </p:cNvSpPr>
          <p:nvPr/>
        </p:nvSpPr>
        <p:spPr bwMode="auto">
          <a:xfrm>
            <a:off x="7981125" y="6060839"/>
            <a:ext cx="1222375"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a:spAutoFit/>
          </a:bodyPr>
          <a:lstStyle>
            <a:lvl1pPr>
              <a:defRPr sz="1100" b="1">
                <a:solidFill>
                  <a:srgbClr val="767676"/>
                </a:solidFill>
                <a:latin typeface="Verdana" pitchFamily="34" charset="0"/>
              </a:defRPr>
            </a:lvl1pPr>
            <a:lvl2pPr marL="742950" indent="-285750">
              <a:defRPr sz="1100" b="1">
                <a:solidFill>
                  <a:srgbClr val="767676"/>
                </a:solidFill>
                <a:latin typeface="Verdana" pitchFamily="34" charset="0"/>
              </a:defRPr>
            </a:lvl2pPr>
            <a:lvl3pPr marL="1143000" indent="-228600">
              <a:defRPr sz="1100" b="1">
                <a:solidFill>
                  <a:srgbClr val="767676"/>
                </a:solidFill>
                <a:latin typeface="Verdana" pitchFamily="34" charset="0"/>
              </a:defRPr>
            </a:lvl3pPr>
            <a:lvl4pPr marL="1600200" indent="-228600">
              <a:defRPr sz="1100" b="1">
                <a:solidFill>
                  <a:srgbClr val="767676"/>
                </a:solidFill>
                <a:latin typeface="Verdana" pitchFamily="34" charset="0"/>
              </a:defRPr>
            </a:lvl4pPr>
            <a:lvl5pPr marL="2057400" indent="-228600">
              <a:defRPr sz="1100" b="1">
                <a:solidFill>
                  <a:srgbClr val="767676"/>
                </a:solidFill>
                <a:latin typeface="Verdana" pitchFamily="34" charset="0"/>
              </a:defRPr>
            </a:lvl5pPr>
            <a:lvl6pPr marL="2514600" indent="-228600" algn="ctr" eaLnBrk="0" fontAlgn="base" hangingPunct="0">
              <a:spcBef>
                <a:spcPct val="0"/>
              </a:spcBef>
              <a:spcAft>
                <a:spcPct val="0"/>
              </a:spcAft>
              <a:defRPr sz="1100" b="1">
                <a:solidFill>
                  <a:srgbClr val="767676"/>
                </a:solidFill>
                <a:latin typeface="Verdana" pitchFamily="34" charset="0"/>
              </a:defRPr>
            </a:lvl6pPr>
            <a:lvl7pPr marL="2971800" indent="-228600" algn="ctr" eaLnBrk="0" fontAlgn="base" hangingPunct="0">
              <a:spcBef>
                <a:spcPct val="0"/>
              </a:spcBef>
              <a:spcAft>
                <a:spcPct val="0"/>
              </a:spcAft>
              <a:defRPr sz="1100" b="1">
                <a:solidFill>
                  <a:srgbClr val="767676"/>
                </a:solidFill>
                <a:latin typeface="Verdana" pitchFamily="34" charset="0"/>
              </a:defRPr>
            </a:lvl7pPr>
            <a:lvl8pPr marL="3429000" indent="-228600" algn="ctr" eaLnBrk="0" fontAlgn="base" hangingPunct="0">
              <a:spcBef>
                <a:spcPct val="0"/>
              </a:spcBef>
              <a:spcAft>
                <a:spcPct val="0"/>
              </a:spcAft>
              <a:defRPr sz="1100" b="1">
                <a:solidFill>
                  <a:srgbClr val="767676"/>
                </a:solidFill>
                <a:latin typeface="Verdana" pitchFamily="34" charset="0"/>
              </a:defRPr>
            </a:lvl8pPr>
            <a:lvl9pPr marL="3886200" indent="-228600" algn="ctr" eaLnBrk="0" fontAlgn="base" hangingPunct="0">
              <a:spcBef>
                <a:spcPct val="0"/>
              </a:spcBef>
              <a:spcAft>
                <a:spcPct val="0"/>
              </a:spcAft>
              <a:defRPr sz="1100" b="1">
                <a:solidFill>
                  <a:srgbClr val="767676"/>
                </a:solidFill>
                <a:latin typeface="Verdana" pitchFamily="34" charset="0"/>
              </a:defRPr>
            </a:lvl9pPr>
          </a:lstStyle>
          <a:p>
            <a:pPr marL="0" marR="0" lvl="0" indent="0" algn="ctr" defTabSz="914400" eaLnBrk="0" fontAlgn="base" latinLnBrk="0" hangingPunct="0">
              <a:lnSpc>
                <a:spcPct val="100000"/>
              </a:lnSpc>
              <a:spcBef>
                <a:spcPct val="50000"/>
              </a:spcBef>
              <a:spcAft>
                <a:spcPct val="0"/>
              </a:spcAft>
              <a:buClrTx/>
              <a:buSzTx/>
              <a:buFontTx/>
              <a:buNone/>
              <a:tabLst/>
              <a:defRPr/>
            </a:pPr>
            <a:r>
              <a:rPr kumimoji="0" lang="es-ES" sz="1200" b="1" i="0" u="none" strike="noStrike" kern="0" cap="none" spc="0" normalizeH="0" baseline="0" noProof="0">
                <a:ln>
                  <a:noFill/>
                </a:ln>
                <a:solidFill>
                  <a:srgbClr val="000000"/>
                </a:solidFill>
                <a:effectLst/>
                <a:uLnTx/>
                <a:uFillTx/>
                <a:latin typeface="Verdana" pitchFamily="34" charset="0"/>
              </a:rPr>
              <a:t>Holgura = 0</a:t>
            </a:r>
            <a:endParaRPr kumimoji="0" lang="es-PE" sz="1200" b="1" i="0" u="none" strike="noStrike" kern="0" cap="none" spc="0" normalizeH="0" baseline="0" noProof="0">
              <a:ln>
                <a:noFill/>
              </a:ln>
              <a:solidFill>
                <a:srgbClr val="000000"/>
              </a:solidFill>
              <a:effectLst/>
              <a:uLnTx/>
              <a:uFillTx/>
              <a:latin typeface="Verdana" pitchFamily="34" charset="0"/>
            </a:endParaRPr>
          </a:p>
        </p:txBody>
      </p:sp>
      <p:sp>
        <p:nvSpPr>
          <p:cNvPr id="36" name="Text Box 93"/>
          <p:cNvSpPr txBox="1">
            <a:spLocks noChangeArrowheads="1"/>
          </p:cNvSpPr>
          <p:nvPr/>
        </p:nvSpPr>
        <p:spPr bwMode="auto">
          <a:xfrm>
            <a:off x="6237607" y="6555611"/>
            <a:ext cx="1222375"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a:spAutoFit/>
          </a:bodyPr>
          <a:lstStyle>
            <a:lvl1pPr>
              <a:defRPr sz="1100" b="1">
                <a:solidFill>
                  <a:srgbClr val="767676"/>
                </a:solidFill>
                <a:latin typeface="Verdana" pitchFamily="34" charset="0"/>
              </a:defRPr>
            </a:lvl1pPr>
            <a:lvl2pPr marL="742950" indent="-285750">
              <a:defRPr sz="1100" b="1">
                <a:solidFill>
                  <a:srgbClr val="767676"/>
                </a:solidFill>
                <a:latin typeface="Verdana" pitchFamily="34" charset="0"/>
              </a:defRPr>
            </a:lvl2pPr>
            <a:lvl3pPr marL="1143000" indent="-228600">
              <a:defRPr sz="1100" b="1">
                <a:solidFill>
                  <a:srgbClr val="767676"/>
                </a:solidFill>
                <a:latin typeface="Verdana" pitchFamily="34" charset="0"/>
              </a:defRPr>
            </a:lvl3pPr>
            <a:lvl4pPr marL="1600200" indent="-228600">
              <a:defRPr sz="1100" b="1">
                <a:solidFill>
                  <a:srgbClr val="767676"/>
                </a:solidFill>
                <a:latin typeface="Verdana" pitchFamily="34" charset="0"/>
              </a:defRPr>
            </a:lvl4pPr>
            <a:lvl5pPr marL="2057400" indent="-228600">
              <a:defRPr sz="1100" b="1">
                <a:solidFill>
                  <a:srgbClr val="767676"/>
                </a:solidFill>
                <a:latin typeface="Verdana" pitchFamily="34" charset="0"/>
              </a:defRPr>
            </a:lvl5pPr>
            <a:lvl6pPr marL="2514600" indent="-228600" algn="ctr" eaLnBrk="0" fontAlgn="base" hangingPunct="0">
              <a:spcBef>
                <a:spcPct val="0"/>
              </a:spcBef>
              <a:spcAft>
                <a:spcPct val="0"/>
              </a:spcAft>
              <a:defRPr sz="1100" b="1">
                <a:solidFill>
                  <a:srgbClr val="767676"/>
                </a:solidFill>
                <a:latin typeface="Verdana" pitchFamily="34" charset="0"/>
              </a:defRPr>
            </a:lvl6pPr>
            <a:lvl7pPr marL="2971800" indent="-228600" algn="ctr" eaLnBrk="0" fontAlgn="base" hangingPunct="0">
              <a:spcBef>
                <a:spcPct val="0"/>
              </a:spcBef>
              <a:spcAft>
                <a:spcPct val="0"/>
              </a:spcAft>
              <a:defRPr sz="1100" b="1">
                <a:solidFill>
                  <a:srgbClr val="767676"/>
                </a:solidFill>
                <a:latin typeface="Verdana" pitchFamily="34" charset="0"/>
              </a:defRPr>
            </a:lvl7pPr>
            <a:lvl8pPr marL="3429000" indent="-228600" algn="ctr" eaLnBrk="0" fontAlgn="base" hangingPunct="0">
              <a:spcBef>
                <a:spcPct val="0"/>
              </a:spcBef>
              <a:spcAft>
                <a:spcPct val="0"/>
              </a:spcAft>
              <a:defRPr sz="1100" b="1">
                <a:solidFill>
                  <a:srgbClr val="767676"/>
                </a:solidFill>
                <a:latin typeface="Verdana" pitchFamily="34" charset="0"/>
              </a:defRPr>
            </a:lvl8pPr>
            <a:lvl9pPr marL="3886200" indent="-228600" algn="ctr" eaLnBrk="0" fontAlgn="base" hangingPunct="0">
              <a:spcBef>
                <a:spcPct val="0"/>
              </a:spcBef>
              <a:spcAft>
                <a:spcPct val="0"/>
              </a:spcAft>
              <a:defRPr sz="1100" b="1">
                <a:solidFill>
                  <a:srgbClr val="767676"/>
                </a:solidFill>
                <a:latin typeface="Verdana" pitchFamily="34" charset="0"/>
              </a:defRPr>
            </a:lvl9pPr>
          </a:lstStyle>
          <a:p>
            <a:pPr marL="0" marR="0" lvl="0" indent="0" algn="ctr" defTabSz="914400" eaLnBrk="0" fontAlgn="base" latinLnBrk="0" hangingPunct="0">
              <a:lnSpc>
                <a:spcPct val="100000"/>
              </a:lnSpc>
              <a:spcBef>
                <a:spcPct val="50000"/>
              </a:spcBef>
              <a:spcAft>
                <a:spcPct val="0"/>
              </a:spcAft>
              <a:buClrTx/>
              <a:buSzTx/>
              <a:buFontTx/>
              <a:buNone/>
              <a:tabLst/>
              <a:defRPr/>
            </a:pPr>
            <a:r>
              <a:rPr kumimoji="0" lang="es-ES" sz="1200" b="1" i="0" u="none" strike="noStrike" kern="0" cap="none" spc="0" normalizeH="0" baseline="0" noProof="0">
                <a:ln>
                  <a:noFill/>
                </a:ln>
                <a:solidFill>
                  <a:srgbClr val="000000"/>
                </a:solidFill>
                <a:effectLst/>
                <a:uLnTx/>
                <a:uFillTx/>
                <a:latin typeface="Verdana" pitchFamily="34" charset="0"/>
              </a:rPr>
              <a:t>Holgura = 4</a:t>
            </a:r>
            <a:endParaRPr kumimoji="0" lang="es-PE" sz="1200" b="1" i="0" u="none" strike="noStrike" kern="0" cap="none" spc="0" normalizeH="0" baseline="0" noProof="0">
              <a:ln>
                <a:noFill/>
              </a:ln>
              <a:solidFill>
                <a:srgbClr val="000000"/>
              </a:solidFill>
              <a:effectLst/>
              <a:uLnTx/>
              <a:uFillTx/>
              <a:latin typeface="Verdana" pitchFamily="34" charset="0"/>
            </a:endParaRPr>
          </a:p>
        </p:txBody>
      </p:sp>
      <p:graphicFrame>
        <p:nvGraphicFramePr>
          <p:cNvPr id="37" name="Group 94"/>
          <p:cNvGraphicFramePr>
            <a:graphicFrameLocks noGrp="1"/>
          </p:cNvGraphicFramePr>
          <p:nvPr/>
        </p:nvGraphicFramePr>
        <p:xfrm>
          <a:off x="5172837" y="2374664"/>
          <a:ext cx="1295400" cy="720726"/>
        </p:xfrm>
        <a:graphic>
          <a:graphicData uri="http://schemas.openxmlformats.org/drawingml/2006/table">
            <a:tbl>
              <a:tblPr/>
              <a:tblGrid>
                <a:gridCol w="431800">
                  <a:extLst>
                    <a:ext uri="{9D8B030D-6E8A-4147-A177-3AD203B41FA5}">
                      <a16:colId xmlns:a16="http://schemas.microsoft.com/office/drawing/2014/main" val="20000"/>
                    </a:ext>
                  </a:extLst>
                </a:gridCol>
                <a:gridCol w="215900">
                  <a:extLst>
                    <a:ext uri="{9D8B030D-6E8A-4147-A177-3AD203B41FA5}">
                      <a16:colId xmlns:a16="http://schemas.microsoft.com/office/drawing/2014/main" val="20001"/>
                    </a:ext>
                  </a:extLst>
                </a:gridCol>
                <a:gridCol w="247650">
                  <a:extLst>
                    <a:ext uri="{9D8B030D-6E8A-4147-A177-3AD203B41FA5}">
                      <a16:colId xmlns:a16="http://schemas.microsoft.com/office/drawing/2014/main" val="20002"/>
                    </a:ext>
                  </a:extLst>
                </a:gridCol>
                <a:gridCol w="400050">
                  <a:extLst>
                    <a:ext uri="{9D8B030D-6E8A-4147-A177-3AD203B41FA5}">
                      <a16:colId xmlns:a16="http://schemas.microsoft.com/office/drawing/2014/main" val="20003"/>
                    </a:ext>
                  </a:extLst>
                </a:gridCol>
              </a:tblGrid>
              <a:tr h="360363">
                <a:tc gridSpan="2">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defTabSz="914400" rtl="0" eaLnBrk="1" fontAlgn="base" latinLnBrk="0" hangingPunct="1">
                        <a:lnSpc>
                          <a:spcPct val="60000"/>
                        </a:lnSpc>
                        <a:spcBef>
                          <a:spcPct val="20000"/>
                        </a:spcBef>
                        <a:spcAft>
                          <a:spcPct val="0"/>
                        </a:spcAft>
                        <a:buClr>
                          <a:schemeClr val="tx1"/>
                        </a:buClr>
                        <a:buSzPct val="70000"/>
                        <a:buFont typeface="Wingdings" pitchFamily="2" charset="2"/>
                        <a:buNone/>
                        <a:tabLst/>
                      </a:pPr>
                      <a:endParaRPr kumimoji="0" lang="es-ES" sz="700" b="1" i="0" u="none" strike="noStrike" cap="none" normalizeH="0" baseline="0" dirty="0">
                        <a:ln>
                          <a:noFill/>
                        </a:ln>
                        <a:solidFill>
                          <a:srgbClr val="0070C0"/>
                        </a:solidFill>
                        <a:effectLst/>
                        <a:latin typeface="Arial" charset="0"/>
                      </a:endParaRPr>
                    </a:p>
                    <a:p>
                      <a:pPr marL="0" marR="0" lvl="0" indent="0" algn="ctr" defTabSz="914400" rtl="0" eaLnBrk="1" fontAlgn="base" latinLnBrk="0" hangingPunct="1">
                        <a:lnSpc>
                          <a:spcPct val="60000"/>
                        </a:lnSpc>
                        <a:spcBef>
                          <a:spcPct val="20000"/>
                        </a:spcBef>
                        <a:spcAft>
                          <a:spcPct val="0"/>
                        </a:spcAft>
                        <a:buClr>
                          <a:schemeClr val="tx1"/>
                        </a:buClr>
                        <a:buSzPct val="70000"/>
                        <a:buFont typeface="Wingdings" pitchFamily="2" charset="2"/>
                        <a:buNone/>
                        <a:tabLst/>
                      </a:pPr>
                      <a:r>
                        <a:rPr kumimoji="0" lang="es-ES" sz="1300" b="1" i="0" u="none" strike="noStrike" cap="none" normalizeH="0" baseline="0" dirty="0">
                          <a:ln>
                            <a:noFill/>
                          </a:ln>
                          <a:solidFill>
                            <a:srgbClr val="0070C0"/>
                          </a:solidFill>
                          <a:effectLst/>
                          <a:latin typeface="Arial" charset="0"/>
                        </a:rPr>
                        <a:t>ES</a:t>
                      </a:r>
                    </a:p>
                  </a:txBody>
                  <a:tcPr marL="90000" marR="90000" marT="46800" marB="46800" horzOverflow="overflow">
                    <a:lnL w="12700" cap="flat" cmpd="sng" algn="ctr">
                      <a:solidFill>
                        <a:srgbClr val="336666"/>
                      </a:solidFill>
                      <a:prstDash val="solid"/>
                      <a:round/>
                      <a:headEnd type="none" w="med" len="med"/>
                      <a:tailEnd type="none" w="med" len="med"/>
                    </a:lnL>
                    <a:lnR w="12700" cap="flat" cmpd="sng" algn="ctr">
                      <a:solidFill>
                        <a:srgbClr val="336666"/>
                      </a:solidFill>
                      <a:prstDash val="solid"/>
                      <a:round/>
                      <a:headEnd type="none" w="med" len="med"/>
                      <a:tailEnd type="none" w="med" len="med"/>
                    </a:lnR>
                    <a:lnT w="12700" cap="flat" cmpd="sng" algn="ctr">
                      <a:solidFill>
                        <a:srgbClr val="336666"/>
                      </a:solidFill>
                      <a:prstDash val="solid"/>
                      <a:round/>
                      <a:headEnd type="none" w="med" len="med"/>
                      <a:tailEnd type="none" w="med" len="med"/>
                    </a:lnT>
                    <a:lnB w="12700" cap="flat" cmpd="sng" algn="ctr">
                      <a:solidFill>
                        <a:srgbClr val="336666"/>
                      </a:solidFill>
                      <a:prstDash val="solid"/>
                      <a:round/>
                      <a:headEnd type="none" w="med" len="med"/>
                      <a:tailEnd type="none" w="med" len="med"/>
                    </a:lnB>
                    <a:lnTlToBr>
                      <a:noFill/>
                    </a:lnTlToBr>
                    <a:lnBlToTr>
                      <a:noFill/>
                    </a:lnBlToTr>
                    <a:noFill/>
                  </a:tcPr>
                </a:tc>
                <a:tc hMerge="1">
                  <a:txBody>
                    <a:bodyPr/>
                    <a:lstStyle/>
                    <a:p>
                      <a:endParaRPr lang="es-MX"/>
                    </a:p>
                  </a:txBody>
                  <a:tcPr/>
                </a:tc>
                <a:tc gridSpan="2">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defTabSz="914400" rtl="0" eaLnBrk="1" fontAlgn="base" latinLnBrk="0" hangingPunct="1">
                        <a:lnSpc>
                          <a:spcPct val="60000"/>
                        </a:lnSpc>
                        <a:spcBef>
                          <a:spcPct val="20000"/>
                        </a:spcBef>
                        <a:spcAft>
                          <a:spcPct val="0"/>
                        </a:spcAft>
                        <a:buClr>
                          <a:schemeClr val="tx1"/>
                        </a:buClr>
                        <a:buSzPct val="70000"/>
                        <a:buFont typeface="Wingdings" pitchFamily="2" charset="2"/>
                        <a:buNone/>
                        <a:tabLst/>
                      </a:pPr>
                      <a:endParaRPr kumimoji="0" lang="es-ES" sz="800" b="1" i="0" u="none" strike="noStrike" cap="none" normalizeH="0" baseline="0">
                        <a:ln>
                          <a:noFill/>
                        </a:ln>
                        <a:solidFill>
                          <a:srgbClr val="0070C0"/>
                        </a:solidFill>
                        <a:effectLst/>
                        <a:latin typeface="Arial" charset="0"/>
                      </a:endParaRPr>
                    </a:p>
                    <a:p>
                      <a:pPr marL="0" marR="0" lvl="0" indent="0" algn="ctr" defTabSz="914400" rtl="0" eaLnBrk="1" fontAlgn="base" latinLnBrk="0" hangingPunct="1">
                        <a:lnSpc>
                          <a:spcPct val="60000"/>
                        </a:lnSpc>
                        <a:spcBef>
                          <a:spcPct val="20000"/>
                        </a:spcBef>
                        <a:spcAft>
                          <a:spcPct val="0"/>
                        </a:spcAft>
                        <a:buClr>
                          <a:schemeClr val="tx1"/>
                        </a:buClr>
                        <a:buSzPct val="70000"/>
                        <a:buFont typeface="Wingdings" pitchFamily="2" charset="2"/>
                        <a:buNone/>
                        <a:tabLst/>
                      </a:pPr>
                      <a:r>
                        <a:rPr kumimoji="0" lang="es-ES" sz="1300" b="1" i="0" u="none" strike="noStrike" cap="none" normalizeH="0" baseline="0">
                          <a:ln>
                            <a:noFill/>
                          </a:ln>
                          <a:solidFill>
                            <a:srgbClr val="0070C0"/>
                          </a:solidFill>
                          <a:effectLst/>
                          <a:latin typeface="Arial" charset="0"/>
                        </a:rPr>
                        <a:t>EF</a:t>
                      </a:r>
                      <a:endParaRPr kumimoji="0" lang="es-PE" sz="1300" b="0" i="0" u="none" strike="noStrike" cap="none" normalizeH="0" baseline="0">
                        <a:ln>
                          <a:noFill/>
                        </a:ln>
                        <a:solidFill>
                          <a:srgbClr val="0070C0"/>
                        </a:solidFill>
                        <a:effectLst/>
                        <a:latin typeface="Arial" charset="0"/>
                      </a:endParaRPr>
                    </a:p>
                  </a:txBody>
                  <a:tcPr marL="90000" marR="90000" marT="46800" marB="46800" horzOverflow="overflow">
                    <a:lnL w="12700" cap="flat" cmpd="sng" algn="ctr">
                      <a:solidFill>
                        <a:srgbClr val="336666"/>
                      </a:solidFill>
                      <a:prstDash val="solid"/>
                      <a:round/>
                      <a:headEnd type="none" w="med" len="med"/>
                      <a:tailEnd type="none" w="med" len="med"/>
                    </a:lnL>
                    <a:lnR w="12700" cap="flat" cmpd="sng" algn="ctr">
                      <a:solidFill>
                        <a:srgbClr val="336666"/>
                      </a:solidFill>
                      <a:prstDash val="solid"/>
                      <a:round/>
                      <a:headEnd type="none" w="med" len="med"/>
                      <a:tailEnd type="none" w="med" len="med"/>
                    </a:lnR>
                    <a:lnT w="12700" cap="flat" cmpd="sng" algn="ctr">
                      <a:solidFill>
                        <a:srgbClr val="336666"/>
                      </a:solidFill>
                      <a:prstDash val="solid"/>
                      <a:round/>
                      <a:headEnd type="none" w="med" len="med"/>
                      <a:tailEnd type="none" w="med" len="med"/>
                    </a:lnT>
                    <a:lnB w="12700" cap="flat" cmpd="sng" algn="ctr">
                      <a:solidFill>
                        <a:srgbClr val="336666"/>
                      </a:solidFill>
                      <a:prstDash val="solid"/>
                      <a:round/>
                      <a:headEnd type="none" w="med" len="med"/>
                      <a:tailEnd type="none" w="med" len="med"/>
                    </a:lnB>
                    <a:lnTlToBr>
                      <a:noFill/>
                    </a:lnTlToBr>
                    <a:lnBlToTr>
                      <a:noFill/>
                    </a:lnBlToTr>
                    <a:noFill/>
                  </a:tcPr>
                </a:tc>
                <a:tc hMerge="1">
                  <a:txBody>
                    <a:bodyPr/>
                    <a:lstStyle/>
                    <a:p>
                      <a:endParaRPr lang="es-MX"/>
                    </a:p>
                  </a:txBody>
                  <a:tcPr/>
                </a:tc>
                <a:extLst>
                  <a:ext uri="{0D108BD9-81ED-4DB2-BD59-A6C34878D82A}">
                    <a16:rowId xmlns:a16="http://schemas.microsoft.com/office/drawing/2014/main" val="10000"/>
                  </a:ext>
                </a:extLst>
              </a:tr>
              <a:tr h="360363">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defTabSz="914400" rtl="0" eaLnBrk="1" fontAlgn="base" latinLnBrk="0" hangingPunct="1">
                        <a:lnSpc>
                          <a:spcPct val="60000"/>
                        </a:lnSpc>
                        <a:spcBef>
                          <a:spcPct val="20000"/>
                        </a:spcBef>
                        <a:spcAft>
                          <a:spcPct val="0"/>
                        </a:spcAft>
                        <a:buClr>
                          <a:schemeClr val="tx1"/>
                        </a:buClr>
                        <a:buSzPct val="70000"/>
                        <a:buFont typeface="Wingdings" pitchFamily="2" charset="2"/>
                        <a:buNone/>
                        <a:tabLst/>
                      </a:pPr>
                      <a:endParaRPr kumimoji="0" lang="es-ES" sz="500" b="1" i="0" u="none" strike="noStrike" cap="none" normalizeH="0" baseline="0">
                        <a:ln>
                          <a:noFill/>
                        </a:ln>
                        <a:solidFill>
                          <a:srgbClr val="0070C0"/>
                        </a:solidFill>
                        <a:effectLst/>
                        <a:latin typeface="Arial" charset="0"/>
                      </a:endParaRPr>
                    </a:p>
                    <a:p>
                      <a:pPr marL="0" marR="0" lvl="0" indent="0" algn="ctr" defTabSz="914400" rtl="0" eaLnBrk="1" fontAlgn="base" latinLnBrk="0" hangingPunct="1">
                        <a:lnSpc>
                          <a:spcPct val="60000"/>
                        </a:lnSpc>
                        <a:spcBef>
                          <a:spcPct val="20000"/>
                        </a:spcBef>
                        <a:spcAft>
                          <a:spcPct val="0"/>
                        </a:spcAft>
                        <a:buClr>
                          <a:schemeClr val="tx1"/>
                        </a:buClr>
                        <a:buSzPct val="70000"/>
                        <a:buFont typeface="Wingdings" pitchFamily="2" charset="2"/>
                        <a:buNone/>
                        <a:tabLst/>
                      </a:pPr>
                      <a:r>
                        <a:rPr kumimoji="0" lang="es-ES" sz="1300" b="1" i="0" u="none" strike="noStrike" cap="none" normalizeH="0" baseline="0">
                          <a:ln>
                            <a:noFill/>
                          </a:ln>
                          <a:solidFill>
                            <a:srgbClr val="0070C0"/>
                          </a:solidFill>
                          <a:effectLst/>
                          <a:latin typeface="Arial" charset="0"/>
                        </a:rPr>
                        <a:t>LS</a:t>
                      </a:r>
                      <a:endParaRPr kumimoji="0" lang="es-PE" sz="1300" b="0" i="0" u="none" strike="noStrike" cap="none" normalizeH="0" baseline="0">
                        <a:ln>
                          <a:noFill/>
                        </a:ln>
                        <a:solidFill>
                          <a:srgbClr val="0070C0"/>
                        </a:solidFill>
                        <a:effectLst/>
                        <a:latin typeface="Arial" charset="0"/>
                      </a:endParaRPr>
                    </a:p>
                  </a:txBody>
                  <a:tcPr marL="90000" marR="90000" marT="46800" marB="46800" horzOverflow="overflow">
                    <a:lnL w="12700" cap="flat" cmpd="sng" algn="ctr">
                      <a:solidFill>
                        <a:srgbClr val="336666"/>
                      </a:solidFill>
                      <a:prstDash val="solid"/>
                      <a:round/>
                      <a:headEnd type="none" w="med" len="med"/>
                      <a:tailEnd type="none" w="med" len="med"/>
                    </a:lnL>
                    <a:lnR w="12700" cap="flat" cmpd="sng" algn="ctr">
                      <a:solidFill>
                        <a:srgbClr val="336666"/>
                      </a:solidFill>
                      <a:prstDash val="solid"/>
                      <a:round/>
                      <a:headEnd type="none" w="med" len="med"/>
                      <a:tailEnd type="none" w="med" len="med"/>
                    </a:lnR>
                    <a:lnT w="12700" cap="flat" cmpd="sng" algn="ctr">
                      <a:solidFill>
                        <a:srgbClr val="336666"/>
                      </a:solidFill>
                      <a:prstDash val="solid"/>
                      <a:round/>
                      <a:headEnd type="none" w="med" len="med"/>
                      <a:tailEnd type="none" w="med" len="med"/>
                    </a:lnT>
                    <a:lnB w="12700" cap="flat" cmpd="sng" algn="ctr">
                      <a:solidFill>
                        <a:srgbClr val="336666"/>
                      </a:solidFill>
                      <a:prstDash val="solid"/>
                      <a:round/>
                      <a:headEnd type="none" w="med" len="med"/>
                      <a:tailEnd type="none" w="med" len="med"/>
                    </a:lnB>
                    <a:lnTlToBr>
                      <a:noFill/>
                    </a:lnTlToBr>
                    <a:lnBlToTr>
                      <a:noFill/>
                    </a:lnBlToTr>
                    <a:noFill/>
                  </a:tcPr>
                </a:tc>
                <a:tc gridSpan="2">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defTabSz="914400" rtl="0" eaLnBrk="1" fontAlgn="base" latinLnBrk="0" hangingPunct="1">
                        <a:lnSpc>
                          <a:spcPct val="60000"/>
                        </a:lnSpc>
                        <a:spcBef>
                          <a:spcPct val="20000"/>
                        </a:spcBef>
                        <a:spcAft>
                          <a:spcPct val="0"/>
                        </a:spcAft>
                        <a:buClr>
                          <a:schemeClr val="tx1"/>
                        </a:buClr>
                        <a:buSzPct val="70000"/>
                        <a:buFont typeface="Wingdings" pitchFamily="2" charset="2"/>
                        <a:buNone/>
                        <a:tabLst/>
                      </a:pPr>
                      <a:endParaRPr kumimoji="0" lang="es-ES" sz="500" b="1" i="0" u="none" strike="noStrike" cap="none" normalizeH="0" baseline="0" dirty="0">
                        <a:ln>
                          <a:noFill/>
                        </a:ln>
                        <a:solidFill>
                          <a:srgbClr val="0070C0"/>
                        </a:solidFill>
                        <a:effectLst/>
                        <a:latin typeface="Arial" charset="0"/>
                      </a:endParaRPr>
                    </a:p>
                    <a:p>
                      <a:pPr marL="0" marR="0" lvl="0" indent="0" algn="ctr" defTabSz="914400" rtl="0" eaLnBrk="1" fontAlgn="base" latinLnBrk="0" hangingPunct="1">
                        <a:lnSpc>
                          <a:spcPct val="60000"/>
                        </a:lnSpc>
                        <a:spcBef>
                          <a:spcPct val="20000"/>
                        </a:spcBef>
                        <a:spcAft>
                          <a:spcPct val="0"/>
                        </a:spcAft>
                        <a:buClr>
                          <a:schemeClr val="tx1"/>
                        </a:buClr>
                        <a:buSzPct val="70000"/>
                        <a:buFont typeface="Wingdings" pitchFamily="2" charset="2"/>
                        <a:buNone/>
                        <a:tabLst/>
                      </a:pPr>
                      <a:r>
                        <a:rPr kumimoji="0" lang="es-ES" sz="1300" b="1" i="0" u="none" strike="noStrike" cap="none" normalizeH="0" baseline="0" dirty="0">
                          <a:ln>
                            <a:noFill/>
                          </a:ln>
                          <a:solidFill>
                            <a:srgbClr val="0070C0"/>
                          </a:solidFill>
                          <a:effectLst/>
                          <a:latin typeface="Arial" charset="0"/>
                        </a:rPr>
                        <a:t>D</a:t>
                      </a:r>
                    </a:p>
                  </a:txBody>
                  <a:tcPr marL="90000" marR="90000" marT="46800" marB="46800" horzOverflow="overflow">
                    <a:lnL w="12700" cap="flat" cmpd="sng" algn="ctr">
                      <a:solidFill>
                        <a:srgbClr val="336666"/>
                      </a:solidFill>
                      <a:prstDash val="solid"/>
                      <a:round/>
                      <a:headEnd type="none" w="med" len="med"/>
                      <a:tailEnd type="none" w="med" len="med"/>
                    </a:lnL>
                    <a:lnR w="12700" cap="flat" cmpd="sng" algn="ctr">
                      <a:solidFill>
                        <a:srgbClr val="336666"/>
                      </a:solidFill>
                      <a:prstDash val="solid"/>
                      <a:round/>
                      <a:headEnd type="none" w="med" len="med"/>
                      <a:tailEnd type="none" w="med" len="med"/>
                    </a:lnR>
                    <a:lnT w="12700" cap="flat" cmpd="sng" algn="ctr">
                      <a:solidFill>
                        <a:srgbClr val="336666"/>
                      </a:solidFill>
                      <a:prstDash val="solid"/>
                      <a:round/>
                      <a:headEnd type="none" w="med" len="med"/>
                      <a:tailEnd type="none" w="med" len="med"/>
                    </a:lnT>
                    <a:lnB w="12700" cap="flat" cmpd="sng" algn="ctr">
                      <a:solidFill>
                        <a:srgbClr val="336666"/>
                      </a:solidFill>
                      <a:prstDash val="solid"/>
                      <a:round/>
                      <a:headEnd type="none" w="med" len="med"/>
                      <a:tailEnd type="none" w="med" len="med"/>
                    </a:lnB>
                    <a:lnTlToBr>
                      <a:noFill/>
                    </a:lnTlToBr>
                    <a:lnBlToTr>
                      <a:noFill/>
                    </a:lnBlToTr>
                    <a:noFill/>
                  </a:tcPr>
                </a:tc>
                <a:tc hMerge="1">
                  <a:txBody>
                    <a:bodyPr/>
                    <a:lstStyle/>
                    <a:p>
                      <a:endParaRPr lang="es-MX"/>
                    </a:p>
                  </a:txBody>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defTabSz="914400" rtl="0" eaLnBrk="1" fontAlgn="base" latinLnBrk="0" hangingPunct="1">
                        <a:lnSpc>
                          <a:spcPct val="60000"/>
                        </a:lnSpc>
                        <a:spcBef>
                          <a:spcPct val="20000"/>
                        </a:spcBef>
                        <a:spcAft>
                          <a:spcPct val="0"/>
                        </a:spcAft>
                        <a:buClr>
                          <a:schemeClr val="tx1"/>
                        </a:buClr>
                        <a:buSzPct val="70000"/>
                        <a:buFont typeface="Wingdings" pitchFamily="2" charset="2"/>
                        <a:buNone/>
                        <a:tabLst/>
                      </a:pPr>
                      <a:endParaRPr kumimoji="0" lang="es-ES" sz="500" b="1" i="0" u="none" strike="noStrike" cap="none" normalizeH="0" baseline="0" dirty="0">
                        <a:ln>
                          <a:noFill/>
                        </a:ln>
                        <a:solidFill>
                          <a:srgbClr val="0070C0"/>
                        </a:solidFill>
                        <a:effectLst/>
                        <a:latin typeface="Arial" charset="0"/>
                      </a:endParaRPr>
                    </a:p>
                    <a:p>
                      <a:pPr marL="0" marR="0" lvl="0" indent="0" algn="ctr" defTabSz="914400" rtl="0" eaLnBrk="1" fontAlgn="base" latinLnBrk="0" hangingPunct="1">
                        <a:lnSpc>
                          <a:spcPct val="60000"/>
                        </a:lnSpc>
                        <a:spcBef>
                          <a:spcPct val="20000"/>
                        </a:spcBef>
                        <a:spcAft>
                          <a:spcPct val="0"/>
                        </a:spcAft>
                        <a:buClr>
                          <a:schemeClr val="tx1"/>
                        </a:buClr>
                        <a:buSzPct val="70000"/>
                        <a:buFont typeface="Wingdings" pitchFamily="2" charset="2"/>
                        <a:buNone/>
                        <a:tabLst/>
                      </a:pPr>
                      <a:r>
                        <a:rPr kumimoji="0" lang="es-ES" sz="1300" b="1" i="0" u="none" strike="noStrike" cap="none" normalizeH="0" baseline="0" dirty="0">
                          <a:ln>
                            <a:noFill/>
                          </a:ln>
                          <a:solidFill>
                            <a:srgbClr val="0070C0"/>
                          </a:solidFill>
                          <a:effectLst/>
                          <a:latin typeface="Arial" charset="0"/>
                        </a:rPr>
                        <a:t>LF</a:t>
                      </a:r>
                      <a:endParaRPr kumimoji="0" lang="es-PE" sz="1300" b="0" i="0" u="none" strike="noStrike" cap="none" normalizeH="0" baseline="0" dirty="0">
                        <a:ln>
                          <a:noFill/>
                        </a:ln>
                        <a:solidFill>
                          <a:srgbClr val="0070C0"/>
                        </a:solidFill>
                        <a:effectLst/>
                        <a:latin typeface="Arial" charset="0"/>
                      </a:endParaRPr>
                    </a:p>
                  </a:txBody>
                  <a:tcPr marL="90000" marR="90000" marT="46800" marB="46800" horzOverflow="overflow">
                    <a:lnL w="12700" cap="flat" cmpd="sng" algn="ctr">
                      <a:solidFill>
                        <a:srgbClr val="336666"/>
                      </a:solidFill>
                      <a:prstDash val="solid"/>
                      <a:round/>
                      <a:headEnd type="none" w="med" len="med"/>
                      <a:tailEnd type="none" w="med" len="med"/>
                    </a:lnL>
                    <a:lnR w="12700" cap="flat" cmpd="sng" algn="ctr">
                      <a:solidFill>
                        <a:srgbClr val="336666"/>
                      </a:solidFill>
                      <a:prstDash val="solid"/>
                      <a:round/>
                      <a:headEnd type="none" w="med" len="med"/>
                      <a:tailEnd type="none" w="med" len="med"/>
                    </a:lnR>
                    <a:lnT w="12700" cap="flat" cmpd="sng" algn="ctr">
                      <a:solidFill>
                        <a:srgbClr val="336666"/>
                      </a:solidFill>
                      <a:prstDash val="solid"/>
                      <a:round/>
                      <a:headEnd type="none" w="med" len="med"/>
                      <a:tailEnd type="none" w="med" len="med"/>
                    </a:lnT>
                    <a:lnB w="12700" cap="flat" cmpd="sng" algn="ctr">
                      <a:solidFill>
                        <a:srgbClr val="336666"/>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38" name="Text Box 108"/>
          <p:cNvSpPr txBox="1">
            <a:spLocks noChangeArrowheads="1"/>
          </p:cNvSpPr>
          <p:nvPr/>
        </p:nvSpPr>
        <p:spPr bwMode="auto">
          <a:xfrm>
            <a:off x="1645412" y="2079389"/>
            <a:ext cx="2735263" cy="1285875"/>
          </a:xfrm>
          <a:prstGeom prst="rect">
            <a:avLst/>
          </a:prstGeom>
          <a:solidFill>
            <a:srgbClr val="FFFFFF"/>
          </a:solidFill>
          <a:ln>
            <a:noFill/>
          </a:ln>
          <a:extLst>
            <a:ext uri="{91240B29-F687-4F45-9708-019B960494DF}">
              <a14:hiddenLine xmlns:a14="http://schemas.microsoft.com/office/drawing/2010/main" w="3175">
                <a:solidFill>
                  <a:srgbClr val="000000"/>
                </a:solidFill>
                <a:miter lim="800000"/>
                <a:headEnd/>
                <a:tailEnd/>
              </a14:hiddenLine>
            </a:ext>
          </a:extLst>
        </p:spPr>
        <p:txBody>
          <a:bodyPr>
            <a:spAutoFit/>
          </a:bodyPr>
          <a:lstStyle>
            <a:lvl1pPr>
              <a:defRPr sz="1100" b="1">
                <a:solidFill>
                  <a:srgbClr val="767676"/>
                </a:solidFill>
                <a:latin typeface="Verdana" pitchFamily="34" charset="0"/>
              </a:defRPr>
            </a:lvl1pPr>
            <a:lvl2pPr marL="742950" indent="-285750">
              <a:defRPr sz="1100" b="1">
                <a:solidFill>
                  <a:srgbClr val="767676"/>
                </a:solidFill>
                <a:latin typeface="Verdana" pitchFamily="34" charset="0"/>
              </a:defRPr>
            </a:lvl2pPr>
            <a:lvl3pPr marL="1143000" indent="-228600">
              <a:defRPr sz="1100" b="1">
                <a:solidFill>
                  <a:srgbClr val="767676"/>
                </a:solidFill>
                <a:latin typeface="Verdana" pitchFamily="34" charset="0"/>
              </a:defRPr>
            </a:lvl3pPr>
            <a:lvl4pPr marL="1600200" indent="-228600">
              <a:defRPr sz="1100" b="1">
                <a:solidFill>
                  <a:srgbClr val="767676"/>
                </a:solidFill>
                <a:latin typeface="Verdana" pitchFamily="34" charset="0"/>
              </a:defRPr>
            </a:lvl4pPr>
            <a:lvl5pPr marL="2057400" indent="-228600">
              <a:defRPr sz="1100" b="1">
                <a:solidFill>
                  <a:srgbClr val="767676"/>
                </a:solidFill>
                <a:latin typeface="Verdana" pitchFamily="34" charset="0"/>
              </a:defRPr>
            </a:lvl5pPr>
            <a:lvl6pPr marL="2514600" indent="-228600" algn="ctr" eaLnBrk="0" fontAlgn="base" hangingPunct="0">
              <a:spcBef>
                <a:spcPct val="0"/>
              </a:spcBef>
              <a:spcAft>
                <a:spcPct val="0"/>
              </a:spcAft>
              <a:defRPr sz="1100" b="1">
                <a:solidFill>
                  <a:srgbClr val="767676"/>
                </a:solidFill>
                <a:latin typeface="Verdana" pitchFamily="34" charset="0"/>
              </a:defRPr>
            </a:lvl6pPr>
            <a:lvl7pPr marL="2971800" indent="-228600" algn="ctr" eaLnBrk="0" fontAlgn="base" hangingPunct="0">
              <a:spcBef>
                <a:spcPct val="0"/>
              </a:spcBef>
              <a:spcAft>
                <a:spcPct val="0"/>
              </a:spcAft>
              <a:defRPr sz="1100" b="1">
                <a:solidFill>
                  <a:srgbClr val="767676"/>
                </a:solidFill>
                <a:latin typeface="Verdana" pitchFamily="34" charset="0"/>
              </a:defRPr>
            </a:lvl7pPr>
            <a:lvl8pPr marL="3429000" indent="-228600" algn="ctr" eaLnBrk="0" fontAlgn="base" hangingPunct="0">
              <a:spcBef>
                <a:spcPct val="0"/>
              </a:spcBef>
              <a:spcAft>
                <a:spcPct val="0"/>
              </a:spcAft>
              <a:defRPr sz="1100" b="1">
                <a:solidFill>
                  <a:srgbClr val="767676"/>
                </a:solidFill>
                <a:latin typeface="Verdana" pitchFamily="34" charset="0"/>
              </a:defRPr>
            </a:lvl8pPr>
            <a:lvl9pPr marL="3886200" indent="-228600" algn="ctr" eaLnBrk="0" fontAlgn="base" hangingPunct="0">
              <a:spcBef>
                <a:spcPct val="0"/>
              </a:spcBef>
              <a:spcAft>
                <a:spcPct val="0"/>
              </a:spcAft>
              <a:defRPr sz="1100" b="1">
                <a:solidFill>
                  <a:srgbClr val="767676"/>
                </a:solidFill>
                <a:latin typeface="Verdana" pitchFamily="34" charset="0"/>
              </a:defRPr>
            </a:lvl9pPr>
          </a:lstStyle>
          <a:p>
            <a:pPr eaLnBrk="0" fontAlgn="base" hangingPunct="0">
              <a:lnSpc>
                <a:spcPct val="80000"/>
              </a:lnSpc>
              <a:spcBef>
                <a:spcPct val="50000"/>
              </a:spcBef>
              <a:spcAft>
                <a:spcPct val="0"/>
              </a:spcAft>
              <a:defRPr/>
            </a:pPr>
            <a:r>
              <a:rPr lang="es-ES" sz="1300" kern="0" dirty="0">
                <a:solidFill>
                  <a:srgbClr val="000000"/>
                </a:solidFill>
                <a:latin typeface="Arial" charset="0"/>
              </a:rPr>
              <a:t>ES:</a:t>
            </a:r>
            <a:r>
              <a:rPr lang="es-ES" sz="1300" b="0" kern="0" dirty="0">
                <a:solidFill>
                  <a:srgbClr val="000000"/>
                </a:solidFill>
                <a:latin typeface="Arial" charset="0"/>
              </a:rPr>
              <a:t> </a:t>
            </a:r>
            <a:r>
              <a:rPr lang="es-PE" sz="1300" b="0" kern="0" dirty="0" err="1">
                <a:solidFill>
                  <a:srgbClr val="000000"/>
                </a:solidFill>
                <a:latin typeface="Arial" charset="0"/>
              </a:rPr>
              <a:t>Early</a:t>
            </a:r>
            <a:r>
              <a:rPr lang="es-PE" sz="1300" b="0" kern="0" dirty="0">
                <a:solidFill>
                  <a:srgbClr val="000000"/>
                </a:solidFill>
                <a:latin typeface="Arial" charset="0"/>
              </a:rPr>
              <a:t> </a:t>
            </a:r>
            <a:r>
              <a:rPr lang="es-PE" sz="1300" b="0" kern="0" dirty="0" err="1">
                <a:solidFill>
                  <a:srgbClr val="000000"/>
                </a:solidFill>
                <a:latin typeface="Arial" charset="0"/>
              </a:rPr>
              <a:t>Start</a:t>
            </a:r>
            <a:r>
              <a:rPr lang="es-PE" sz="1300" b="0" kern="0" dirty="0">
                <a:solidFill>
                  <a:srgbClr val="000000"/>
                </a:solidFill>
                <a:latin typeface="Arial" charset="0"/>
              </a:rPr>
              <a:t>: Inicio Temprano</a:t>
            </a:r>
          </a:p>
          <a:p>
            <a:pPr eaLnBrk="0" fontAlgn="base" hangingPunct="0">
              <a:lnSpc>
                <a:spcPct val="80000"/>
              </a:lnSpc>
              <a:spcBef>
                <a:spcPct val="50000"/>
              </a:spcBef>
              <a:spcAft>
                <a:spcPct val="0"/>
              </a:spcAft>
              <a:defRPr/>
            </a:pPr>
            <a:r>
              <a:rPr lang="es-ES" sz="1300" kern="0" dirty="0">
                <a:solidFill>
                  <a:srgbClr val="000000"/>
                </a:solidFill>
                <a:latin typeface="Arial" charset="0"/>
              </a:rPr>
              <a:t>EF:</a:t>
            </a:r>
            <a:r>
              <a:rPr lang="es-ES" sz="1300" b="0" kern="0" dirty="0">
                <a:solidFill>
                  <a:srgbClr val="000000"/>
                </a:solidFill>
                <a:latin typeface="Arial" charset="0"/>
              </a:rPr>
              <a:t> </a:t>
            </a:r>
            <a:r>
              <a:rPr lang="es-PE" sz="1300" b="0" kern="0" dirty="0" err="1">
                <a:solidFill>
                  <a:srgbClr val="000000"/>
                </a:solidFill>
                <a:latin typeface="Arial" charset="0"/>
              </a:rPr>
              <a:t>Early</a:t>
            </a:r>
            <a:r>
              <a:rPr lang="es-PE" sz="1300" b="0" kern="0" dirty="0">
                <a:solidFill>
                  <a:srgbClr val="000000"/>
                </a:solidFill>
                <a:latin typeface="Arial" charset="0"/>
              </a:rPr>
              <a:t> </a:t>
            </a:r>
            <a:r>
              <a:rPr lang="es-PE" sz="1300" b="0" kern="0" dirty="0" err="1">
                <a:solidFill>
                  <a:srgbClr val="000000"/>
                </a:solidFill>
                <a:latin typeface="Arial" charset="0"/>
              </a:rPr>
              <a:t>Finish</a:t>
            </a:r>
            <a:r>
              <a:rPr lang="es-PE" sz="1300" b="0" kern="0" dirty="0">
                <a:solidFill>
                  <a:srgbClr val="000000"/>
                </a:solidFill>
                <a:latin typeface="Arial" charset="0"/>
              </a:rPr>
              <a:t>: Fin Temprano</a:t>
            </a:r>
          </a:p>
          <a:p>
            <a:pPr eaLnBrk="0" fontAlgn="base" hangingPunct="0">
              <a:lnSpc>
                <a:spcPct val="80000"/>
              </a:lnSpc>
              <a:spcBef>
                <a:spcPct val="50000"/>
              </a:spcBef>
              <a:spcAft>
                <a:spcPct val="0"/>
              </a:spcAft>
              <a:defRPr/>
            </a:pPr>
            <a:r>
              <a:rPr lang="es-ES" sz="1300" kern="0" dirty="0">
                <a:solidFill>
                  <a:srgbClr val="000000"/>
                </a:solidFill>
                <a:latin typeface="Arial" charset="0"/>
              </a:rPr>
              <a:t>LS:</a:t>
            </a:r>
            <a:r>
              <a:rPr lang="es-ES" sz="1300" b="0" kern="0" dirty="0">
                <a:solidFill>
                  <a:srgbClr val="000000"/>
                </a:solidFill>
                <a:latin typeface="Arial" charset="0"/>
              </a:rPr>
              <a:t> </a:t>
            </a:r>
            <a:r>
              <a:rPr lang="es-PE" sz="1300" b="0" kern="0" dirty="0">
                <a:solidFill>
                  <a:srgbClr val="000000"/>
                </a:solidFill>
                <a:latin typeface="Arial" charset="0"/>
              </a:rPr>
              <a:t>Late </a:t>
            </a:r>
            <a:r>
              <a:rPr lang="es-PE" sz="1300" b="0" kern="0" dirty="0" err="1">
                <a:solidFill>
                  <a:srgbClr val="000000"/>
                </a:solidFill>
                <a:latin typeface="Arial" charset="0"/>
              </a:rPr>
              <a:t>Start</a:t>
            </a:r>
            <a:r>
              <a:rPr lang="es-PE" sz="1300" b="0" kern="0" dirty="0">
                <a:solidFill>
                  <a:srgbClr val="000000"/>
                </a:solidFill>
                <a:latin typeface="Arial" charset="0"/>
              </a:rPr>
              <a:t>: Inicio Tardío</a:t>
            </a:r>
          </a:p>
          <a:p>
            <a:pPr eaLnBrk="0" fontAlgn="base" hangingPunct="0">
              <a:lnSpc>
                <a:spcPct val="80000"/>
              </a:lnSpc>
              <a:spcBef>
                <a:spcPct val="50000"/>
              </a:spcBef>
              <a:spcAft>
                <a:spcPct val="0"/>
              </a:spcAft>
              <a:defRPr/>
            </a:pPr>
            <a:r>
              <a:rPr lang="es-ES" sz="1300" kern="0" dirty="0">
                <a:solidFill>
                  <a:srgbClr val="000000"/>
                </a:solidFill>
                <a:latin typeface="Arial" charset="0"/>
              </a:rPr>
              <a:t>LF:</a:t>
            </a:r>
            <a:r>
              <a:rPr lang="es-ES" sz="1300" b="0" kern="0" dirty="0">
                <a:solidFill>
                  <a:srgbClr val="000000"/>
                </a:solidFill>
                <a:latin typeface="Arial" charset="0"/>
              </a:rPr>
              <a:t> </a:t>
            </a:r>
            <a:r>
              <a:rPr lang="es-PE" sz="1300" b="0" kern="0" dirty="0">
                <a:solidFill>
                  <a:srgbClr val="000000"/>
                </a:solidFill>
                <a:latin typeface="Arial" charset="0"/>
              </a:rPr>
              <a:t>Late </a:t>
            </a:r>
            <a:r>
              <a:rPr lang="es-PE" sz="1300" b="0" kern="0" dirty="0" err="1">
                <a:solidFill>
                  <a:srgbClr val="000000"/>
                </a:solidFill>
                <a:latin typeface="Arial" charset="0"/>
              </a:rPr>
              <a:t>Finish</a:t>
            </a:r>
            <a:r>
              <a:rPr lang="es-PE" sz="1300" b="0" kern="0" dirty="0">
                <a:solidFill>
                  <a:srgbClr val="000000"/>
                </a:solidFill>
                <a:latin typeface="Arial" charset="0"/>
              </a:rPr>
              <a:t>: Fin Tardío</a:t>
            </a:r>
          </a:p>
          <a:p>
            <a:pPr eaLnBrk="0" fontAlgn="base" hangingPunct="0">
              <a:lnSpc>
                <a:spcPct val="80000"/>
              </a:lnSpc>
              <a:spcBef>
                <a:spcPct val="50000"/>
              </a:spcBef>
              <a:spcAft>
                <a:spcPct val="0"/>
              </a:spcAft>
              <a:defRPr/>
            </a:pPr>
            <a:r>
              <a:rPr lang="es-ES" sz="1300" kern="0" dirty="0">
                <a:solidFill>
                  <a:srgbClr val="000000"/>
                </a:solidFill>
                <a:latin typeface="Arial" charset="0"/>
              </a:rPr>
              <a:t>D:</a:t>
            </a:r>
            <a:r>
              <a:rPr lang="es-ES" sz="1300" b="0" kern="0" dirty="0">
                <a:solidFill>
                  <a:srgbClr val="000000"/>
                </a:solidFill>
                <a:latin typeface="Arial" charset="0"/>
              </a:rPr>
              <a:t>   </a:t>
            </a:r>
            <a:r>
              <a:rPr lang="es-PE" sz="1300" b="0" kern="0" dirty="0" err="1">
                <a:solidFill>
                  <a:srgbClr val="000000"/>
                </a:solidFill>
                <a:latin typeface="Arial" charset="0"/>
              </a:rPr>
              <a:t>Duration</a:t>
            </a:r>
            <a:r>
              <a:rPr lang="es-PE" sz="1300" b="0" kern="0" dirty="0">
                <a:solidFill>
                  <a:srgbClr val="000000"/>
                </a:solidFill>
                <a:latin typeface="Arial" charset="0"/>
              </a:rPr>
              <a:t>: Duración</a:t>
            </a:r>
          </a:p>
        </p:txBody>
      </p:sp>
      <p:sp>
        <p:nvSpPr>
          <p:cNvPr id="39" name="Text Box 109"/>
          <p:cNvSpPr txBox="1">
            <a:spLocks noChangeArrowheads="1"/>
          </p:cNvSpPr>
          <p:nvPr/>
        </p:nvSpPr>
        <p:spPr bwMode="auto">
          <a:xfrm>
            <a:off x="7620762" y="1941276"/>
            <a:ext cx="1871663"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a:spAutoFit/>
          </a:bodyPr>
          <a:lstStyle>
            <a:lvl1pPr>
              <a:defRPr sz="1100" b="1">
                <a:solidFill>
                  <a:srgbClr val="767676"/>
                </a:solidFill>
                <a:latin typeface="Verdana" pitchFamily="34" charset="0"/>
              </a:defRPr>
            </a:lvl1pPr>
            <a:lvl2pPr marL="742950" indent="-285750">
              <a:defRPr sz="1100" b="1">
                <a:solidFill>
                  <a:srgbClr val="767676"/>
                </a:solidFill>
                <a:latin typeface="Verdana" pitchFamily="34" charset="0"/>
              </a:defRPr>
            </a:lvl2pPr>
            <a:lvl3pPr marL="1143000" indent="-228600">
              <a:defRPr sz="1100" b="1">
                <a:solidFill>
                  <a:srgbClr val="767676"/>
                </a:solidFill>
                <a:latin typeface="Verdana" pitchFamily="34" charset="0"/>
              </a:defRPr>
            </a:lvl3pPr>
            <a:lvl4pPr marL="1600200" indent="-228600">
              <a:defRPr sz="1100" b="1">
                <a:solidFill>
                  <a:srgbClr val="767676"/>
                </a:solidFill>
                <a:latin typeface="Verdana" pitchFamily="34" charset="0"/>
              </a:defRPr>
            </a:lvl4pPr>
            <a:lvl5pPr marL="2057400" indent="-228600">
              <a:defRPr sz="1100" b="1">
                <a:solidFill>
                  <a:srgbClr val="767676"/>
                </a:solidFill>
                <a:latin typeface="Verdana" pitchFamily="34" charset="0"/>
              </a:defRPr>
            </a:lvl5pPr>
            <a:lvl6pPr marL="2514600" indent="-228600" algn="ctr" eaLnBrk="0" fontAlgn="base" hangingPunct="0">
              <a:spcBef>
                <a:spcPct val="0"/>
              </a:spcBef>
              <a:spcAft>
                <a:spcPct val="0"/>
              </a:spcAft>
              <a:defRPr sz="1100" b="1">
                <a:solidFill>
                  <a:srgbClr val="767676"/>
                </a:solidFill>
                <a:latin typeface="Verdana" pitchFamily="34" charset="0"/>
              </a:defRPr>
            </a:lvl6pPr>
            <a:lvl7pPr marL="2971800" indent="-228600" algn="ctr" eaLnBrk="0" fontAlgn="base" hangingPunct="0">
              <a:spcBef>
                <a:spcPct val="0"/>
              </a:spcBef>
              <a:spcAft>
                <a:spcPct val="0"/>
              </a:spcAft>
              <a:defRPr sz="1100" b="1">
                <a:solidFill>
                  <a:srgbClr val="767676"/>
                </a:solidFill>
                <a:latin typeface="Verdana" pitchFamily="34" charset="0"/>
              </a:defRPr>
            </a:lvl7pPr>
            <a:lvl8pPr marL="3429000" indent="-228600" algn="ctr" eaLnBrk="0" fontAlgn="base" hangingPunct="0">
              <a:spcBef>
                <a:spcPct val="0"/>
              </a:spcBef>
              <a:spcAft>
                <a:spcPct val="0"/>
              </a:spcAft>
              <a:defRPr sz="1100" b="1">
                <a:solidFill>
                  <a:srgbClr val="767676"/>
                </a:solidFill>
                <a:latin typeface="Verdana" pitchFamily="34" charset="0"/>
              </a:defRPr>
            </a:lvl8pPr>
            <a:lvl9pPr marL="3886200" indent="-228600" algn="ctr" eaLnBrk="0" fontAlgn="base" hangingPunct="0">
              <a:spcBef>
                <a:spcPct val="0"/>
              </a:spcBef>
              <a:spcAft>
                <a:spcPct val="0"/>
              </a:spcAft>
              <a:defRPr sz="1100" b="1">
                <a:solidFill>
                  <a:srgbClr val="767676"/>
                </a:solidFill>
                <a:latin typeface="Verdana" pitchFamily="34" charset="0"/>
              </a:defRPr>
            </a:lvl9pPr>
          </a:lstStyle>
          <a:p>
            <a:pPr marL="0" marR="0" lvl="0" indent="0" defTabSz="914400" eaLnBrk="0" fontAlgn="base" latinLnBrk="0" hangingPunct="0">
              <a:lnSpc>
                <a:spcPct val="100000"/>
              </a:lnSpc>
              <a:spcBef>
                <a:spcPct val="50000"/>
              </a:spcBef>
              <a:spcAft>
                <a:spcPct val="0"/>
              </a:spcAft>
              <a:buClrTx/>
              <a:buSzTx/>
              <a:buFontTx/>
              <a:buNone/>
              <a:tabLst/>
              <a:defRPr/>
            </a:pPr>
            <a:r>
              <a:rPr kumimoji="0" lang="es-ES" sz="1200" b="1" i="0" u="none" strike="noStrike" kern="0" cap="none" spc="0" normalizeH="0" baseline="0" noProof="0">
                <a:ln>
                  <a:noFill/>
                </a:ln>
                <a:solidFill>
                  <a:srgbClr val="000000"/>
                </a:solidFill>
                <a:effectLst/>
                <a:uLnTx/>
                <a:uFillTx/>
                <a:latin typeface="Verdana" pitchFamily="34" charset="0"/>
              </a:rPr>
              <a:t>Holgura:</a:t>
            </a:r>
          </a:p>
          <a:p>
            <a:pPr marL="0" marR="0" lvl="0" indent="0" defTabSz="914400" eaLnBrk="0" fontAlgn="base" latinLnBrk="0" hangingPunct="0">
              <a:lnSpc>
                <a:spcPct val="100000"/>
              </a:lnSpc>
              <a:spcBef>
                <a:spcPct val="50000"/>
              </a:spcBef>
              <a:spcAft>
                <a:spcPct val="0"/>
              </a:spcAft>
              <a:buClrTx/>
              <a:buSzTx/>
              <a:buFontTx/>
              <a:buNone/>
              <a:tabLst/>
              <a:defRPr/>
            </a:pPr>
            <a:r>
              <a:rPr kumimoji="0" lang="es-ES" sz="1200" b="1" i="0" u="none" strike="noStrike" kern="0" cap="none" spc="0" normalizeH="0" baseline="0" noProof="0">
                <a:ln>
                  <a:noFill/>
                </a:ln>
                <a:solidFill>
                  <a:srgbClr val="000000"/>
                </a:solidFill>
                <a:effectLst/>
                <a:uLnTx/>
                <a:uFillTx/>
                <a:latin typeface="Verdana" pitchFamily="34" charset="0"/>
              </a:rPr>
              <a:t>LF – EF = LS - ES</a:t>
            </a:r>
            <a:endParaRPr kumimoji="0" lang="es-PE" sz="1200" b="1" i="0" u="none" strike="noStrike" kern="0" cap="none" spc="0" normalizeH="0" baseline="0" noProof="0">
              <a:ln>
                <a:noFill/>
              </a:ln>
              <a:solidFill>
                <a:srgbClr val="000000"/>
              </a:solidFill>
              <a:effectLst/>
              <a:uLnTx/>
              <a:uFillTx/>
              <a:latin typeface="Verdana" pitchFamily="34" charset="0"/>
            </a:endParaRPr>
          </a:p>
        </p:txBody>
      </p:sp>
      <p:sp>
        <p:nvSpPr>
          <p:cNvPr id="40" name="Line 110"/>
          <p:cNvSpPr>
            <a:spLocks noChangeShapeType="1"/>
          </p:cNvSpPr>
          <p:nvPr/>
        </p:nvSpPr>
        <p:spPr bwMode="auto">
          <a:xfrm>
            <a:off x="5028375" y="2231789"/>
            <a:ext cx="1584325" cy="0"/>
          </a:xfrm>
          <a:prstGeom prst="line">
            <a:avLst/>
          </a:prstGeom>
          <a:noFill/>
          <a:ln w="381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pPr algn="ctr" eaLnBrk="0" fontAlgn="base" hangingPunct="0">
              <a:spcBef>
                <a:spcPct val="0"/>
              </a:spcBef>
              <a:spcAft>
                <a:spcPct val="0"/>
              </a:spcAft>
            </a:pPr>
            <a:endParaRPr lang="en-US" sz="1100" b="1">
              <a:solidFill>
                <a:srgbClr val="767676"/>
              </a:solidFill>
              <a:latin typeface="Verdana" pitchFamily="34" charset="0"/>
            </a:endParaRPr>
          </a:p>
        </p:txBody>
      </p:sp>
      <p:sp>
        <p:nvSpPr>
          <p:cNvPr id="41" name="Line 111"/>
          <p:cNvSpPr>
            <a:spLocks noChangeShapeType="1"/>
          </p:cNvSpPr>
          <p:nvPr/>
        </p:nvSpPr>
        <p:spPr bwMode="auto">
          <a:xfrm flipH="1">
            <a:off x="5028375" y="3239851"/>
            <a:ext cx="1584325" cy="0"/>
          </a:xfrm>
          <a:prstGeom prst="line">
            <a:avLst/>
          </a:prstGeom>
          <a:noFill/>
          <a:ln w="381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pPr algn="ctr" eaLnBrk="0" fontAlgn="base" hangingPunct="0">
              <a:spcBef>
                <a:spcPct val="0"/>
              </a:spcBef>
              <a:spcAft>
                <a:spcPct val="0"/>
              </a:spcAft>
            </a:pPr>
            <a:endParaRPr lang="en-US" sz="1100" b="1">
              <a:solidFill>
                <a:srgbClr val="767676"/>
              </a:solidFill>
              <a:latin typeface="Verdana" pitchFamily="34" charset="0"/>
            </a:endParaRPr>
          </a:p>
        </p:txBody>
      </p:sp>
      <p:sp>
        <p:nvSpPr>
          <p:cNvPr id="42" name="Rectangle 113"/>
          <p:cNvSpPr>
            <a:spLocks noChangeArrowheads="1"/>
          </p:cNvSpPr>
          <p:nvPr/>
        </p:nvSpPr>
        <p:spPr bwMode="auto">
          <a:xfrm>
            <a:off x="7720775" y="2558814"/>
            <a:ext cx="258762"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eaLnBrk="0" fontAlgn="base" hangingPunct="0">
              <a:spcBef>
                <a:spcPct val="0"/>
              </a:spcBef>
              <a:spcAft>
                <a:spcPct val="0"/>
              </a:spcAft>
            </a:pPr>
            <a:r>
              <a:rPr lang="es-PE" sz="1300" b="1">
                <a:solidFill>
                  <a:srgbClr val="000000"/>
                </a:solidFill>
                <a:latin typeface="Arial" charset="0"/>
              </a:rPr>
              <a:t>TF:</a:t>
            </a:r>
            <a:endParaRPr lang="es-PE" sz="1100" b="1">
              <a:solidFill>
                <a:srgbClr val="767676"/>
              </a:solidFill>
              <a:latin typeface="Verdana" pitchFamily="34" charset="0"/>
            </a:endParaRPr>
          </a:p>
        </p:txBody>
      </p:sp>
      <p:sp>
        <p:nvSpPr>
          <p:cNvPr id="43" name="Rectangle 114"/>
          <p:cNvSpPr>
            <a:spLocks noChangeArrowheads="1"/>
          </p:cNvSpPr>
          <p:nvPr/>
        </p:nvSpPr>
        <p:spPr bwMode="auto">
          <a:xfrm>
            <a:off x="8009700" y="2563576"/>
            <a:ext cx="1914525"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eaLnBrk="0" fontAlgn="base" hangingPunct="0">
              <a:spcBef>
                <a:spcPct val="0"/>
              </a:spcBef>
              <a:spcAft>
                <a:spcPct val="0"/>
              </a:spcAft>
            </a:pPr>
            <a:r>
              <a:rPr lang="es-PE" sz="1300">
                <a:solidFill>
                  <a:srgbClr val="000000"/>
                </a:solidFill>
                <a:latin typeface="Arial" charset="0"/>
              </a:rPr>
              <a:t>Total Float : Holgura Total</a:t>
            </a:r>
            <a:endParaRPr lang="es-PE" sz="1100" b="1">
              <a:solidFill>
                <a:srgbClr val="767676"/>
              </a:solidFill>
              <a:latin typeface="Verdana" pitchFamily="34" charset="0"/>
            </a:endParaRPr>
          </a:p>
        </p:txBody>
      </p:sp>
      <p:sp>
        <p:nvSpPr>
          <p:cNvPr id="44" name="Rectangle 115"/>
          <p:cNvSpPr>
            <a:spLocks noChangeArrowheads="1"/>
          </p:cNvSpPr>
          <p:nvPr/>
        </p:nvSpPr>
        <p:spPr bwMode="auto">
          <a:xfrm>
            <a:off x="7722362" y="2863614"/>
            <a:ext cx="258763"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eaLnBrk="0" fontAlgn="base" hangingPunct="0">
              <a:spcBef>
                <a:spcPct val="0"/>
              </a:spcBef>
              <a:spcAft>
                <a:spcPct val="0"/>
              </a:spcAft>
            </a:pPr>
            <a:r>
              <a:rPr lang="es-PE" sz="1300" b="1">
                <a:solidFill>
                  <a:srgbClr val="000000"/>
                </a:solidFill>
                <a:latin typeface="Arial" charset="0"/>
              </a:rPr>
              <a:t>FF:</a:t>
            </a:r>
            <a:endParaRPr lang="es-PE" sz="1100" b="1">
              <a:solidFill>
                <a:srgbClr val="767676"/>
              </a:solidFill>
              <a:latin typeface="Verdana" pitchFamily="34" charset="0"/>
            </a:endParaRPr>
          </a:p>
        </p:txBody>
      </p:sp>
      <p:sp>
        <p:nvSpPr>
          <p:cNvPr id="45" name="Rectangle 116"/>
          <p:cNvSpPr>
            <a:spLocks noChangeArrowheads="1"/>
          </p:cNvSpPr>
          <p:nvPr/>
        </p:nvSpPr>
        <p:spPr bwMode="auto">
          <a:xfrm>
            <a:off x="8023987" y="2868376"/>
            <a:ext cx="1887538"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eaLnBrk="0" fontAlgn="base" hangingPunct="0">
              <a:spcBef>
                <a:spcPct val="0"/>
              </a:spcBef>
              <a:spcAft>
                <a:spcPct val="0"/>
              </a:spcAft>
            </a:pPr>
            <a:r>
              <a:rPr lang="es-PE" sz="1300">
                <a:solidFill>
                  <a:srgbClr val="000000"/>
                </a:solidFill>
                <a:latin typeface="Arial" charset="0"/>
              </a:rPr>
              <a:t>Free Float : Holgura Libre</a:t>
            </a:r>
            <a:endParaRPr lang="es-PE" sz="1100" b="1">
              <a:solidFill>
                <a:srgbClr val="767676"/>
              </a:solidFill>
              <a:latin typeface="Verdana" pitchFamily="34" charset="0"/>
            </a:endParaRPr>
          </a:p>
        </p:txBody>
      </p:sp>
      <p:sp>
        <p:nvSpPr>
          <p:cNvPr id="46" name="Text Box 117"/>
          <p:cNvSpPr txBox="1">
            <a:spLocks noChangeArrowheads="1"/>
          </p:cNvSpPr>
          <p:nvPr/>
        </p:nvSpPr>
        <p:spPr bwMode="auto">
          <a:xfrm>
            <a:off x="4812475" y="1942864"/>
            <a:ext cx="2449512" cy="260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a:spAutoFit/>
          </a:bodyPr>
          <a:lstStyle>
            <a:lvl1pPr>
              <a:defRPr sz="1100" b="1">
                <a:solidFill>
                  <a:srgbClr val="767676"/>
                </a:solidFill>
                <a:latin typeface="Verdana" pitchFamily="34" charset="0"/>
              </a:defRPr>
            </a:lvl1pPr>
            <a:lvl2pPr marL="742950" indent="-285750">
              <a:defRPr sz="1100" b="1">
                <a:solidFill>
                  <a:srgbClr val="767676"/>
                </a:solidFill>
                <a:latin typeface="Verdana" pitchFamily="34" charset="0"/>
              </a:defRPr>
            </a:lvl2pPr>
            <a:lvl3pPr marL="1143000" indent="-228600">
              <a:defRPr sz="1100" b="1">
                <a:solidFill>
                  <a:srgbClr val="767676"/>
                </a:solidFill>
                <a:latin typeface="Verdana" pitchFamily="34" charset="0"/>
              </a:defRPr>
            </a:lvl3pPr>
            <a:lvl4pPr marL="1600200" indent="-228600">
              <a:defRPr sz="1100" b="1">
                <a:solidFill>
                  <a:srgbClr val="767676"/>
                </a:solidFill>
                <a:latin typeface="Verdana" pitchFamily="34" charset="0"/>
              </a:defRPr>
            </a:lvl4pPr>
            <a:lvl5pPr marL="2057400" indent="-228600">
              <a:defRPr sz="1100" b="1">
                <a:solidFill>
                  <a:srgbClr val="767676"/>
                </a:solidFill>
                <a:latin typeface="Verdana" pitchFamily="34" charset="0"/>
              </a:defRPr>
            </a:lvl5pPr>
            <a:lvl6pPr marL="2514600" indent="-228600" algn="ctr" eaLnBrk="0" fontAlgn="base" hangingPunct="0">
              <a:spcBef>
                <a:spcPct val="0"/>
              </a:spcBef>
              <a:spcAft>
                <a:spcPct val="0"/>
              </a:spcAft>
              <a:defRPr sz="1100" b="1">
                <a:solidFill>
                  <a:srgbClr val="767676"/>
                </a:solidFill>
                <a:latin typeface="Verdana" pitchFamily="34" charset="0"/>
              </a:defRPr>
            </a:lvl6pPr>
            <a:lvl7pPr marL="2971800" indent="-228600" algn="ctr" eaLnBrk="0" fontAlgn="base" hangingPunct="0">
              <a:spcBef>
                <a:spcPct val="0"/>
              </a:spcBef>
              <a:spcAft>
                <a:spcPct val="0"/>
              </a:spcAft>
              <a:defRPr sz="1100" b="1">
                <a:solidFill>
                  <a:srgbClr val="767676"/>
                </a:solidFill>
                <a:latin typeface="Verdana" pitchFamily="34" charset="0"/>
              </a:defRPr>
            </a:lvl7pPr>
            <a:lvl8pPr marL="3429000" indent="-228600" algn="ctr" eaLnBrk="0" fontAlgn="base" hangingPunct="0">
              <a:spcBef>
                <a:spcPct val="0"/>
              </a:spcBef>
              <a:spcAft>
                <a:spcPct val="0"/>
              </a:spcAft>
              <a:defRPr sz="1100" b="1">
                <a:solidFill>
                  <a:srgbClr val="767676"/>
                </a:solidFill>
                <a:latin typeface="Verdana" pitchFamily="34" charset="0"/>
              </a:defRPr>
            </a:lvl8pPr>
            <a:lvl9pPr marL="3886200" indent="-228600" algn="ctr" eaLnBrk="0" fontAlgn="base" hangingPunct="0">
              <a:spcBef>
                <a:spcPct val="0"/>
              </a:spcBef>
              <a:spcAft>
                <a:spcPct val="0"/>
              </a:spcAft>
              <a:defRPr sz="1100" b="1">
                <a:solidFill>
                  <a:srgbClr val="767676"/>
                </a:solidFill>
                <a:latin typeface="Verdana" pitchFamily="34" charset="0"/>
              </a:defRPr>
            </a:lvl9pPr>
          </a:lstStyle>
          <a:p>
            <a:pPr marL="0" marR="0" lvl="0" indent="0" defTabSz="914400" eaLnBrk="0" fontAlgn="base" latinLnBrk="0" hangingPunct="0">
              <a:lnSpc>
                <a:spcPct val="100000"/>
              </a:lnSpc>
              <a:spcBef>
                <a:spcPct val="50000"/>
              </a:spcBef>
              <a:spcAft>
                <a:spcPct val="0"/>
              </a:spcAft>
              <a:buClrTx/>
              <a:buSzTx/>
              <a:buFontTx/>
              <a:buNone/>
              <a:tabLst/>
              <a:defRPr/>
            </a:pPr>
            <a:r>
              <a:rPr kumimoji="0" lang="es-ES" sz="1100" b="1" i="0" u="none" strike="noStrike" kern="0" cap="none" spc="0" normalizeH="0" baseline="0" noProof="0">
                <a:ln>
                  <a:noFill/>
                </a:ln>
                <a:solidFill>
                  <a:srgbClr val="000000"/>
                </a:solidFill>
                <a:effectLst/>
                <a:uLnTx/>
                <a:uFillTx/>
                <a:latin typeface="Verdana" pitchFamily="34" charset="0"/>
              </a:rPr>
              <a:t>Recorrido hacia adelante</a:t>
            </a:r>
            <a:endParaRPr kumimoji="0" lang="es-PE" sz="1100" b="1" i="0" u="none" strike="noStrike" kern="0" cap="none" spc="0" normalizeH="0" baseline="0" noProof="0">
              <a:ln>
                <a:noFill/>
              </a:ln>
              <a:solidFill>
                <a:srgbClr val="000000"/>
              </a:solidFill>
              <a:effectLst/>
              <a:uLnTx/>
              <a:uFillTx/>
              <a:latin typeface="Verdana" pitchFamily="34" charset="0"/>
            </a:endParaRPr>
          </a:p>
        </p:txBody>
      </p:sp>
      <p:sp>
        <p:nvSpPr>
          <p:cNvPr id="47" name="Text Box 118"/>
          <p:cNvSpPr txBox="1">
            <a:spLocks noChangeArrowheads="1"/>
          </p:cNvSpPr>
          <p:nvPr/>
        </p:nvSpPr>
        <p:spPr bwMode="auto">
          <a:xfrm>
            <a:off x="4956937" y="3266839"/>
            <a:ext cx="1943100" cy="260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a:spAutoFit/>
          </a:bodyPr>
          <a:lstStyle>
            <a:lvl1pPr>
              <a:defRPr sz="1100" b="1">
                <a:solidFill>
                  <a:srgbClr val="767676"/>
                </a:solidFill>
                <a:latin typeface="Verdana" pitchFamily="34" charset="0"/>
              </a:defRPr>
            </a:lvl1pPr>
            <a:lvl2pPr marL="742950" indent="-285750">
              <a:defRPr sz="1100" b="1">
                <a:solidFill>
                  <a:srgbClr val="767676"/>
                </a:solidFill>
                <a:latin typeface="Verdana" pitchFamily="34" charset="0"/>
              </a:defRPr>
            </a:lvl2pPr>
            <a:lvl3pPr marL="1143000" indent="-228600">
              <a:defRPr sz="1100" b="1">
                <a:solidFill>
                  <a:srgbClr val="767676"/>
                </a:solidFill>
                <a:latin typeface="Verdana" pitchFamily="34" charset="0"/>
              </a:defRPr>
            </a:lvl3pPr>
            <a:lvl4pPr marL="1600200" indent="-228600">
              <a:defRPr sz="1100" b="1">
                <a:solidFill>
                  <a:srgbClr val="767676"/>
                </a:solidFill>
                <a:latin typeface="Verdana" pitchFamily="34" charset="0"/>
              </a:defRPr>
            </a:lvl4pPr>
            <a:lvl5pPr marL="2057400" indent="-228600">
              <a:defRPr sz="1100" b="1">
                <a:solidFill>
                  <a:srgbClr val="767676"/>
                </a:solidFill>
                <a:latin typeface="Verdana" pitchFamily="34" charset="0"/>
              </a:defRPr>
            </a:lvl5pPr>
            <a:lvl6pPr marL="2514600" indent="-228600" algn="ctr" eaLnBrk="0" fontAlgn="base" hangingPunct="0">
              <a:spcBef>
                <a:spcPct val="0"/>
              </a:spcBef>
              <a:spcAft>
                <a:spcPct val="0"/>
              </a:spcAft>
              <a:defRPr sz="1100" b="1">
                <a:solidFill>
                  <a:srgbClr val="767676"/>
                </a:solidFill>
                <a:latin typeface="Verdana" pitchFamily="34" charset="0"/>
              </a:defRPr>
            </a:lvl6pPr>
            <a:lvl7pPr marL="2971800" indent="-228600" algn="ctr" eaLnBrk="0" fontAlgn="base" hangingPunct="0">
              <a:spcBef>
                <a:spcPct val="0"/>
              </a:spcBef>
              <a:spcAft>
                <a:spcPct val="0"/>
              </a:spcAft>
              <a:defRPr sz="1100" b="1">
                <a:solidFill>
                  <a:srgbClr val="767676"/>
                </a:solidFill>
                <a:latin typeface="Verdana" pitchFamily="34" charset="0"/>
              </a:defRPr>
            </a:lvl7pPr>
            <a:lvl8pPr marL="3429000" indent="-228600" algn="ctr" eaLnBrk="0" fontAlgn="base" hangingPunct="0">
              <a:spcBef>
                <a:spcPct val="0"/>
              </a:spcBef>
              <a:spcAft>
                <a:spcPct val="0"/>
              </a:spcAft>
              <a:defRPr sz="1100" b="1">
                <a:solidFill>
                  <a:srgbClr val="767676"/>
                </a:solidFill>
                <a:latin typeface="Verdana" pitchFamily="34" charset="0"/>
              </a:defRPr>
            </a:lvl8pPr>
            <a:lvl9pPr marL="3886200" indent="-228600" algn="ctr" eaLnBrk="0" fontAlgn="base" hangingPunct="0">
              <a:spcBef>
                <a:spcPct val="0"/>
              </a:spcBef>
              <a:spcAft>
                <a:spcPct val="0"/>
              </a:spcAft>
              <a:defRPr sz="1100" b="1">
                <a:solidFill>
                  <a:srgbClr val="767676"/>
                </a:solidFill>
                <a:latin typeface="Verdana" pitchFamily="34" charset="0"/>
              </a:defRPr>
            </a:lvl9pPr>
          </a:lstStyle>
          <a:p>
            <a:pPr marL="0" marR="0" lvl="0" indent="0" defTabSz="914400" eaLnBrk="0" fontAlgn="base" latinLnBrk="0" hangingPunct="0">
              <a:lnSpc>
                <a:spcPct val="100000"/>
              </a:lnSpc>
              <a:spcBef>
                <a:spcPct val="50000"/>
              </a:spcBef>
              <a:spcAft>
                <a:spcPct val="0"/>
              </a:spcAft>
              <a:buClrTx/>
              <a:buSzTx/>
              <a:buFontTx/>
              <a:buNone/>
              <a:tabLst/>
              <a:defRPr/>
            </a:pPr>
            <a:r>
              <a:rPr kumimoji="0" lang="es-ES" sz="1100" b="1" i="0" u="none" strike="noStrike" kern="0" cap="none" spc="0" normalizeH="0" baseline="0" noProof="0">
                <a:ln>
                  <a:noFill/>
                </a:ln>
                <a:solidFill>
                  <a:srgbClr val="000000"/>
                </a:solidFill>
                <a:effectLst/>
                <a:uLnTx/>
                <a:uFillTx/>
                <a:latin typeface="Verdana" pitchFamily="34" charset="0"/>
              </a:rPr>
              <a:t>Recorrido hacia atrás</a:t>
            </a:r>
            <a:endParaRPr kumimoji="0" lang="es-PE" sz="1100" b="1" i="0" u="none" strike="noStrike" kern="0" cap="none" spc="0" normalizeH="0" baseline="0" noProof="0">
              <a:ln>
                <a:noFill/>
              </a:ln>
              <a:solidFill>
                <a:srgbClr val="000000"/>
              </a:solidFill>
              <a:effectLst/>
              <a:uLnTx/>
              <a:uFillTx/>
              <a:latin typeface="Verdana" pitchFamily="34" charset="0"/>
            </a:endParaRPr>
          </a:p>
        </p:txBody>
      </p:sp>
      <p:sp>
        <p:nvSpPr>
          <p:cNvPr id="48" name="Rectangle 4"/>
          <p:cNvSpPr>
            <a:spLocks noChangeArrowheads="1"/>
          </p:cNvSpPr>
          <p:nvPr/>
        </p:nvSpPr>
        <p:spPr bwMode="auto">
          <a:xfrm>
            <a:off x="7850156" y="1312955"/>
            <a:ext cx="3770584" cy="412421"/>
          </a:xfrm>
          <a:prstGeom prst="rect">
            <a:avLst/>
          </a:prstGeom>
          <a:solidFill>
            <a:srgbClr val="FFFFCC"/>
          </a:solidFill>
          <a:ln>
            <a:solidFill>
              <a:schemeClr val="tx1"/>
            </a:solidFill>
          </a:ln>
        </p:spPr>
        <p:txBody>
          <a:bodyPr wrap="none">
            <a:spAutoFit/>
          </a:bodyPr>
          <a:lstStyle/>
          <a:p>
            <a:pPr algn="ctr" fontAlgn="base">
              <a:lnSpc>
                <a:spcPct val="130000"/>
              </a:lnSpc>
              <a:spcBef>
                <a:spcPct val="0"/>
              </a:spcBef>
              <a:spcAft>
                <a:spcPct val="0"/>
              </a:spcAft>
              <a:defRPr/>
            </a:pPr>
            <a:r>
              <a:rPr lang="es-ES_tradnl" sz="1600" b="1" kern="0" dirty="0">
                <a:solidFill>
                  <a:srgbClr val="000099"/>
                </a:solidFill>
                <a:latin typeface="Arial" pitchFamily="34" charset="0"/>
                <a:cs typeface="Arial" pitchFamily="34" charset="0"/>
              </a:rPr>
              <a:t>Ejemplo del m</a:t>
            </a:r>
            <a:r>
              <a:rPr lang="es-ES" sz="1600" b="1" kern="0" dirty="0">
                <a:solidFill>
                  <a:srgbClr val="000099"/>
                </a:solidFill>
                <a:latin typeface="Arial" pitchFamily="34" charset="0"/>
                <a:cs typeface="Arial" pitchFamily="34" charset="0"/>
              </a:rPr>
              <a:t>étodo de la ruta crítica</a:t>
            </a:r>
          </a:p>
        </p:txBody>
      </p:sp>
      <p:sp>
        <p:nvSpPr>
          <p:cNvPr id="4" name="Título 1">
            <a:extLst>
              <a:ext uri="{FF2B5EF4-FFF2-40B4-BE49-F238E27FC236}">
                <a16:creationId xmlns:a16="http://schemas.microsoft.com/office/drawing/2014/main" id="{FF3806FF-A738-8BB7-58F2-7736358BAF88}"/>
              </a:ext>
            </a:extLst>
          </p:cNvPr>
          <p:cNvSpPr>
            <a:spLocks noGrp="1"/>
          </p:cNvSpPr>
          <p:nvPr>
            <p:ph type="title"/>
          </p:nvPr>
        </p:nvSpPr>
        <p:spPr>
          <a:xfrm>
            <a:off x="292288" y="377263"/>
            <a:ext cx="9083723" cy="1325563"/>
          </a:xfrm>
        </p:spPr>
        <p:txBody>
          <a:bodyPr>
            <a:normAutofit/>
          </a:bodyPr>
          <a:lstStyle/>
          <a:p>
            <a:r>
              <a:rPr lang="es-ES" sz="4000" b="1" dirty="0"/>
              <a:t>03. ACTIVIDADES, SECUENCIAMIENTO, DURACIÓN Y HOLGURAS</a:t>
            </a:r>
            <a:endParaRPr lang="en-US" sz="4000" b="1" dirty="0"/>
          </a:p>
        </p:txBody>
      </p:sp>
      <p:pic>
        <p:nvPicPr>
          <p:cNvPr id="2" name="Imagen 1">
            <a:extLst>
              <a:ext uri="{FF2B5EF4-FFF2-40B4-BE49-F238E27FC236}">
                <a16:creationId xmlns:a16="http://schemas.microsoft.com/office/drawing/2014/main" id="{A9BBCE7E-CA4C-C01F-F2A6-14AABFF6A100}"/>
              </a:ext>
            </a:extLst>
          </p:cNvPr>
          <p:cNvPicPr>
            <a:picLocks noChangeAspect="1"/>
          </p:cNvPicPr>
          <p:nvPr/>
        </p:nvPicPr>
        <p:blipFill>
          <a:blip r:embed="rId2"/>
          <a:stretch>
            <a:fillRect/>
          </a:stretch>
        </p:blipFill>
        <p:spPr>
          <a:xfrm>
            <a:off x="9897686" y="5907116"/>
            <a:ext cx="2033588" cy="731810"/>
          </a:xfrm>
          <a:prstGeom prst="rect">
            <a:avLst/>
          </a:prstGeom>
        </p:spPr>
      </p:pic>
    </p:spTree>
    <p:extLst>
      <p:ext uri="{BB962C8B-B14F-4D97-AF65-F5344CB8AC3E}">
        <p14:creationId xmlns:p14="http://schemas.microsoft.com/office/powerpoint/2010/main" val="28230014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6" name="Group 80"/>
          <p:cNvGraphicFramePr>
            <a:graphicFrameLocks/>
          </p:cNvGraphicFramePr>
          <p:nvPr/>
        </p:nvGraphicFramePr>
        <p:xfrm>
          <a:off x="440163" y="2415094"/>
          <a:ext cx="3600450" cy="4257673"/>
        </p:xfrm>
        <a:graphic>
          <a:graphicData uri="http://schemas.openxmlformats.org/drawingml/2006/table">
            <a:tbl>
              <a:tblPr/>
              <a:tblGrid>
                <a:gridCol w="1008063">
                  <a:extLst>
                    <a:ext uri="{9D8B030D-6E8A-4147-A177-3AD203B41FA5}">
                      <a16:colId xmlns:a16="http://schemas.microsoft.com/office/drawing/2014/main" val="20000"/>
                    </a:ext>
                  </a:extLst>
                </a:gridCol>
                <a:gridCol w="1296987">
                  <a:extLst>
                    <a:ext uri="{9D8B030D-6E8A-4147-A177-3AD203B41FA5}">
                      <a16:colId xmlns:a16="http://schemas.microsoft.com/office/drawing/2014/main" val="20001"/>
                    </a:ext>
                  </a:extLst>
                </a:gridCol>
                <a:gridCol w="1295400">
                  <a:extLst>
                    <a:ext uri="{9D8B030D-6E8A-4147-A177-3AD203B41FA5}">
                      <a16:colId xmlns:a16="http://schemas.microsoft.com/office/drawing/2014/main" val="20002"/>
                    </a:ext>
                  </a:extLst>
                </a:gridCol>
              </a:tblGrid>
              <a:tr h="563067">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defTabSz="914400" rtl="0" eaLnBrk="1" fontAlgn="base" latinLnBrk="0" hangingPunct="1">
                        <a:lnSpc>
                          <a:spcPct val="100000"/>
                        </a:lnSpc>
                        <a:spcBef>
                          <a:spcPct val="20000"/>
                        </a:spcBef>
                        <a:spcAft>
                          <a:spcPct val="0"/>
                        </a:spcAft>
                        <a:buClr>
                          <a:schemeClr val="tx1"/>
                        </a:buClr>
                        <a:buSzPct val="70000"/>
                        <a:buFont typeface="Wingdings" pitchFamily="2" charset="2"/>
                        <a:buNone/>
                        <a:tabLst/>
                      </a:pPr>
                      <a:r>
                        <a:rPr kumimoji="0" lang="es-ES" sz="1400" b="1" i="0" u="none" strike="noStrike" cap="none" normalizeH="0" baseline="0" dirty="0">
                          <a:ln>
                            <a:noFill/>
                          </a:ln>
                          <a:solidFill>
                            <a:schemeClr val="tx2"/>
                          </a:solidFill>
                          <a:effectLst/>
                          <a:latin typeface="Arial" pitchFamily="34" charset="0"/>
                        </a:rPr>
                        <a:t>Actividad</a:t>
                      </a:r>
                      <a:endParaRPr kumimoji="0" lang="es-PE" sz="1400" b="1" i="0" u="none" strike="noStrike" cap="none" normalizeH="0" baseline="0" dirty="0">
                        <a:ln>
                          <a:noFill/>
                        </a:ln>
                        <a:solidFill>
                          <a:schemeClr val="tx2"/>
                        </a:solidFill>
                        <a:effectLst/>
                        <a:latin typeface="Arial" pitchFamily="34" charset="0"/>
                      </a:endParaRPr>
                    </a:p>
                  </a:txBody>
                  <a:tcPr marL="90000" marR="90000" marT="46806" marB="46806" horzOverflow="overflow">
                    <a:lnL w="28575" cap="flat" cmpd="sng" algn="ctr">
                      <a:solidFill>
                        <a:srgbClr val="336666"/>
                      </a:solidFill>
                      <a:prstDash val="solid"/>
                      <a:round/>
                      <a:headEnd type="none" w="med" len="med"/>
                      <a:tailEnd type="none" w="med" len="med"/>
                    </a:lnL>
                    <a:lnR w="12700" cap="flat" cmpd="sng" algn="ctr">
                      <a:solidFill>
                        <a:srgbClr val="336666"/>
                      </a:solidFill>
                      <a:prstDash val="solid"/>
                      <a:round/>
                      <a:headEnd type="none" w="med" len="med"/>
                      <a:tailEnd type="none" w="med" len="med"/>
                    </a:lnR>
                    <a:lnT w="28575" cap="flat" cmpd="sng" algn="ctr">
                      <a:solidFill>
                        <a:srgbClr val="336666"/>
                      </a:solidFill>
                      <a:prstDash val="solid"/>
                      <a:round/>
                      <a:headEnd type="none" w="med" len="med"/>
                      <a:tailEnd type="none" w="med" len="med"/>
                    </a:lnT>
                    <a:lnB w="12700" cap="flat" cmpd="sng" algn="ctr">
                      <a:solidFill>
                        <a:srgbClr val="336666"/>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defTabSz="914400" rtl="0" eaLnBrk="1" fontAlgn="base" latinLnBrk="0" hangingPunct="1">
                        <a:lnSpc>
                          <a:spcPct val="100000"/>
                        </a:lnSpc>
                        <a:spcBef>
                          <a:spcPct val="20000"/>
                        </a:spcBef>
                        <a:spcAft>
                          <a:spcPct val="0"/>
                        </a:spcAft>
                        <a:buClr>
                          <a:schemeClr val="tx1"/>
                        </a:buClr>
                        <a:buSzPct val="70000"/>
                        <a:buFont typeface="Wingdings" pitchFamily="2" charset="2"/>
                        <a:buNone/>
                        <a:tabLst/>
                      </a:pPr>
                      <a:r>
                        <a:rPr kumimoji="0" lang="es-ES" sz="1400" b="1" i="0" u="none" strike="noStrike" cap="none" normalizeH="0" baseline="0">
                          <a:ln>
                            <a:noFill/>
                          </a:ln>
                          <a:solidFill>
                            <a:schemeClr val="tx2"/>
                          </a:solidFill>
                          <a:effectLst/>
                          <a:latin typeface="Arial" pitchFamily="34" charset="0"/>
                        </a:rPr>
                        <a:t>Actividad predecesora</a:t>
                      </a:r>
                      <a:endParaRPr kumimoji="0" lang="es-PE" sz="1400" b="1" i="0" u="none" strike="noStrike" cap="none" normalizeH="0" baseline="0">
                        <a:ln>
                          <a:noFill/>
                        </a:ln>
                        <a:solidFill>
                          <a:schemeClr val="tx2"/>
                        </a:solidFill>
                        <a:effectLst/>
                        <a:latin typeface="Arial" pitchFamily="34" charset="0"/>
                      </a:endParaRPr>
                    </a:p>
                  </a:txBody>
                  <a:tcPr marL="90000" marR="90000" marT="46806" marB="46806" horzOverflow="overflow">
                    <a:lnL w="12700" cap="flat" cmpd="sng" algn="ctr">
                      <a:solidFill>
                        <a:srgbClr val="336666"/>
                      </a:solidFill>
                      <a:prstDash val="solid"/>
                      <a:round/>
                      <a:headEnd type="none" w="med" len="med"/>
                      <a:tailEnd type="none" w="med" len="med"/>
                    </a:lnL>
                    <a:lnR w="12700" cap="flat" cmpd="sng" algn="ctr">
                      <a:solidFill>
                        <a:srgbClr val="336666"/>
                      </a:solidFill>
                      <a:prstDash val="solid"/>
                      <a:round/>
                      <a:headEnd type="none" w="med" len="med"/>
                      <a:tailEnd type="none" w="med" len="med"/>
                    </a:lnR>
                    <a:lnT w="28575" cap="flat" cmpd="sng" algn="ctr">
                      <a:solidFill>
                        <a:srgbClr val="336666"/>
                      </a:solidFill>
                      <a:prstDash val="solid"/>
                      <a:round/>
                      <a:headEnd type="none" w="med" len="med"/>
                      <a:tailEnd type="none" w="med" len="med"/>
                    </a:lnT>
                    <a:lnB w="12700" cap="flat" cmpd="sng" algn="ctr">
                      <a:solidFill>
                        <a:srgbClr val="336666"/>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defTabSz="914400" rtl="0" eaLnBrk="1" fontAlgn="base" latinLnBrk="0" hangingPunct="1">
                        <a:lnSpc>
                          <a:spcPct val="100000"/>
                        </a:lnSpc>
                        <a:spcBef>
                          <a:spcPct val="20000"/>
                        </a:spcBef>
                        <a:spcAft>
                          <a:spcPct val="0"/>
                        </a:spcAft>
                        <a:buClr>
                          <a:schemeClr val="tx1"/>
                        </a:buClr>
                        <a:buSzPct val="70000"/>
                        <a:buFont typeface="Wingdings" pitchFamily="2" charset="2"/>
                        <a:buNone/>
                        <a:tabLst/>
                      </a:pPr>
                      <a:r>
                        <a:rPr kumimoji="0" lang="es-ES" sz="1400" b="1" i="0" u="none" strike="noStrike" cap="none" normalizeH="0" baseline="0">
                          <a:ln>
                            <a:noFill/>
                          </a:ln>
                          <a:solidFill>
                            <a:schemeClr val="tx2"/>
                          </a:solidFill>
                          <a:effectLst/>
                          <a:latin typeface="Arial" pitchFamily="34" charset="0"/>
                        </a:rPr>
                        <a:t>Estimado</a:t>
                      </a:r>
                    </a:p>
                    <a:p>
                      <a:pPr marL="0" marR="0" lvl="0" indent="0" algn="ctr" defTabSz="914400" rtl="0" eaLnBrk="1" fontAlgn="base" latinLnBrk="0" hangingPunct="1">
                        <a:lnSpc>
                          <a:spcPct val="100000"/>
                        </a:lnSpc>
                        <a:spcBef>
                          <a:spcPct val="20000"/>
                        </a:spcBef>
                        <a:spcAft>
                          <a:spcPct val="0"/>
                        </a:spcAft>
                        <a:buClr>
                          <a:schemeClr val="tx1"/>
                        </a:buClr>
                        <a:buSzPct val="70000"/>
                        <a:buFont typeface="Wingdings" pitchFamily="2" charset="2"/>
                        <a:buNone/>
                        <a:tabLst/>
                      </a:pPr>
                      <a:r>
                        <a:rPr kumimoji="0" lang="es-ES" sz="1400" b="1" i="0" u="none" strike="noStrike" cap="none" normalizeH="0" baseline="0">
                          <a:ln>
                            <a:noFill/>
                          </a:ln>
                          <a:solidFill>
                            <a:schemeClr val="tx2"/>
                          </a:solidFill>
                          <a:effectLst/>
                          <a:latin typeface="Arial" pitchFamily="34" charset="0"/>
                        </a:rPr>
                        <a:t>En meses</a:t>
                      </a:r>
                      <a:endParaRPr kumimoji="0" lang="es-PE" sz="1400" b="1" i="0" u="none" strike="noStrike" cap="none" normalizeH="0" baseline="0">
                        <a:ln>
                          <a:noFill/>
                        </a:ln>
                        <a:solidFill>
                          <a:schemeClr val="tx2"/>
                        </a:solidFill>
                        <a:effectLst/>
                        <a:latin typeface="Arial" pitchFamily="34" charset="0"/>
                      </a:endParaRPr>
                    </a:p>
                  </a:txBody>
                  <a:tcPr marL="90000" marR="90000" marT="46806" marB="46806" horzOverflow="overflow">
                    <a:lnL w="12700" cap="flat" cmpd="sng" algn="ctr">
                      <a:solidFill>
                        <a:srgbClr val="336666"/>
                      </a:solidFill>
                      <a:prstDash val="solid"/>
                      <a:round/>
                      <a:headEnd type="none" w="med" len="med"/>
                      <a:tailEnd type="none" w="med" len="med"/>
                    </a:lnL>
                    <a:lnR w="28575" cap="flat" cmpd="sng" algn="ctr">
                      <a:solidFill>
                        <a:srgbClr val="336666"/>
                      </a:solidFill>
                      <a:prstDash val="solid"/>
                      <a:round/>
                      <a:headEnd type="none" w="med" len="med"/>
                      <a:tailEnd type="none" w="med" len="med"/>
                    </a:lnR>
                    <a:lnT w="28575" cap="flat" cmpd="sng" algn="ctr">
                      <a:solidFill>
                        <a:srgbClr val="336666"/>
                      </a:solidFill>
                      <a:prstDash val="solid"/>
                      <a:round/>
                      <a:headEnd type="none" w="med" len="med"/>
                      <a:tailEnd type="none" w="med" len="med"/>
                    </a:lnT>
                    <a:lnB w="12700" cap="flat" cmpd="sng" algn="ctr">
                      <a:solidFill>
                        <a:srgbClr val="336666"/>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0"/>
                  </a:ext>
                </a:extLst>
              </a:tr>
              <a:tr h="368349">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l" defTabSz="914400" rtl="0" eaLnBrk="1" fontAlgn="base" latinLnBrk="0" hangingPunct="1">
                        <a:lnSpc>
                          <a:spcPct val="100000"/>
                        </a:lnSpc>
                        <a:spcBef>
                          <a:spcPct val="20000"/>
                        </a:spcBef>
                        <a:spcAft>
                          <a:spcPct val="0"/>
                        </a:spcAft>
                        <a:buClr>
                          <a:schemeClr val="tx1"/>
                        </a:buClr>
                        <a:buSzPct val="70000"/>
                        <a:buFont typeface="Wingdings" pitchFamily="2" charset="2"/>
                        <a:buNone/>
                        <a:tabLst/>
                      </a:pPr>
                      <a:r>
                        <a:rPr kumimoji="0" lang="es-ES" sz="1400" b="0" i="0" u="none" strike="noStrike" cap="none" normalizeH="0" baseline="0" dirty="0">
                          <a:ln>
                            <a:noFill/>
                          </a:ln>
                          <a:solidFill>
                            <a:schemeClr val="tx2"/>
                          </a:solidFill>
                          <a:effectLst/>
                          <a:latin typeface="Arial" pitchFamily="34" charset="0"/>
                        </a:rPr>
                        <a:t>Inicio</a:t>
                      </a:r>
                      <a:endParaRPr kumimoji="0" lang="es-PE" sz="1400" b="0" i="0" u="none" strike="noStrike" cap="none" normalizeH="0" baseline="0" dirty="0">
                        <a:ln>
                          <a:noFill/>
                        </a:ln>
                        <a:solidFill>
                          <a:schemeClr val="tx2"/>
                        </a:solidFill>
                        <a:effectLst/>
                        <a:latin typeface="Arial" pitchFamily="34" charset="0"/>
                      </a:endParaRPr>
                    </a:p>
                  </a:txBody>
                  <a:tcPr marL="90000" marR="90000" marT="46806" marB="46806" horzOverflow="overflow">
                    <a:lnL w="28575" cap="flat" cmpd="sng" algn="ctr">
                      <a:solidFill>
                        <a:srgbClr val="336666"/>
                      </a:solidFill>
                      <a:prstDash val="solid"/>
                      <a:round/>
                      <a:headEnd type="none" w="med" len="med"/>
                      <a:tailEnd type="none" w="med" len="med"/>
                    </a:lnL>
                    <a:lnR w="12700" cap="flat" cmpd="sng" algn="ctr">
                      <a:solidFill>
                        <a:srgbClr val="336666"/>
                      </a:solidFill>
                      <a:prstDash val="solid"/>
                      <a:round/>
                      <a:headEnd type="none" w="med" len="med"/>
                      <a:tailEnd type="none" w="med" len="med"/>
                    </a:lnR>
                    <a:lnT w="12700" cap="flat" cmpd="sng" algn="ctr">
                      <a:solidFill>
                        <a:srgbClr val="336666"/>
                      </a:solidFill>
                      <a:prstDash val="solid"/>
                      <a:round/>
                      <a:headEnd type="none" w="med" len="med"/>
                      <a:tailEnd type="none" w="med" len="med"/>
                    </a:lnT>
                    <a:lnB w="12700" cap="flat" cmpd="sng" algn="ctr">
                      <a:solidFill>
                        <a:srgbClr val="336666"/>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defTabSz="914400" rtl="0" eaLnBrk="1" fontAlgn="base" latinLnBrk="0" hangingPunct="1">
                        <a:lnSpc>
                          <a:spcPct val="100000"/>
                        </a:lnSpc>
                        <a:spcBef>
                          <a:spcPct val="20000"/>
                        </a:spcBef>
                        <a:spcAft>
                          <a:spcPct val="0"/>
                        </a:spcAft>
                        <a:buClr>
                          <a:schemeClr val="tx1"/>
                        </a:buClr>
                        <a:buSzPct val="70000"/>
                        <a:buFont typeface="Wingdings" pitchFamily="2" charset="2"/>
                        <a:buNone/>
                        <a:tabLst/>
                      </a:pPr>
                      <a:endParaRPr kumimoji="0" lang="es-PE" sz="1400" b="0" i="0" u="none" strike="noStrike" cap="none" normalizeH="0" baseline="0">
                        <a:ln>
                          <a:noFill/>
                        </a:ln>
                        <a:solidFill>
                          <a:schemeClr val="tx2"/>
                        </a:solidFill>
                        <a:effectLst/>
                        <a:latin typeface="Arial" pitchFamily="34" charset="0"/>
                      </a:endParaRPr>
                    </a:p>
                  </a:txBody>
                  <a:tcPr marL="90000" marR="90000" marT="46806" marB="46806" horzOverflow="overflow">
                    <a:lnL w="12700" cap="flat" cmpd="sng" algn="ctr">
                      <a:solidFill>
                        <a:srgbClr val="336666"/>
                      </a:solidFill>
                      <a:prstDash val="solid"/>
                      <a:round/>
                      <a:headEnd type="none" w="med" len="med"/>
                      <a:tailEnd type="none" w="med" len="med"/>
                    </a:lnL>
                    <a:lnR w="12700" cap="flat" cmpd="sng" algn="ctr">
                      <a:solidFill>
                        <a:srgbClr val="336666"/>
                      </a:solidFill>
                      <a:prstDash val="solid"/>
                      <a:round/>
                      <a:headEnd type="none" w="med" len="med"/>
                      <a:tailEnd type="none" w="med" len="med"/>
                    </a:lnR>
                    <a:lnT w="12700" cap="flat" cmpd="sng" algn="ctr">
                      <a:solidFill>
                        <a:srgbClr val="336666"/>
                      </a:solidFill>
                      <a:prstDash val="solid"/>
                      <a:round/>
                      <a:headEnd type="none" w="med" len="med"/>
                      <a:tailEnd type="none" w="med" len="med"/>
                    </a:lnT>
                    <a:lnB w="12700" cap="flat" cmpd="sng" algn="ctr">
                      <a:solidFill>
                        <a:srgbClr val="336666"/>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defTabSz="914400" rtl="0" eaLnBrk="1" fontAlgn="base" latinLnBrk="0" hangingPunct="1">
                        <a:lnSpc>
                          <a:spcPct val="100000"/>
                        </a:lnSpc>
                        <a:spcBef>
                          <a:spcPct val="20000"/>
                        </a:spcBef>
                        <a:spcAft>
                          <a:spcPct val="0"/>
                        </a:spcAft>
                        <a:buClr>
                          <a:schemeClr val="tx1"/>
                        </a:buClr>
                        <a:buSzPct val="70000"/>
                        <a:buFont typeface="Wingdings" pitchFamily="2" charset="2"/>
                        <a:buNone/>
                        <a:tabLst/>
                      </a:pPr>
                      <a:r>
                        <a:rPr kumimoji="0" lang="es-ES" sz="1400" b="0" i="0" u="none" strike="noStrike" cap="none" normalizeH="0" baseline="0" dirty="0">
                          <a:ln>
                            <a:noFill/>
                          </a:ln>
                          <a:solidFill>
                            <a:schemeClr val="tx2"/>
                          </a:solidFill>
                          <a:effectLst/>
                          <a:latin typeface="Arial" pitchFamily="34" charset="0"/>
                        </a:rPr>
                        <a:t>0</a:t>
                      </a:r>
                      <a:endParaRPr kumimoji="0" lang="es-PE" sz="1400" b="0" i="0" u="none" strike="noStrike" cap="none" normalizeH="0" baseline="0" dirty="0">
                        <a:ln>
                          <a:noFill/>
                        </a:ln>
                        <a:solidFill>
                          <a:schemeClr val="tx2"/>
                        </a:solidFill>
                        <a:effectLst/>
                        <a:latin typeface="Arial" pitchFamily="34" charset="0"/>
                      </a:endParaRPr>
                    </a:p>
                  </a:txBody>
                  <a:tcPr marL="90000" marR="90000" marT="46806" marB="46806" horzOverflow="overflow">
                    <a:lnL w="12700" cap="flat" cmpd="sng" algn="ctr">
                      <a:solidFill>
                        <a:srgbClr val="336666"/>
                      </a:solidFill>
                      <a:prstDash val="solid"/>
                      <a:round/>
                      <a:headEnd type="none" w="med" len="med"/>
                      <a:tailEnd type="none" w="med" len="med"/>
                    </a:lnL>
                    <a:lnR w="28575" cap="flat" cmpd="sng" algn="ctr">
                      <a:solidFill>
                        <a:srgbClr val="336666"/>
                      </a:solidFill>
                      <a:prstDash val="solid"/>
                      <a:round/>
                      <a:headEnd type="none" w="med" len="med"/>
                      <a:tailEnd type="none" w="med" len="med"/>
                    </a:lnR>
                    <a:lnT w="12700" cap="flat" cmpd="sng" algn="ctr">
                      <a:solidFill>
                        <a:srgbClr val="336666"/>
                      </a:solidFill>
                      <a:prstDash val="solid"/>
                      <a:round/>
                      <a:headEnd type="none" w="med" len="med"/>
                      <a:tailEnd type="none" w="med" len="med"/>
                    </a:lnT>
                    <a:lnB w="12700" cap="flat" cmpd="sng" algn="ctr">
                      <a:solidFill>
                        <a:srgbClr val="336666"/>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1"/>
                  </a:ext>
                </a:extLst>
              </a:tr>
              <a:tr h="369937">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l" defTabSz="914400" rtl="0" eaLnBrk="1" fontAlgn="base" latinLnBrk="0" hangingPunct="1">
                        <a:lnSpc>
                          <a:spcPct val="100000"/>
                        </a:lnSpc>
                        <a:spcBef>
                          <a:spcPct val="20000"/>
                        </a:spcBef>
                        <a:spcAft>
                          <a:spcPct val="0"/>
                        </a:spcAft>
                        <a:buClr>
                          <a:schemeClr val="tx1"/>
                        </a:buClr>
                        <a:buSzPct val="70000"/>
                        <a:buFont typeface="Wingdings" pitchFamily="2" charset="2"/>
                        <a:buNone/>
                        <a:tabLst/>
                      </a:pPr>
                      <a:r>
                        <a:rPr kumimoji="0" lang="es-ES" sz="1400" b="0" i="0" u="none" strike="noStrike" cap="none" normalizeH="0" baseline="0">
                          <a:ln>
                            <a:noFill/>
                          </a:ln>
                          <a:solidFill>
                            <a:schemeClr val="tx2"/>
                          </a:solidFill>
                          <a:effectLst/>
                          <a:latin typeface="Arial" pitchFamily="34" charset="0"/>
                        </a:rPr>
                        <a:t>D</a:t>
                      </a:r>
                      <a:endParaRPr kumimoji="0" lang="es-PE" sz="1400" b="0" i="0" u="none" strike="noStrike" cap="none" normalizeH="0" baseline="0">
                        <a:ln>
                          <a:noFill/>
                        </a:ln>
                        <a:solidFill>
                          <a:schemeClr val="tx2"/>
                        </a:solidFill>
                        <a:effectLst/>
                        <a:latin typeface="Arial" pitchFamily="34" charset="0"/>
                      </a:endParaRPr>
                    </a:p>
                  </a:txBody>
                  <a:tcPr marL="90000" marR="90000" marT="46806" marB="46806" horzOverflow="overflow">
                    <a:lnL w="28575" cap="flat" cmpd="sng" algn="ctr">
                      <a:solidFill>
                        <a:srgbClr val="336666"/>
                      </a:solidFill>
                      <a:prstDash val="solid"/>
                      <a:round/>
                      <a:headEnd type="none" w="med" len="med"/>
                      <a:tailEnd type="none" w="med" len="med"/>
                    </a:lnL>
                    <a:lnR w="12700" cap="flat" cmpd="sng" algn="ctr">
                      <a:solidFill>
                        <a:srgbClr val="336666"/>
                      </a:solidFill>
                      <a:prstDash val="solid"/>
                      <a:round/>
                      <a:headEnd type="none" w="med" len="med"/>
                      <a:tailEnd type="none" w="med" len="med"/>
                    </a:lnR>
                    <a:lnT w="12700" cap="flat" cmpd="sng" algn="ctr">
                      <a:solidFill>
                        <a:srgbClr val="336666"/>
                      </a:solidFill>
                      <a:prstDash val="solid"/>
                      <a:round/>
                      <a:headEnd type="none" w="med" len="med"/>
                      <a:tailEnd type="none" w="med" len="med"/>
                    </a:lnT>
                    <a:lnB w="12700" cap="flat" cmpd="sng" algn="ctr">
                      <a:solidFill>
                        <a:srgbClr val="336666"/>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defTabSz="914400" rtl="0" eaLnBrk="1" fontAlgn="base" latinLnBrk="0" hangingPunct="1">
                        <a:lnSpc>
                          <a:spcPct val="100000"/>
                        </a:lnSpc>
                        <a:spcBef>
                          <a:spcPct val="20000"/>
                        </a:spcBef>
                        <a:spcAft>
                          <a:spcPct val="0"/>
                        </a:spcAft>
                        <a:buClr>
                          <a:schemeClr val="tx1"/>
                        </a:buClr>
                        <a:buSzPct val="70000"/>
                        <a:buFont typeface="Wingdings" pitchFamily="2" charset="2"/>
                        <a:buNone/>
                        <a:tabLst/>
                      </a:pPr>
                      <a:r>
                        <a:rPr kumimoji="0" lang="es-ES" sz="1400" b="0" i="0" u="none" strike="noStrike" cap="none" normalizeH="0" baseline="0" dirty="0">
                          <a:ln>
                            <a:noFill/>
                          </a:ln>
                          <a:solidFill>
                            <a:schemeClr val="tx2"/>
                          </a:solidFill>
                          <a:effectLst/>
                          <a:latin typeface="Arial" pitchFamily="34" charset="0"/>
                        </a:rPr>
                        <a:t>Inicio</a:t>
                      </a:r>
                      <a:endParaRPr kumimoji="0" lang="es-PE" sz="1400" b="0" i="0" u="none" strike="noStrike" cap="none" normalizeH="0" baseline="0" dirty="0">
                        <a:ln>
                          <a:noFill/>
                        </a:ln>
                        <a:solidFill>
                          <a:schemeClr val="tx2"/>
                        </a:solidFill>
                        <a:effectLst/>
                        <a:latin typeface="Arial" pitchFamily="34" charset="0"/>
                      </a:endParaRPr>
                    </a:p>
                  </a:txBody>
                  <a:tcPr marL="90000" marR="90000" marT="46806" marB="46806" horzOverflow="overflow">
                    <a:lnL w="12700" cap="flat" cmpd="sng" algn="ctr">
                      <a:solidFill>
                        <a:srgbClr val="336666"/>
                      </a:solidFill>
                      <a:prstDash val="solid"/>
                      <a:round/>
                      <a:headEnd type="none" w="med" len="med"/>
                      <a:tailEnd type="none" w="med" len="med"/>
                    </a:lnL>
                    <a:lnR w="12700" cap="flat" cmpd="sng" algn="ctr">
                      <a:solidFill>
                        <a:srgbClr val="336666"/>
                      </a:solidFill>
                      <a:prstDash val="solid"/>
                      <a:round/>
                      <a:headEnd type="none" w="med" len="med"/>
                      <a:tailEnd type="none" w="med" len="med"/>
                    </a:lnR>
                    <a:lnT w="12700" cap="flat" cmpd="sng" algn="ctr">
                      <a:solidFill>
                        <a:srgbClr val="336666"/>
                      </a:solidFill>
                      <a:prstDash val="solid"/>
                      <a:round/>
                      <a:headEnd type="none" w="med" len="med"/>
                      <a:tailEnd type="none" w="med" len="med"/>
                    </a:lnT>
                    <a:lnB w="12700" cap="flat" cmpd="sng" algn="ctr">
                      <a:solidFill>
                        <a:srgbClr val="336666"/>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defTabSz="914400" rtl="0" eaLnBrk="1" fontAlgn="base" latinLnBrk="0" hangingPunct="1">
                        <a:lnSpc>
                          <a:spcPct val="100000"/>
                        </a:lnSpc>
                        <a:spcBef>
                          <a:spcPct val="20000"/>
                        </a:spcBef>
                        <a:spcAft>
                          <a:spcPct val="0"/>
                        </a:spcAft>
                        <a:buClr>
                          <a:schemeClr val="tx1"/>
                        </a:buClr>
                        <a:buSzPct val="70000"/>
                        <a:buFont typeface="Wingdings" pitchFamily="2" charset="2"/>
                        <a:buNone/>
                        <a:tabLst/>
                      </a:pPr>
                      <a:r>
                        <a:rPr kumimoji="0" lang="es-ES" sz="1400" b="0" i="0" u="none" strike="noStrike" cap="none" normalizeH="0" baseline="0" dirty="0">
                          <a:ln>
                            <a:noFill/>
                          </a:ln>
                          <a:solidFill>
                            <a:schemeClr val="tx2"/>
                          </a:solidFill>
                          <a:effectLst/>
                          <a:latin typeface="Arial" pitchFamily="34" charset="0"/>
                        </a:rPr>
                        <a:t>4</a:t>
                      </a:r>
                      <a:endParaRPr kumimoji="0" lang="es-PE" sz="1400" b="0" i="0" u="none" strike="noStrike" cap="none" normalizeH="0" baseline="0" dirty="0">
                        <a:ln>
                          <a:noFill/>
                        </a:ln>
                        <a:solidFill>
                          <a:schemeClr val="tx2"/>
                        </a:solidFill>
                        <a:effectLst/>
                        <a:latin typeface="Arial" pitchFamily="34" charset="0"/>
                      </a:endParaRPr>
                    </a:p>
                  </a:txBody>
                  <a:tcPr marL="90000" marR="90000" marT="46806" marB="46806" horzOverflow="overflow">
                    <a:lnL w="12700" cap="flat" cmpd="sng" algn="ctr">
                      <a:solidFill>
                        <a:srgbClr val="336666"/>
                      </a:solidFill>
                      <a:prstDash val="solid"/>
                      <a:round/>
                      <a:headEnd type="none" w="med" len="med"/>
                      <a:tailEnd type="none" w="med" len="med"/>
                    </a:lnL>
                    <a:lnR w="28575" cap="flat" cmpd="sng" algn="ctr">
                      <a:solidFill>
                        <a:srgbClr val="336666"/>
                      </a:solidFill>
                      <a:prstDash val="solid"/>
                      <a:round/>
                      <a:headEnd type="none" w="med" len="med"/>
                      <a:tailEnd type="none" w="med" len="med"/>
                    </a:lnR>
                    <a:lnT w="12700" cap="flat" cmpd="sng" algn="ctr">
                      <a:solidFill>
                        <a:srgbClr val="336666"/>
                      </a:solidFill>
                      <a:prstDash val="solid"/>
                      <a:round/>
                      <a:headEnd type="none" w="med" len="med"/>
                      <a:tailEnd type="none" w="med" len="med"/>
                    </a:lnT>
                    <a:lnB w="12700" cap="flat" cmpd="sng" algn="ctr">
                      <a:solidFill>
                        <a:srgbClr val="336666"/>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2"/>
                  </a:ext>
                </a:extLst>
              </a:tr>
              <a:tr h="369937">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l" defTabSz="914400" rtl="0" eaLnBrk="1" fontAlgn="base" latinLnBrk="0" hangingPunct="1">
                        <a:lnSpc>
                          <a:spcPct val="100000"/>
                        </a:lnSpc>
                        <a:spcBef>
                          <a:spcPct val="20000"/>
                        </a:spcBef>
                        <a:spcAft>
                          <a:spcPct val="0"/>
                        </a:spcAft>
                        <a:buClr>
                          <a:schemeClr val="tx1"/>
                        </a:buClr>
                        <a:buSzPct val="70000"/>
                        <a:buFont typeface="Wingdings" pitchFamily="2" charset="2"/>
                        <a:buNone/>
                        <a:tabLst/>
                      </a:pPr>
                      <a:r>
                        <a:rPr kumimoji="0" lang="es-ES" sz="1400" b="0" i="0" u="none" strike="noStrike" cap="none" normalizeH="0" baseline="0">
                          <a:ln>
                            <a:noFill/>
                          </a:ln>
                          <a:solidFill>
                            <a:schemeClr val="tx2"/>
                          </a:solidFill>
                          <a:effectLst/>
                          <a:latin typeface="Arial" pitchFamily="34" charset="0"/>
                        </a:rPr>
                        <a:t>A</a:t>
                      </a:r>
                      <a:endParaRPr kumimoji="0" lang="es-PE" sz="1400" b="0" i="0" u="none" strike="noStrike" cap="none" normalizeH="0" baseline="0">
                        <a:ln>
                          <a:noFill/>
                        </a:ln>
                        <a:solidFill>
                          <a:schemeClr val="tx2"/>
                        </a:solidFill>
                        <a:effectLst/>
                        <a:latin typeface="Arial" pitchFamily="34" charset="0"/>
                      </a:endParaRPr>
                    </a:p>
                  </a:txBody>
                  <a:tcPr marL="90000" marR="90000" marT="46806" marB="46806" horzOverflow="overflow">
                    <a:lnL w="28575" cap="flat" cmpd="sng" algn="ctr">
                      <a:solidFill>
                        <a:srgbClr val="336666"/>
                      </a:solidFill>
                      <a:prstDash val="solid"/>
                      <a:round/>
                      <a:headEnd type="none" w="med" len="med"/>
                      <a:tailEnd type="none" w="med" len="med"/>
                    </a:lnL>
                    <a:lnR w="12700" cap="flat" cmpd="sng" algn="ctr">
                      <a:solidFill>
                        <a:srgbClr val="336666"/>
                      </a:solidFill>
                      <a:prstDash val="solid"/>
                      <a:round/>
                      <a:headEnd type="none" w="med" len="med"/>
                      <a:tailEnd type="none" w="med" len="med"/>
                    </a:lnR>
                    <a:lnT w="12700" cap="flat" cmpd="sng" algn="ctr">
                      <a:solidFill>
                        <a:srgbClr val="336666"/>
                      </a:solidFill>
                      <a:prstDash val="solid"/>
                      <a:round/>
                      <a:headEnd type="none" w="med" len="med"/>
                      <a:tailEnd type="none" w="med" len="med"/>
                    </a:lnT>
                    <a:lnB w="12700" cap="flat" cmpd="sng" algn="ctr">
                      <a:solidFill>
                        <a:srgbClr val="336666"/>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defTabSz="914400" rtl="0" eaLnBrk="1" fontAlgn="base" latinLnBrk="0" hangingPunct="1">
                        <a:lnSpc>
                          <a:spcPct val="100000"/>
                        </a:lnSpc>
                        <a:spcBef>
                          <a:spcPct val="20000"/>
                        </a:spcBef>
                        <a:spcAft>
                          <a:spcPct val="0"/>
                        </a:spcAft>
                        <a:buClr>
                          <a:schemeClr val="tx1"/>
                        </a:buClr>
                        <a:buSzPct val="70000"/>
                        <a:buFont typeface="Wingdings" pitchFamily="2" charset="2"/>
                        <a:buNone/>
                        <a:tabLst/>
                      </a:pPr>
                      <a:r>
                        <a:rPr kumimoji="0" lang="es-ES" sz="1400" b="0" i="0" u="none" strike="noStrike" cap="none" normalizeH="0" baseline="0" dirty="0">
                          <a:ln>
                            <a:noFill/>
                          </a:ln>
                          <a:solidFill>
                            <a:schemeClr val="tx2"/>
                          </a:solidFill>
                          <a:effectLst/>
                          <a:latin typeface="Arial" pitchFamily="34" charset="0"/>
                        </a:rPr>
                        <a:t>Inicio</a:t>
                      </a:r>
                      <a:endParaRPr kumimoji="0" lang="es-PE" sz="1400" b="0" i="0" u="none" strike="noStrike" cap="none" normalizeH="0" baseline="0" dirty="0">
                        <a:ln>
                          <a:noFill/>
                        </a:ln>
                        <a:solidFill>
                          <a:schemeClr val="tx2"/>
                        </a:solidFill>
                        <a:effectLst/>
                        <a:latin typeface="Arial" pitchFamily="34" charset="0"/>
                      </a:endParaRPr>
                    </a:p>
                  </a:txBody>
                  <a:tcPr marL="90000" marR="90000" marT="46806" marB="46806" horzOverflow="overflow">
                    <a:lnL w="12700" cap="flat" cmpd="sng" algn="ctr">
                      <a:solidFill>
                        <a:srgbClr val="336666"/>
                      </a:solidFill>
                      <a:prstDash val="solid"/>
                      <a:round/>
                      <a:headEnd type="none" w="med" len="med"/>
                      <a:tailEnd type="none" w="med" len="med"/>
                    </a:lnL>
                    <a:lnR w="12700" cap="flat" cmpd="sng" algn="ctr">
                      <a:solidFill>
                        <a:srgbClr val="336666"/>
                      </a:solidFill>
                      <a:prstDash val="solid"/>
                      <a:round/>
                      <a:headEnd type="none" w="med" len="med"/>
                      <a:tailEnd type="none" w="med" len="med"/>
                    </a:lnR>
                    <a:lnT w="12700" cap="flat" cmpd="sng" algn="ctr">
                      <a:solidFill>
                        <a:srgbClr val="336666"/>
                      </a:solidFill>
                      <a:prstDash val="solid"/>
                      <a:round/>
                      <a:headEnd type="none" w="med" len="med"/>
                      <a:tailEnd type="none" w="med" len="med"/>
                    </a:lnT>
                    <a:lnB w="12700" cap="flat" cmpd="sng" algn="ctr">
                      <a:solidFill>
                        <a:srgbClr val="336666"/>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defTabSz="914400" rtl="0" eaLnBrk="1" fontAlgn="base" latinLnBrk="0" hangingPunct="1">
                        <a:lnSpc>
                          <a:spcPct val="100000"/>
                        </a:lnSpc>
                        <a:spcBef>
                          <a:spcPct val="20000"/>
                        </a:spcBef>
                        <a:spcAft>
                          <a:spcPct val="0"/>
                        </a:spcAft>
                        <a:buClr>
                          <a:schemeClr val="tx1"/>
                        </a:buClr>
                        <a:buSzPct val="70000"/>
                        <a:buFont typeface="Wingdings" pitchFamily="2" charset="2"/>
                        <a:buNone/>
                        <a:tabLst/>
                      </a:pPr>
                      <a:r>
                        <a:rPr kumimoji="0" lang="es-ES" sz="1400" b="0" i="0" u="none" strike="noStrike" cap="none" normalizeH="0" baseline="0">
                          <a:ln>
                            <a:noFill/>
                          </a:ln>
                          <a:solidFill>
                            <a:schemeClr val="tx2"/>
                          </a:solidFill>
                          <a:effectLst/>
                          <a:latin typeface="Arial" pitchFamily="34" charset="0"/>
                        </a:rPr>
                        <a:t>6</a:t>
                      </a:r>
                      <a:endParaRPr kumimoji="0" lang="es-PE" sz="1400" b="0" i="0" u="none" strike="noStrike" cap="none" normalizeH="0" baseline="0">
                        <a:ln>
                          <a:noFill/>
                        </a:ln>
                        <a:solidFill>
                          <a:schemeClr val="tx2"/>
                        </a:solidFill>
                        <a:effectLst/>
                        <a:latin typeface="Arial" pitchFamily="34" charset="0"/>
                      </a:endParaRPr>
                    </a:p>
                  </a:txBody>
                  <a:tcPr marL="90000" marR="90000" marT="46806" marB="46806" horzOverflow="overflow">
                    <a:lnL w="12700" cap="flat" cmpd="sng" algn="ctr">
                      <a:solidFill>
                        <a:srgbClr val="336666"/>
                      </a:solidFill>
                      <a:prstDash val="solid"/>
                      <a:round/>
                      <a:headEnd type="none" w="med" len="med"/>
                      <a:tailEnd type="none" w="med" len="med"/>
                    </a:lnL>
                    <a:lnR w="28575" cap="flat" cmpd="sng" algn="ctr">
                      <a:solidFill>
                        <a:srgbClr val="336666"/>
                      </a:solidFill>
                      <a:prstDash val="solid"/>
                      <a:round/>
                      <a:headEnd type="none" w="med" len="med"/>
                      <a:tailEnd type="none" w="med" len="med"/>
                    </a:lnR>
                    <a:lnT w="12700" cap="flat" cmpd="sng" algn="ctr">
                      <a:solidFill>
                        <a:srgbClr val="336666"/>
                      </a:solidFill>
                      <a:prstDash val="solid"/>
                      <a:round/>
                      <a:headEnd type="none" w="med" len="med"/>
                      <a:tailEnd type="none" w="med" len="med"/>
                    </a:lnT>
                    <a:lnB w="12700" cap="flat" cmpd="sng" algn="ctr">
                      <a:solidFill>
                        <a:srgbClr val="336666"/>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3"/>
                  </a:ext>
                </a:extLst>
              </a:tr>
              <a:tr h="369937">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l" defTabSz="914400" rtl="0" eaLnBrk="1" fontAlgn="base" latinLnBrk="0" hangingPunct="1">
                        <a:lnSpc>
                          <a:spcPct val="100000"/>
                        </a:lnSpc>
                        <a:spcBef>
                          <a:spcPct val="20000"/>
                        </a:spcBef>
                        <a:spcAft>
                          <a:spcPct val="0"/>
                        </a:spcAft>
                        <a:buClr>
                          <a:schemeClr val="tx1"/>
                        </a:buClr>
                        <a:buSzPct val="70000"/>
                        <a:buFont typeface="Wingdings" pitchFamily="2" charset="2"/>
                        <a:buNone/>
                        <a:tabLst/>
                      </a:pPr>
                      <a:r>
                        <a:rPr kumimoji="0" lang="es-ES" sz="1400" b="0" i="0" u="none" strike="noStrike" cap="none" normalizeH="0" baseline="0">
                          <a:ln>
                            <a:noFill/>
                          </a:ln>
                          <a:solidFill>
                            <a:schemeClr val="tx2"/>
                          </a:solidFill>
                          <a:effectLst/>
                          <a:latin typeface="Arial" pitchFamily="34" charset="0"/>
                        </a:rPr>
                        <a:t>F</a:t>
                      </a:r>
                      <a:endParaRPr kumimoji="0" lang="es-PE" sz="1400" b="0" i="0" u="none" strike="noStrike" cap="none" normalizeH="0" baseline="0">
                        <a:ln>
                          <a:noFill/>
                        </a:ln>
                        <a:solidFill>
                          <a:schemeClr val="tx2"/>
                        </a:solidFill>
                        <a:effectLst/>
                        <a:latin typeface="Arial" pitchFamily="34" charset="0"/>
                      </a:endParaRPr>
                    </a:p>
                  </a:txBody>
                  <a:tcPr marL="90000" marR="90000" marT="46806" marB="46806" horzOverflow="overflow">
                    <a:lnL w="28575" cap="flat" cmpd="sng" algn="ctr">
                      <a:solidFill>
                        <a:srgbClr val="336666"/>
                      </a:solidFill>
                      <a:prstDash val="solid"/>
                      <a:round/>
                      <a:headEnd type="none" w="med" len="med"/>
                      <a:tailEnd type="none" w="med" len="med"/>
                    </a:lnL>
                    <a:lnR w="12700" cap="flat" cmpd="sng" algn="ctr">
                      <a:solidFill>
                        <a:srgbClr val="336666"/>
                      </a:solidFill>
                      <a:prstDash val="solid"/>
                      <a:round/>
                      <a:headEnd type="none" w="med" len="med"/>
                      <a:tailEnd type="none" w="med" len="med"/>
                    </a:lnR>
                    <a:lnT w="12700" cap="flat" cmpd="sng" algn="ctr">
                      <a:solidFill>
                        <a:srgbClr val="336666"/>
                      </a:solidFill>
                      <a:prstDash val="solid"/>
                      <a:round/>
                      <a:headEnd type="none" w="med" len="med"/>
                      <a:tailEnd type="none" w="med" len="med"/>
                    </a:lnT>
                    <a:lnB w="12700" cap="flat" cmpd="sng" algn="ctr">
                      <a:solidFill>
                        <a:srgbClr val="336666"/>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defTabSz="914400" rtl="0" eaLnBrk="1" fontAlgn="base" latinLnBrk="0" hangingPunct="1">
                        <a:lnSpc>
                          <a:spcPct val="100000"/>
                        </a:lnSpc>
                        <a:spcBef>
                          <a:spcPct val="20000"/>
                        </a:spcBef>
                        <a:spcAft>
                          <a:spcPct val="0"/>
                        </a:spcAft>
                        <a:buClr>
                          <a:schemeClr val="tx1"/>
                        </a:buClr>
                        <a:buSzPct val="70000"/>
                        <a:buFont typeface="Wingdings" pitchFamily="2" charset="2"/>
                        <a:buNone/>
                        <a:tabLst/>
                      </a:pPr>
                      <a:r>
                        <a:rPr kumimoji="0" lang="es-ES" sz="1400" b="0" i="0" u="none" strike="noStrike" cap="none" normalizeH="0" baseline="0">
                          <a:ln>
                            <a:noFill/>
                          </a:ln>
                          <a:solidFill>
                            <a:schemeClr val="tx2"/>
                          </a:solidFill>
                          <a:effectLst/>
                          <a:latin typeface="Arial" pitchFamily="34" charset="0"/>
                        </a:rPr>
                        <a:t>D, A</a:t>
                      </a:r>
                      <a:endParaRPr kumimoji="0" lang="es-PE" sz="1400" b="0" i="0" u="none" strike="noStrike" cap="none" normalizeH="0" baseline="0">
                        <a:ln>
                          <a:noFill/>
                        </a:ln>
                        <a:solidFill>
                          <a:schemeClr val="tx2"/>
                        </a:solidFill>
                        <a:effectLst/>
                        <a:latin typeface="Arial" pitchFamily="34" charset="0"/>
                      </a:endParaRPr>
                    </a:p>
                  </a:txBody>
                  <a:tcPr marL="90000" marR="90000" marT="46806" marB="46806" horzOverflow="overflow">
                    <a:lnL w="12700" cap="flat" cmpd="sng" algn="ctr">
                      <a:solidFill>
                        <a:srgbClr val="336666"/>
                      </a:solidFill>
                      <a:prstDash val="solid"/>
                      <a:round/>
                      <a:headEnd type="none" w="med" len="med"/>
                      <a:tailEnd type="none" w="med" len="med"/>
                    </a:lnL>
                    <a:lnR w="12700" cap="flat" cmpd="sng" algn="ctr">
                      <a:solidFill>
                        <a:srgbClr val="336666"/>
                      </a:solidFill>
                      <a:prstDash val="solid"/>
                      <a:round/>
                      <a:headEnd type="none" w="med" len="med"/>
                      <a:tailEnd type="none" w="med" len="med"/>
                    </a:lnR>
                    <a:lnT w="12700" cap="flat" cmpd="sng" algn="ctr">
                      <a:solidFill>
                        <a:srgbClr val="336666"/>
                      </a:solidFill>
                      <a:prstDash val="solid"/>
                      <a:round/>
                      <a:headEnd type="none" w="med" len="med"/>
                      <a:tailEnd type="none" w="med" len="med"/>
                    </a:lnT>
                    <a:lnB w="12700" cap="flat" cmpd="sng" algn="ctr">
                      <a:solidFill>
                        <a:srgbClr val="336666"/>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defTabSz="914400" rtl="0" eaLnBrk="1" fontAlgn="base" latinLnBrk="0" hangingPunct="1">
                        <a:lnSpc>
                          <a:spcPct val="100000"/>
                        </a:lnSpc>
                        <a:spcBef>
                          <a:spcPct val="20000"/>
                        </a:spcBef>
                        <a:spcAft>
                          <a:spcPct val="0"/>
                        </a:spcAft>
                        <a:buClr>
                          <a:schemeClr val="tx1"/>
                        </a:buClr>
                        <a:buSzPct val="70000"/>
                        <a:buFont typeface="Wingdings" pitchFamily="2" charset="2"/>
                        <a:buNone/>
                        <a:tabLst/>
                      </a:pPr>
                      <a:r>
                        <a:rPr kumimoji="0" lang="es-ES" sz="1400" b="0" i="0" u="none" strike="noStrike" cap="none" normalizeH="0" baseline="0">
                          <a:ln>
                            <a:noFill/>
                          </a:ln>
                          <a:solidFill>
                            <a:schemeClr val="tx2"/>
                          </a:solidFill>
                          <a:effectLst/>
                          <a:latin typeface="Arial" pitchFamily="34" charset="0"/>
                        </a:rPr>
                        <a:t>7</a:t>
                      </a:r>
                      <a:endParaRPr kumimoji="0" lang="es-PE" sz="1400" b="0" i="0" u="none" strike="noStrike" cap="none" normalizeH="0" baseline="0">
                        <a:ln>
                          <a:noFill/>
                        </a:ln>
                        <a:solidFill>
                          <a:schemeClr val="tx2"/>
                        </a:solidFill>
                        <a:effectLst/>
                        <a:latin typeface="Arial" pitchFamily="34" charset="0"/>
                      </a:endParaRPr>
                    </a:p>
                  </a:txBody>
                  <a:tcPr marL="90000" marR="90000" marT="46806" marB="46806" horzOverflow="overflow">
                    <a:lnL w="12700" cap="flat" cmpd="sng" algn="ctr">
                      <a:solidFill>
                        <a:srgbClr val="336666"/>
                      </a:solidFill>
                      <a:prstDash val="solid"/>
                      <a:round/>
                      <a:headEnd type="none" w="med" len="med"/>
                      <a:tailEnd type="none" w="med" len="med"/>
                    </a:lnL>
                    <a:lnR w="28575" cap="flat" cmpd="sng" algn="ctr">
                      <a:solidFill>
                        <a:srgbClr val="336666"/>
                      </a:solidFill>
                      <a:prstDash val="solid"/>
                      <a:round/>
                      <a:headEnd type="none" w="med" len="med"/>
                      <a:tailEnd type="none" w="med" len="med"/>
                    </a:lnR>
                    <a:lnT w="12700" cap="flat" cmpd="sng" algn="ctr">
                      <a:solidFill>
                        <a:srgbClr val="336666"/>
                      </a:solidFill>
                      <a:prstDash val="solid"/>
                      <a:round/>
                      <a:headEnd type="none" w="med" len="med"/>
                      <a:tailEnd type="none" w="med" len="med"/>
                    </a:lnT>
                    <a:lnB w="12700" cap="flat" cmpd="sng" algn="ctr">
                      <a:solidFill>
                        <a:srgbClr val="336666"/>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4"/>
                  </a:ext>
                </a:extLst>
              </a:tr>
              <a:tr h="368349">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l" defTabSz="914400" rtl="0" eaLnBrk="1" fontAlgn="base" latinLnBrk="0" hangingPunct="1">
                        <a:lnSpc>
                          <a:spcPct val="100000"/>
                        </a:lnSpc>
                        <a:spcBef>
                          <a:spcPct val="20000"/>
                        </a:spcBef>
                        <a:spcAft>
                          <a:spcPct val="0"/>
                        </a:spcAft>
                        <a:buClr>
                          <a:schemeClr val="tx1"/>
                        </a:buClr>
                        <a:buSzPct val="70000"/>
                        <a:buFont typeface="Wingdings" pitchFamily="2" charset="2"/>
                        <a:buNone/>
                        <a:tabLst/>
                      </a:pPr>
                      <a:r>
                        <a:rPr kumimoji="0" lang="es-ES" sz="1400" b="0" i="0" u="none" strike="noStrike" cap="none" normalizeH="0" baseline="0">
                          <a:ln>
                            <a:noFill/>
                          </a:ln>
                          <a:solidFill>
                            <a:schemeClr val="tx2"/>
                          </a:solidFill>
                          <a:effectLst/>
                          <a:latin typeface="Arial" pitchFamily="34" charset="0"/>
                        </a:rPr>
                        <a:t>E</a:t>
                      </a:r>
                      <a:endParaRPr kumimoji="0" lang="es-PE" sz="1400" b="0" i="0" u="none" strike="noStrike" cap="none" normalizeH="0" baseline="0">
                        <a:ln>
                          <a:noFill/>
                        </a:ln>
                        <a:solidFill>
                          <a:schemeClr val="tx2"/>
                        </a:solidFill>
                        <a:effectLst/>
                        <a:latin typeface="Arial" pitchFamily="34" charset="0"/>
                      </a:endParaRPr>
                    </a:p>
                  </a:txBody>
                  <a:tcPr marL="90000" marR="90000" marT="46806" marB="46806" horzOverflow="overflow">
                    <a:lnL w="28575" cap="flat" cmpd="sng" algn="ctr">
                      <a:solidFill>
                        <a:srgbClr val="336666"/>
                      </a:solidFill>
                      <a:prstDash val="solid"/>
                      <a:round/>
                      <a:headEnd type="none" w="med" len="med"/>
                      <a:tailEnd type="none" w="med" len="med"/>
                    </a:lnL>
                    <a:lnR w="12700" cap="flat" cmpd="sng" algn="ctr">
                      <a:solidFill>
                        <a:srgbClr val="336666"/>
                      </a:solidFill>
                      <a:prstDash val="solid"/>
                      <a:round/>
                      <a:headEnd type="none" w="med" len="med"/>
                      <a:tailEnd type="none" w="med" len="med"/>
                    </a:lnR>
                    <a:lnT w="12700" cap="flat" cmpd="sng" algn="ctr">
                      <a:solidFill>
                        <a:srgbClr val="336666"/>
                      </a:solidFill>
                      <a:prstDash val="solid"/>
                      <a:round/>
                      <a:headEnd type="none" w="med" len="med"/>
                      <a:tailEnd type="none" w="med" len="med"/>
                    </a:lnT>
                    <a:lnB w="12700" cap="flat" cmpd="sng" algn="ctr">
                      <a:solidFill>
                        <a:srgbClr val="336666"/>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defTabSz="914400" rtl="0" eaLnBrk="1" fontAlgn="base" latinLnBrk="0" hangingPunct="1">
                        <a:lnSpc>
                          <a:spcPct val="100000"/>
                        </a:lnSpc>
                        <a:spcBef>
                          <a:spcPct val="20000"/>
                        </a:spcBef>
                        <a:spcAft>
                          <a:spcPct val="0"/>
                        </a:spcAft>
                        <a:buClr>
                          <a:schemeClr val="tx1"/>
                        </a:buClr>
                        <a:buSzPct val="70000"/>
                        <a:buFont typeface="Wingdings" pitchFamily="2" charset="2"/>
                        <a:buNone/>
                        <a:tabLst/>
                      </a:pPr>
                      <a:r>
                        <a:rPr kumimoji="0" lang="es-ES" sz="1400" b="0" i="0" u="none" strike="noStrike" cap="none" normalizeH="0" baseline="0">
                          <a:ln>
                            <a:noFill/>
                          </a:ln>
                          <a:solidFill>
                            <a:schemeClr val="tx2"/>
                          </a:solidFill>
                          <a:effectLst/>
                          <a:latin typeface="Arial" pitchFamily="34" charset="0"/>
                        </a:rPr>
                        <a:t>D</a:t>
                      </a:r>
                      <a:endParaRPr kumimoji="0" lang="es-PE" sz="1400" b="0" i="0" u="none" strike="noStrike" cap="none" normalizeH="0" baseline="0">
                        <a:ln>
                          <a:noFill/>
                        </a:ln>
                        <a:solidFill>
                          <a:schemeClr val="tx2"/>
                        </a:solidFill>
                        <a:effectLst/>
                        <a:latin typeface="Arial" pitchFamily="34" charset="0"/>
                      </a:endParaRPr>
                    </a:p>
                  </a:txBody>
                  <a:tcPr marL="90000" marR="90000" marT="46806" marB="46806" horzOverflow="overflow">
                    <a:lnL w="12700" cap="flat" cmpd="sng" algn="ctr">
                      <a:solidFill>
                        <a:srgbClr val="336666"/>
                      </a:solidFill>
                      <a:prstDash val="solid"/>
                      <a:round/>
                      <a:headEnd type="none" w="med" len="med"/>
                      <a:tailEnd type="none" w="med" len="med"/>
                    </a:lnL>
                    <a:lnR w="12700" cap="flat" cmpd="sng" algn="ctr">
                      <a:solidFill>
                        <a:srgbClr val="336666"/>
                      </a:solidFill>
                      <a:prstDash val="solid"/>
                      <a:round/>
                      <a:headEnd type="none" w="med" len="med"/>
                      <a:tailEnd type="none" w="med" len="med"/>
                    </a:lnR>
                    <a:lnT w="12700" cap="flat" cmpd="sng" algn="ctr">
                      <a:solidFill>
                        <a:srgbClr val="336666"/>
                      </a:solidFill>
                      <a:prstDash val="solid"/>
                      <a:round/>
                      <a:headEnd type="none" w="med" len="med"/>
                      <a:tailEnd type="none" w="med" len="med"/>
                    </a:lnT>
                    <a:lnB w="12700" cap="flat" cmpd="sng" algn="ctr">
                      <a:solidFill>
                        <a:srgbClr val="336666"/>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defTabSz="914400" rtl="0" eaLnBrk="1" fontAlgn="base" latinLnBrk="0" hangingPunct="1">
                        <a:lnSpc>
                          <a:spcPct val="100000"/>
                        </a:lnSpc>
                        <a:spcBef>
                          <a:spcPct val="20000"/>
                        </a:spcBef>
                        <a:spcAft>
                          <a:spcPct val="0"/>
                        </a:spcAft>
                        <a:buClr>
                          <a:schemeClr val="tx1"/>
                        </a:buClr>
                        <a:buSzPct val="70000"/>
                        <a:buFont typeface="Wingdings" pitchFamily="2" charset="2"/>
                        <a:buNone/>
                        <a:tabLst/>
                      </a:pPr>
                      <a:r>
                        <a:rPr kumimoji="0" lang="es-ES" sz="1400" b="0" i="0" u="none" strike="noStrike" cap="none" normalizeH="0" baseline="0">
                          <a:ln>
                            <a:noFill/>
                          </a:ln>
                          <a:solidFill>
                            <a:schemeClr val="tx2"/>
                          </a:solidFill>
                          <a:effectLst/>
                          <a:latin typeface="Arial" pitchFamily="34" charset="0"/>
                        </a:rPr>
                        <a:t>8</a:t>
                      </a:r>
                      <a:endParaRPr kumimoji="0" lang="es-PE" sz="1400" b="0" i="0" u="none" strike="noStrike" cap="none" normalizeH="0" baseline="0">
                        <a:ln>
                          <a:noFill/>
                        </a:ln>
                        <a:solidFill>
                          <a:schemeClr val="tx2"/>
                        </a:solidFill>
                        <a:effectLst/>
                        <a:latin typeface="Arial" pitchFamily="34" charset="0"/>
                      </a:endParaRPr>
                    </a:p>
                  </a:txBody>
                  <a:tcPr marL="90000" marR="90000" marT="46806" marB="46806" horzOverflow="overflow">
                    <a:lnL w="12700" cap="flat" cmpd="sng" algn="ctr">
                      <a:solidFill>
                        <a:srgbClr val="336666"/>
                      </a:solidFill>
                      <a:prstDash val="solid"/>
                      <a:round/>
                      <a:headEnd type="none" w="med" len="med"/>
                      <a:tailEnd type="none" w="med" len="med"/>
                    </a:lnL>
                    <a:lnR w="28575" cap="flat" cmpd="sng" algn="ctr">
                      <a:solidFill>
                        <a:srgbClr val="336666"/>
                      </a:solidFill>
                      <a:prstDash val="solid"/>
                      <a:round/>
                      <a:headEnd type="none" w="med" len="med"/>
                      <a:tailEnd type="none" w="med" len="med"/>
                    </a:lnR>
                    <a:lnT w="12700" cap="flat" cmpd="sng" algn="ctr">
                      <a:solidFill>
                        <a:srgbClr val="336666"/>
                      </a:solidFill>
                      <a:prstDash val="solid"/>
                      <a:round/>
                      <a:headEnd type="none" w="med" len="med"/>
                      <a:tailEnd type="none" w="med" len="med"/>
                    </a:lnT>
                    <a:lnB w="12700" cap="flat" cmpd="sng" algn="ctr">
                      <a:solidFill>
                        <a:srgbClr val="336666"/>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5"/>
                  </a:ext>
                </a:extLst>
              </a:tr>
              <a:tr h="369937">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l" defTabSz="914400" rtl="0" eaLnBrk="1" fontAlgn="base" latinLnBrk="0" hangingPunct="1">
                        <a:lnSpc>
                          <a:spcPct val="100000"/>
                        </a:lnSpc>
                        <a:spcBef>
                          <a:spcPct val="20000"/>
                        </a:spcBef>
                        <a:spcAft>
                          <a:spcPct val="0"/>
                        </a:spcAft>
                        <a:buClr>
                          <a:schemeClr val="tx1"/>
                        </a:buClr>
                        <a:buSzPct val="70000"/>
                        <a:buFont typeface="Wingdings" pitchFamily="2" charset="2"/>
                        <a:buNone/>
                        <a:tabLst/>
                      </a:pPr>
                      <a:r>
                        <a:rPr kumimoji="0" lang="es-ES" sz="1400" b="0" i="0" u="none" strike="noStrike" cap="none" normalizeH="0" baseline="0">
                          <a:ln>
                            <a:noFill/>
                          </a:ln>
                          <a:solidFill>
                            <a:schemeClr val="tx2"/>
                          </a:solidFill>
                          <a:effectLst/>
                          <a:latin typeface="Arial" pitchFamily="34" charset="0"/>
                        </a:rPr>
                        <a:t>G</a:t>
                      </a:r>
                      <a:endParaRPr kumimoji="0" lang="es-PE" sz="1400" b="0" i="0" u="none" strike="noStrike" cap="none" normalizeH="0" baseline="0">
                        <a:ln>
                          <a:noFill/>
                        </a:ln>
                        <a:solidFill>
                          <a:schemeClr val="tx2"/>
                        </a:solidFill>
                        <a:effectLst/>
                        <a:latin typeface="Arial" pitchFamily="34" charset="0"/>
                      </a:endParaRPr>
                    </a:p>
                  </a:txBody>
                  <a:tcPr marL="90000" marR="90000" marT="46806" marB="46806" horzOverflow="overflow">
                    <a:lnL w="28575" cap="flat" cmpd="sng" algn="ctr">
                      <a:solidFill>
                        <a:srgbClr val="336666"/>
                      </a:solidFill>
                      <a:prstDash val="solid"/>
                      <a:round/>
                      <a:headEnd type="none" w="med" len="med"/>
                      <a:tailEnd type="none" w="med" len="med"/>
                    </a:lnL>
                    <a:lnR w="12700" cap="flat" cmpd="sng" algn="ctr">
                      <a:solidFill>
                        <a:srgbClr val="336666"/>
                      </a:solidFill>
                      <a:prstDash val="solid"/>
                      <a:round/>
                      <a:headEnd type="none" w="med" len="med"/>
                      <a:tailEnd type="none" w="med" len="med"/>
                    </a:lnR>
                    <a:lnT w="12700" cap="flat" cmpd="sng" algn="ctr">
                      <a:solidFill>
                        <a:srgbClr val="336666"/>
                      </a:solidFill>
                      <a:prstDash val="solid"/>
                      <a:round/>
                      <a:headEnd type="none" w="med" len="med"/>
                      <a:tailEnd type="none" w="med" len="med"/>
                    </a:lnT>
                    <a:lnB w="12700" cap="flat" cmpd="sng" algn="ctr">
                      <a:solidFill>
                        <a:srgbClr val="336666"/>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defTabSz="914400" rtl="0" eaLnBrk="1" fontAlgn="base" latinLnBrk="0" hangingPunct="1">
                        <a:lnSpc>
                          <a:spcPct val="100000"/>
                        </a:lnSpc>
                        <a:spcBef>
                          <a:spcPct val="20000"/>
                        </a:spcBef>
                        <a:spcAft>
                          <a:spcPct val="0"/>
                        </a:spcAft>
                        <a:buClr>
                          <a:schemeClr val="tx1"/>
                        </a:buClr>
                        <a:buSzPct val="70000"/>
                        <a:buFont typeface="Wingdings" pitchFamily="2" charset="2"/>
                        <a:buNone/>
                        <a:tabLst/>
                      </a:pPr>
                      <a:r>
                        <a:rPr kumimoji="0" lang="es-ES" sz="1400" b="0" i="0" u="none" strike="noStrike" cap="none" normalizeH="0" baseline="0">
                          <a:ln>
                            <a:noFill/>
                          </a:ln>
                          <a:solidFill>
                            <a:schemeClr val="tx2"/>
                          </a:solidFill>
                          <a:effectLst/>
                          <a:latin typeface="Arial" pitchFamily="34" charset="0"/>
                        </a:rPr>
                        <a:t>F, E</a:t>
                      </a:r>
                      <a:endParaRPr kumimoji="0" lang="es-PE" sz="1400" b="0" i="0" u="none" strike="noStrike" cap="none" normalizeH="0" baseline="0">
                        <a:ln>
                          <a:noFill/>
                        </a:ln>
                        <a:solidFill>
                          <a:schemeClr val="tx2"/>
                        </a:solidFill>
                        <a:effectLst/>
                        <a:latin typeface="Arial" pitchFamily="34" charset="0"/>
                      </a:endParaRPr>
                    </a:p>
                  </a:txBody>
                  <a:tcPr marL="90000" marR="90000" marT="46806" marB="46806" horzOverflow="overflow">
                    <a:lnL w="12700" cap="flat" cmpd="sng" algn="ctr">
                      <a:solidFill>
                        <a:srgbClr val="336666"/>
                      </a:solidFill>
                      <a:prstDash val="solid"/>
                      <a:round/>
                      <a:headEnd type="none" w="med" len="med"/>
                      <a:tailEnd type="none" w="med" len="med"/>
                    </a:lnL>
                    <a:lnR w="12700" cap="flat" cmpd="sng" algn="ctr">
                      <a:solidFill>
                        <a:srgbClr val="336666"/>
                      </a:solidFill>
                      <a:prstDash val="solid"/>
                      <a:round/>
                      <a:headEnd type="none" w="med" len="med"/>
                      <a:tailEnd type="none" w="med" len="med"/>
                    </a:lnR>
                    <a:lnT w="12700" cap="flat" cmpd="sng" algn="ctr">
                      <a:solidFill>
                        <a:srgbClr val="336666"/>
                      </a:solidFill>
                      <a:prstDash val="solid"/>
                      <a:round/>
                      <a:headEnd type="none" w="med" len="med"/>
                      <a:tailEnd type="none" w="med" len="med"/>
                    </a:lnT>
                    <a:lnB w="12700" cap="flat" cmpd="sng" algn="ctr">
                      <a:solidFill>
                        <a:srgbClr val="336666"/>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defTabSz="914400" rtl="0" eaLnBrk="1" fontAlgn="base" latinLnBrk="0" hangingPunct="1">
                        <a:lnSpc>
                          <a:spcPct val="100000"/>
                        </a:lnSpc>
                        <a:spcBef>
                          <a:spcPct val="20000"/>
                        </a:spcBef>
                        <a:spcAft>
                          <a:spcPct val="0"/>
                        </a:spcAft>
                        <a:buClr>
                          <a:schemeClr val="tx1"/>
                        </a:buClr>
                        <a:buSzPct val="70000"/>
                        <a:buFont typeface="Wingdings" pitchFamily="2" charset="2"/>
                        <a:buNone/>
                        <a:tabLst/>
                      </a:pPr>
                      <a:r>
                        <a:rPr kumimoji="0" lang="es-ES" sz="1400" b="0" i="0" u="none" strike="noStrike" cap="none" normalizeH="0" baseline="0">
                          <a:ln>
                            <a:noFill/>
                          </a:ln>
                          <a:solidFill>
                            <a:schemeClr val="tx2"/>
                          </a:solidFill>
                          <a:effectLst/>
                          <a:latin typeface="Arial" pitchFamily="34" charset="0"/>
                        </a:rPr>
                        <a:t>5</a:t>
                      </a:r>
                      <a:endParaRPr kumimoji="0" lang="es-PE" sz="1400" b="0" i="0" u="none" strike="noStrike" cap="none" normalizeH="0" baseline="0">
                        <a:ln>
                          <a:noFill/>
                        </a:ln>
                        <a:solidFill>
                          <a:schemeClr val="tx2"/>
                        </a:solidFill>
                        <a:effectLst/>
                        <a:latin typeface="Arial" pitchFamily="34" charset="0"/>
                      </a:endParaRPr>
                    </a:p>
                  </a:txBody>
                  <a:tcPr marL="90000" marR="90000" marT="46806" marB="46806" horzOverflow="overflow">
                    <a:lnL w="12700" cap="flat" cmpd="sng" algn="ctr">
                      <a:solidFill>
                        <a:srgbClr val="336666"/>
                      </a:solidFill>
                      <a:prstDash val="solid"/>
                      <a:round/>
                      <a:headEnd type="none" w="med" len="med"/>
                      <a:tailEnd type="none" w="med" len="med"/>
                    </a:lnL>
                    <a:lnR w="28575" cap="flat" cmpd="sng" algn="ctr">
                      <a:solidFill>
                        <a:srgbClr val="336666"/>
                      </a:solidFill>
                      <a:prstDash val="solid"/>
                      <a:round/>
                      <a:headEnd type="none" w="med" len="med"/>
                      <a:tailEnd type="none" w="med" len="med"/>
                    </a:lnR>
                    <a:lnT w="12700" cap="flat" cmpd="sng" algn="ctr">
                      <a:solidFill>
                        <a:srgbClr val="336666"/>
                      </a:solidFill>
                      <a:prstDash val="solid"/>
                      <a:round/>
                      <a:headEnd type="none" w="med" len="med"/>
                      <a:tailEnd type="none" w="med" len="med"/>
                    </a:lnT>
                    <a:lnB w="12700" cap="flat" cmpd="sng" algn="ctr">
                      <a:solidFill>
                        <a:srgbClr val="336666"/>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6"/>
                  </a:ext>
                </a:extLst>
              </a:tr>
              <a:tr h="369937">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l" defTabSz="914400" rtl="0" eaLnBrk="1" fontAlgn="base" latinLnBrk="0" hangingPunct="1">
                        <a:lnSpc>
                          <a:spcPct val="100000"/>
                        </a:lnSpc>
                        <a:spcBef>
                          <a:spcPct val="20000"/>
                        </a:spcBef>
                        <a:spcAft>
                          <a:spcPct val="0"/>
                        </a:spcAft>
                        <a:buClr>
                          <a:schemeClr val="tx1"/>
                        </a:buClr>
                        <a:buSzPct val="70000"/>
                        <a:buFont typeface="Wingdings" pitchFamily="2" charset="2"/>
                        <a:buNone/>
                        <a:tabLst/>
                      </a:pPr>
                      <a:r>
                        <a:rPr kumimoji="0" lang="es-ES" sz="1400" b="0" i="0" u="none" strike="noStrike" cap="none" normalizeH="0" baseline="0">
                          <a:ln>
                            <a:noFill/>
                          </a:ln>
                          <a:solidFill>
                            <a:schemeClr val="tx2"/>
                          </a:solidFill>
                          <a:effectLst/>
                          <a:latin typeface="Arial" pitchFamily="34" charset="0"/>
                        </a:rPr>
                        <a:t>B</a:t>
                      </a:r>
                      <a:endParaRPr kumimoji="0" lang="es-PE" sz="1400" b="0" i="0" u="none" strike="noStrike" cap="none" normalizeH="0" baseline="0">
                        <a:ln>
                          <a:noFill/>
                        </a:ln>
                        <a:solidFill>
                          <a:schemeClr val="tx2"/>
                        </a:solidFill>
                        <a:effectLst/>
                        <a:latin typeface="Arial" pitchFamily="34" charset="0"/>
                      </a:endParaRPr>
                    </a:p>
                  </a:txBody>
                  <a:tcPr marL="90000" marR="90000" marT="46806" marB="46806" horzOverflow="overflow">
                    <a:lnL w="28575" cap="flat" cmpd="sng" algn="ctr">
                      <a:solidFill>
                        <a:srgbClr val="336666"/>
                      </a:solidFill>
                      <a:prstDash val="solid"/>
                      <a:round/>
                      <a:headEnd type="none" w="med" len="med"/>
                      <a:tailEnd type="none" w="med" len="med"/>
                    </a:lnL>
                    <a:lnR w="12700" cap="flat" cmpd="sng" algn="ctr">
                      <a:solidFill>
                        <a:srgbClr val="336666"/>
                      </a:solidFill>
                      <a:prstDash val="solid"/>
                      <a:round/>
                      <a:headEnd type="none" w="med" len="med"/>
                      <a:tailEnd type="none" w="med" len="med"/>
                    </a:lnR>
                    <a:lnT w="12700" cap="flat" cmpd="sng" algn="ctr">
                      <a:solidFill>
                        <a:srgbClr val="336666"/>
                      </a:solidFill>
                      <a:prstDash val="solid"/>
                      <a:round/>
                      <a:headEnd type="none" w="med" len="med"/>
                      <a:tailEnd type="none" w="med" len="med"/>
                    </a:lnT>
                    <a:lnB w="12700" cap="flat" cmpd="sng" algn="ctr">
                      <a:solidFill>
                        <a:srgbClr val="336666"/>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defTabSz="914400" rtl="0" eaLnBrk="1" fontAlgn="base" latinLnBrk="0" hangingPunct="1">
                        <a:lnSpc>
                          <a:spcPct val="100000"/>
                        </a:lnSpc>
                        <a:spcBef>
                          <a:spcPct val="20000"/>
                        </a:spcBef>
                        <a:spcAft>
                          <a:spcPct val="0"/>
                        </a:spcAft>
                        <a:buClr>
                          <a:schemeClr val="tx1"/>
                        </a:buClr>
                        <a:buSzPct val="70000"/>
                        <a:buFont typeface="Wingdings" pitchFamily="2" charset="2"/>
                        <a:buNone/>
                        <a:tabLst/>
                      </a:pPr>
                      <a:r>
                        <a:rPr kumimoji="0" lang="es-ES" sz="1400" b="0" i="0" u="none" strike="noStrike" cap="none" normalizeH="0" baseline="0">
                          <a:ln>
                            <a:noFill/>
                          </a:ln>
                          <a:solidFill>
                            <a:schemeClr val="tx2"/>
                          </a:solidFill>
                          <a:effectLst/>
                          <a:latin typeface="Arial" pitchFamily="34" charset="0"/>
                        </a:rPr>
                        <a:t>F</a:t>
                      </a:r>
                      <a:endParaRPr kumimoji="0" lang="es-PE" sz="1400" b="0" i="0" u="none" strike="noStrike" cap="none" normalizeH="0" baseline="0">
                        <a:ln>
                          <a:noFill/>
                        </a:ln>
                        <a:solidFill>
                          <a:schemeClr val="tx2"/>
                        </a:solidFill>
                        <a:effectLst/>
                        <a:latin typeface="Arial" pitchFamily="34" charset="0"/>
                      </a:endParaRPr>
                    </a:p>
                  </a:txBody>
                  <a:tcPr marL="90000" marR="90000" marT="46806" marB="46806" horzOverflow="overflow">
                    <a:lnL w="12700" cap="flat" cmpd="sng" algn="ctr">
                      <a:solidFill>
                        <a:srgbClr val="336666"/>
                      </a:solidFill>
                      <a:prstDash val="solid"/>
                      <a:round/>
                      <a:headEnd type="none" w="med" len="med"/>
                      <a:tailEnd type="none" w="med" len="med"/>
                    </a:lnL>
                    <a:lnR w="12700" cap="flat" cmpd="sng" algn="ctr">
                      <a:solidFill>
                        <a:srgbClr val="336666"/>
                      </a:solidFill>
                      <a:prstDash val="solid"/>
                      <a:round/>
                      <a:headEnd type="none" w="med" len="med"/>
                      <a:tailEnd type="none" w="med" len="med"/>
                    </a:lnR>
                    <a:lnT w="12700" cap="flat" cmpd="sng" algn="ctr">
                      <a:solidFill>
                        <a:srgbClr val="336666"/>
                      </a:solidFill>
                      <a:prstDash val="solid"/>
                      <a:round/>
                      <a:headEnd type="none" w="med" len="med"/>
                      <a:tailEnd type="none" w="med" len="med"/>
                    </a:lnT>
                    <a:lnB w="12700" cap="flat" cmpd="sng" algn="ctr">
                      <a:solidFill>
                        <a:srgbClr val="336666"/>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defTabSz="914400" rtl="0" eaLnBrk="1" fontAlgn="base" latinLnBrk="0" hangingPunct="1">
                        <a:lnSpc>
                          <a:spcPct val="100000"/>
                        </a:lnSpc>
                        <a:spcBef>
                          <a:spcPct val="20000"/>
                        </a:spcBef>
                        <a:spcAft>
                          <a:spcPct val="0"/>
                        </a:spcAft>
                        <a:buClr>
                          <a:schemeClr val="tx1"/>
                        </a:buClr>
                        <a:buSzPct val="70000"/>
                        <a:buFont typeface="Wingdings" pitchFamily="2" charset="2"/>
                        <a:buNone/>
                        <a:tabLst/>
                      </a:pPr>
                      <a:r>
                        <a:rPr kumimoji="0" lang="es-ES" sz="1400" b="0" i="0" u="none" strike="noStrike" cap="none" normalizeH="0" baseline="0">
                          <a:ln>
                            <a:noFill/>
                          </a:ln>
                          <a:solidFill>
                            <a:schemeClr val="tx2"/>
                          </a:solidFill>
                          <a:effectLst/>
                          <a:latin typeface="Arial" pitchFamily="34" charset="0"/>
                        </a:rPr>
                        <a:t>5</a:t>
                      </a:r>
                      <a:endParaRPr kumimoji="0" lang="es-PE" sz="1400" b="0" i="0" u="none" strike="noStrike" cap="none" normalizeH="0" baseline="0">
                        <a:ln>
                          <a:noFill/>
                        </a:ln>
                        <a:solidFill>
                          <a:schemeClr val="tx2"/>
                        </a:solidFill>
                        <a:effectLst/>
                        <a:latin typeface="Arial" pitchFamily="34" charset="0"/>
                      </a:endParaRPr>
                    </a:p>
                  </a:txBody>
                  <a:tcPr marL="90000" marR="90000" marT="46806" marB="46806" horzOverflow="overflow">
                    <a:lnL w="12700" cap="flat" cmpd="sng" algn="ctr">
                      <a:solidFill>
                        <a:srgbClr val="336666"/>
                      </a:solidFill>
                      <a:prstDash val="solid"/>
                      <a:round/>
                      <a:headEnd type="none" w="med" len="med"/>
                      <a:tailEnd type="none" w="med" len="med"/>
                    </a:lnL>
                    <a:lnR w="28575" cap="flat" cmpd="sng" algn="ctr">
                      <a:solidFill>
                        <a:srgbClr val="336666"/>
                      </a:solidFill>
                      <a:prstDash val="solid"/>
                      <a:round/>
                      <a:headEnd type="none" w="med" len="med"/>
                      <a:tailEnd type="none" w="med" len="med"/>
                    </a:lnR>
                    <a:lnT w="12700" cap="flat" cmpd="sng" algn="ctr">
                      <a:solidFill>
                        <a:srgbClr val="336666"/>
                      </a:solidFill>
                      <a:prstDash val="solid"/>
                      <a:round/>
                      <a:headEnd type="none" w="med" len="med"/>
                      <a:tailEnd type="none" w="med" len="med"/>
                    </a:lnT>
                    <a:lnB w="12700" cap="flat" cmpd="sng" algn="ctr">
                      <a:solidFill>
                        <a:srgbClr val="336666"/>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7"/>
                  </a:ext>
                </a:extLst>
              </a:tr>
              <a:tr h="369937">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l" defTabSz="914400" rtl="0" eaLnBrk="1" fontAlgn="base" latinLnBrk="0" hangingPunct="1">
                        <a:lnSpc>
                          <a:spcPct val="100000"/>
                        </a:lnSpc>
                        <a:spcBef>
                          <a:spcPct val="20000"/>
                        </a:spcBef>
                        <a:spcAft>
                          <a:spcPct val="0"/>
                        </a:spcAft>
                        <a:buClr>
                          <a:schemeClr val="tx1"/>
                        </a:buClr>
                        <a:buSzPct val="70000"/>
                        <a:buFont typeface="Wingdings" pitchFamily="2" charset="2"/>
                        <a:buNone/>
                        <a:tabLst/>
                      </a:pPr>
                      <a:r>
                        <a:rPr kumimoji="0" lang="es-ES" sz="1400" b="0" i="0" u="none" strike="noStrike" cap="none" normalizeH="0" baseline="0">
                          <a:ln>
                            <a:noFill/>
                          </a:ln>
                          <a:solidFill>
                            <a:schemeClr val="tx2"/>
                          </a:solidFill>
                          <a:effectLst/>
                          <a:latin typeface="Arial" pitchFamily="34" charset="0"/>
                        </a:rPr>
                        <a:t>H</a:t>
                      </a:r>
                      <a:endParaRPr kumimoji="0" lang="es-PE" sz="1400" b="0" i="0" u="none" strike="noStrike" cap="none" normalizeH="0" baseline="0">
                        <a:ln>
                          <a:noFill/>
                        </a:ln>
                        <a:solidFill>
                          <a:schemeClr val="tx2"/>
                        </a:solidFill>
                        <a:effectLst/>
                        <a:latin typeface="Arial" pitchFamily="34" charset="0"/>
                      </a:endParaRPr>
                    </a:p>
                  </a:txBody>
                  <a:tcPr marL="90000" marR="90000" marT="46806" marB="46806" horzOverflow="overflow">
                    <a:lnL w="28575" cap="flat" cmpd="sng" algn="ctr">
                      <a:solidFill>
                        <a:srgbClr val="336666"/>
                      </a:solidFill>
                      <a:prstDash val="solid"/>
                      <a:round/>
                      <a:headEnd type="none" w="med" len="med"/>
                      <a:tailEnd type="none" w="med" len="med"/>
                    </a:lnL>
                    <a:lnR w="12700" cap="flat" cmpd="sng" algn="ctr">
                      <a:solidFill>
                        <a:srgbClr val="336666"/>
                      </a:solidFill>
                      <a:prstDash val="solid"/>
                      <a:round/>
                      <a:headEnd type="none" w="med" len="med"/>
                      <a:tailEnd type="none" w="med" len="med"/>
                    </a:lnR>
                    <a:lnT w="12700" cap="flat" cmpd="sng" algn="ctr">
                      <a:solidFill>
                        <a:srgbClr val="336666"/>
                      </a:solidFill>
                      <a:prstDash val="solid"/>
                      <a:round/>
                      <a:headEnd type="none" w="med" len="med"/>
                      <a:tailEnd type="none" w="med" len="med"/>
                    </a:lnT>
                    <a:lnB w="12700" cap="flat" cmpd="sng" algn="ctr">
                      <a:solidFill>
                        <a:srgbClr val="336666"/>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defTabSz="914400" rtl="0" eaLnBrk="1" fontAlgn="base" latinLnBrk="0" hangingPunct="1">
                        <a:lnSpc>
                          <a:spcPct val="100000"/>
                        </a:lnSpc>
                        <a:spcBef>
                          <a:spcPct val="20000"/>
                        </a:spcBef>
                        <a:spcAft>
                          <a:spcPct val="0"/>
                        </a:spcAft>
                        <a:buClr>
                          <a:schemeClr val="tx1"/>
                        </a:buClr>
                        <a:buSzPct val="70000"/>
                        <a:buFont typeface="Wingdings" pitchFamily="2" charset="2"/>
                        <a:buNone/>
                        <a:tabLst/>
                      </a:pPr>
                      <a:r>
                        <a:rPr kumimoji="0" lang="es-ES" sz="1400" b="0" i="0" u="none" strike="noStrike" cap="none" normalizeH="0" baseline="0">
                          <a:ln>
                            <a:noFill/>
                          </a:ln>
                          <a:solidFill>
                            <a:schemeClr val="tx2"/>
                          </a:solidFill>
                          <a:effectLst/>
                          <a:latin typeface="Arial" pitchFamily="34" charset="0"/>
                        </a:rPr>
                        <a:t>G</a:t>
                      </a:r>
                      <a:endParaRPr kumimoji="0" lang="es-PE" sz="1400" b="0" i="0" u="none" strike="noStrike" cap="none" normalizeH="0" baseline="0">
                        <a:ln>
                          <a:noFill/>
                        </a:ln>
                        <a:solidFill>
                          <a:schemeClr val="tx2"/>
                        </a:solidFill>
                        <a:effectLst/>
                        <a:latin typeface="Arial" pitchFamily="34" charset="0"/>
                      </a:endParaRPr>
                    </a:p>
                  </a:txBody>
                  <a:tcPr marL="90000" marR="90000" marT="46806" marB="46806" horzOverflow="overflow">
                    <a:lnL w="12700" cap="flat" cmpd="sng" algn="ctr">
                      <a:solidFill>
                        <a:srgbClr val="336666"/>
                      </a:solidFill>
                      <a:prstDash val="solid"/>
                      <a:round/>
                      <a:headEnd type="none" w="med" len="med"/>
                      <a:tailEnd type="none" w="med" len="med"/>
                    </a:lnL>
                    <a:lnR w="12700" cap="flat" cmpd="sng" algn="ctr">
                      <a:solidFill>
                        <a:srgbClr val="336666"/>
                      </a:solidFill>
                      <a:prstDash val="solid"/>
                      <a:round/>
                      <a:headEnd type="none" w="med" len="med"/>
                      <a:tailEnd type="none" w="med" len="med"/>
                    </a:lnR>
                    <a:lnT w="12700" cap="flat" cmpd="sng" algn="ctr">
                      <a:solidFill>
                        <a:srgbClr val="336666"/>
                      </a:solidFill>
                      <a:prstDash val="solid"/>
                      <a:round/>
                      <a:headEnd type="none" w="med" len="med"/>
                      <a:tailEnd type="none" w="med" len="med"/>
                    </a:lnT>
                    <a:lnB w="12700" cap="flat" cmpd="sng" algn="ctr">
                      <a:solidFill>
                        <a:srgbClr val="336666"/>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defTabSz="914400" rtl="0" eaLnBrk="1" fontAlgn="base" latinLnBrk="0" hangingPunct="1">
                        <a:lnSpc>
                          <a:spcPct val="100000"/>
                        </a:lnSpc>
                        <a:spcBef>
                          <a:spcPct val="20000"/>
                        </a:spcBef>
                        <a:spcAft>
                          <a:spcPct val="0"/>
                        </a:spcAft>
                        <a:buClr>
                          <a:schemeClr val="tx1"/>
                        </a:buClr>
                        <a:buSzPct val="70000"/>
                        <a:buFont typeface="Wingdings" pitchFamily="2" charset="2"/>
                        <a:buNone/>
                        <a:tabLst/>
                      </a:pPr>
                      <a:r>
                        <a:rPr kumimoji="0" lang="es-ES" sz="1400" b="0" i="0" u="none" strike="noStrike" cap="none" normalizeH="0" baseline="0">
                          <a:ln>
                            <a:noFill/>
                          </a:ln>
                          <a:solidFill>
                            <a:schemeClr val="tx2"/>
                          </a:solidFill>
                          <a:effectLst/>
                          <a:latin typeface="Arial" pitchFamily="34" charset="0"/>
                        </a:rPr>
                        <a:t>7</a:t>
                      </a:r>
                      <a:endParaRPr kumimoji="0" lang="es-PE" sz="1400" b="0" i="0" u="none" strike="noStrike" cap="none" normalizeH="0" baseline="0">
                        <a:ln>
                          <a:noFill/>
                        </a:ln>
                        <a:solidFill>
                          <a:schemeClr val="tx2"/>
                        </a:solidFill>
                        <a:effectLst/>
                        <a:latin typeface="Arial" pitchFamily="34" charset="0"/>
                      </a:endParaRPr>
                    </a:p>
                  </a:txBody>
                  <a:tcPr marL="90000" marR="90000" marT="46806" marB="46806" horzOverflow="overflow">
                    <a:lnL w="12700" cap="flat" cmpd="sng" algn="ctr">
                      <a:solidFill>
                        <a:srgbClr val="336666"/>
                      </a:solidFill>
                      <a:prstDash val="solid"/>
                      <a:round/>
                      <a:headEnd type="none" w="med" len="med"/>
                      <a:tailEnd type="none" w="med" len="med"/>
                    </a:lnL>
                    <a:lnR w="28575" cap="flat" cmpd="sng" algn="ctr">
                      <a:solidFill>
                        <a:srgbClr val="336666"/>
                      </a:solidFill>
                      <a:prstDash val="solid"/>
                      <a:round/>
                      <a:headEnd type="none" w="med" len="med"/>
                      <a:tailEnd type="none" w="med" len="med"/>
                    </a:lnR>
                    <a:lnT w="12700" cap="flat" cmpd="sng" algn="ctr">
                      <a:solidFill>
                        <a:srgbClr val="336666"/>
                      </a:solidFill>
                      <a:prstDash val="solid"/>
                      <a:round/>
                      <a:headEnd type="none" w="med" len="med"/>
                      <a:tailEnd type="none" w="med" len="med"/>
                    </a:lnT>
                    <a:lnB w="12700" cap="flat" cmpd="sng" algn="ctr">
                      <a:solidFill>
                        <a:srgbClr val="336666"/>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8"/>
                  </a:ext>
                </a:extLst>
              </a:tr>
              <a:tr h="368349">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l" defTabSz="914400" rtl="0" eaLnBrk="1" fontAlgn="base" latinLnBrk="0" hangingPunct="1">
                        <a:lnSpc>
                          <a:spcPct val="100000"/>
                        </a:lnSpc>
                        <a:spcBef>
                          <a:spcPct val="20000"/>
                        </a:spcBef>
                        <a:spcAft>
                          <a:spcPct val="0"/>
                        </a:spcAft>
                        <a:buClr>
                          <a:schemeClr val="tx1"/>
                        </a:buClr>
                        <a:buSzPct val="70000"/>
                        <a:buFont typeface="Wingdings" pitchFamily="2" charset="2"/>
                        <a:buNone/>
                        <a:tabLst/>
                      </a:pPr>
                      <a:r>
                        <a:rPr kumimoji="0" lang="es-ES" sz="1400" b="0" i="0" u="none" strike="noStrike" cap="none" normalizeH="0" baseline="0">
                          <a:ln>
                            <a:noFill/>
                          </a:ln>
                          <a:solidFill>
                            <a:schemeClr val="tx2"/>
                          </a:solidFill>
                          <a:effectLst/>
                          <a:latin typeface="Arial" pitchFamily="34" charset="0"/>
                        </a:rPr>
                        <a:t>C</a:t>
                      </a:r>
                      <a:endParaRPr kumimoji="0" lang="es-PE" sz="1400" b="0" i="0" u="none" strike="noStrike" cap="none" normalizeH="0" baseline="0">
                        <a:ln>
                          <a:noFill/>
                        </a:ln>
                        <a:solidFill>
                          <a:schemeClr val="tx2"/>
                        </a:solidFill>
                        <a:effectLst/>
                        <a:latin typeface="Arial" pitchFamily="34" charset="0"/>
                      </a:endParaRPr>
                    </a:p>
                  </a:txBody>
                  <a:tcPr marL="90000" marR="90000" marT="46806" marB="46806" horzOverflow="overflow">
                    <a:lnL w="28575" cap="flat" cmpd="sng" algn="ctr">
                      <a:solidFill>
                        <a:srgbClr val="336666"/>
                      </a:solidFill>
                      <a:prstDash val="solid"/>
                      <a:round/>
                      <a:headEnd type="none" w="med" len="med"/>
                      <a:tailEnd type="none" w="med" len="med"/>
                    </a:lnL>
                    <a:lnR w="12700" cap="flat" cmpd="sng" algn="ctr">
                      <a:solidFill>
                        <a:srgbClr val="336666"/>
                      </a:solidFill>
                      <a:prstDash val="solid"/>
                      <a:round/>
                      <a:headEnd type="none" w="med" len="med"/>
                      <a:tailEnd type="none" w="med" len="med"/>
                    </a:lnR>
                    <a:lnT w="12700" cap="flat" cmpd="sng" algn="ctr">
                      <a:solidFill>
                        <a:srgbClr val="336666"/>
                      </a:solidFill>
                      <a:prstDash val="solid"/>
                      <a:round/>
                      <a:headEnd type="none" w="med" len="med"/>
                      <a:tailEnd type="none" w="med" len="med"/>
                    </a:lnT>
                    <a:lnB w="12700" cap="flat" cmpd="sng" algn="ctr">
                      <a:solidFill>
                        <a:srgbClr val="336666"/>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defTabSz="914400" rtl="0" eaLnBrk="1" fontAlgn="base" latinLnBrk="0" hangingPunct="1">
                        <a:lnSpc>
                          <a:spcPct val="100000"/>
                        </a:lnSpc>
                        <a:spcBef>
                          <a:spcPct val="20000"/>
                        </a:spcBef>
                        <a:spcAft>
                          <a:spcPct val="0"/>
                        </a:spcAft>
                        <a:buClr>
                          <a:schemeClr val="tx1"/>
                        </a:buClr>
                        <a:buSzPct val="70000"/>
                        <a:buFont typeface="Wingdings" pitchFamily="2" charset="2"/>
                        <a:buNone/>
                        <a:tabLst/>
                      </a:pPr>
                      <a:r>
                        <a:rPr kumimoji="0" lang="es-ES" sz="1400" b="0" i="0" u="none" strike="noStrike" cap="none" normalizeH="0" baseline="0">
                          <a:ln>
                            <a:noFill/>
                          </a:ln>
                          <a:solidFill>
                            <a:schemeClr val="tx2"/>
                          </a:solidFill>
                          <a:effectLst/>
                          <a:latin typeface="Arial" pitchFamily="34" charset="0"/>
                        </a:rPr>
                        <a:t>H</a:t>
                      </a:r>
                      <a:endParaRPr kumimoji="0" lang="es-PE" sz="1400" b="0" i="0" u="none" strike="noStrike" cap="none" normalizeH="0" baseline="0">
                        <a:ln>
                          <a:noFill/>
                        </a:ln>
                        <a:solidFill>
                          <a:schemeClr val="tx2"/>
                        </a:solidFill>
                        <a:effectLst/>
                        <a:latin typeface="Arial" pitchFamily="34" charset="0"/>
                      </a:endParaRPr>
                    </a:p>
                  </a:txBody>
                  <a:tcPr marL="90000" marR="90000" marT="46806" marB="46806" horzOverflow="overflow">
                    <a:lnL w="12700" cap="flat" cmpd="sng" algn="ctr">
                      <a:solidFill>
                        <a:srgbClr val="336666"/>
                      </a:solidFill>
                      <a:prstDash val="solid"/>
                      <a:round/>
                      <a:headEnd type="none" w="med" len="med"/>
                      <a:tailEnd type="none" w="med" len="med"/>
                    </a:lnL>
                    <a:lnR w="12700" cap="flat" cmpd="sng" algn="ctr">
                      <a:solidFill>
                        <a:srgbClr val="336666"/>
                      </a:solidFill>
                      <a:prstDash val="solid"/>
                      <a:round/>
                      <a:headEnd type="none" w="med" len="med"/>
                      <a:tailEnd type="none" w="med" len="med"/>
                    </a:lnR>
                    <a:lnT w="12700" cap="flat" cmpd="sng" algn="ctr">
                      <a:solidFill>
                        <a:srgbClr val="336666"/>
                      </a:solidFill>
                      <a:prstDash val="solid"/>
                      <a:round/>
                      <a:headEnd type="none" w="med" len="med"/>
                      <a:tailEnd type="none" w="med" len="med"/>
                    </a:lnT>
                    <a:lnB w="12700" cap="flat" cmpd="sng" algn="ctr">
                      <a:solidFill>
                        <a:srgbClr val="336666"/>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defTabSz="914400" rtl="0" eaLnBrk="1" fontAlgn="base" latinLnBrk="0" hangingPunct="1">
                        <a:lnSpc>
                          <a:spcPct val="100000"/>
                        </a:lnSpc>
                        <a:spcBef>
                          <a:spcPct val="20000"/>
                        </a:spcBef>
                        <a:spcAft>
                          <a:spcPct val="0"/>
                        </a:spcAft>
                        <a:buClr>
                          <a:schemeClr val="tx1"/>
                        </a:buClr>
                        <a:buSzPct val="70000"/>
                        <a:buFont typeface="Wingdings" pitchFamily="2" charset="2"/>
                        <a:buNone/>
                        <a:tabLst/>
                      </a:pPr>
                      <a:r>
                        <a:rPr kumimoji="0" lang="es-ES" sz="1400" b="0" i="0" u="none" strike="noStrike" cap="none" normalizeH="0" baseline="0">
                          <a:ln>
                            <a:noFill/>
                          </a:ln>
                          <a:solidFill>
                            <a:schemeClr val="tx2"/>
                          </a:solidFill>
                          <a:effectLst/>
                          <a:latin typeface="Arial" pitchFamily="34" charset="0"/>
                        </a:rPr>
                        <a:t>8</a:t>
                      </a:r>
                      <a:endParaRPr kumimoji="0" lang="es-PE" sz="1400" b="0" i="0" u="none" strike="noStrike" cap="none" normalizeH="0" baseline="0">
                        <a:ln>
                          <a:noFill/>
                        </a:ln>
                        <a:solidFill>
                          <a:schemeClr val="tx2"/>
                        </a:solidFill>
                        <a:effectLst/>
                        <a:latin typeface="Arial" pitchFamily="34" charset="0"/>
                      </a:endParaRPr>
                    </a:p>
                  </a:txBody>
                  <a:tcPr marL="90000" marR="90000" marT="46806" marB="46806" horzOverflow="overflow">
                    <a:lnL w="12700" cap="flat" cmpd="sng" algn="ctr">
                      <a:solidFill>
                        <a:srgbClr val="336666"/>
                      </a:solidFill>
                      <a:prstDash val="solid"/>
                      <a:round/>
                      <a:headEnd type="none" w="med" len="med"/>
                      <a:tailEnd type="none" w="med" len="med"/>
                    </a:lnL>
                    <a:lnR w="28575" cap="flat" cmpd="sng" algn="ctr">
                      <a:solidFill>
                        <a:srgbClr val="336666"/>
                      </a:solidFill>
                      <a:prstDash val="solid"/>
                      <a:round/>
                      <a:headEnd type="none" w="med" len="med"/>
                      <a:tailEnd type="none" w="med" len="med"/>
                    </a:lnR>
                    <a:lnT w="12700" cap="flat" cmpd="sng" algn="ctr">
                      <a:solidFill>
                        <a:srgbClr val="336666"/>
                      </a:solidFill>
                      <a:prstDash val="solid"/>
                      <a:round/>
                      <a:headEnd type="none" w="med" len="med"/>
                      <a:tailEnd type="none" w="med" len="med"/>
                    </a:lnT>
                    <a:lnB w="12700" cap="flat" cmpd="sng" algn="ctr">
                      <a:solidFill>
                        <a:srgbClr val="336666"/>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9"/>
                  </a:ext>
                </a:extLst>
              </a:tr>
              <a:tr h="369937">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l" defTabSz="914400" rtl="0" eaLnBrk="1" fontAlgn="base" latinLnBrk="0" hangingPunct="1">
                        <a:lnSpc>
                          <a:spcPct val="100000"/>
                        </a:lnSpc>
                        <a:spcBef>
                          <a:spcPct val="20000"/>
                        </a:spcBef>
                        <a:spcAft>
                          <a:spcPct val="0"/>
                        </a:spcAft>
                        <a:buClr>
                          <a:schemeClr val="tx1"/>
                        </a:buClr>
                        <a:buSzPct val="70000"/>
                        <a:buFont typeface="Wingdings" pitchFamily="2" charset="2"/>
                        <a:buNone/>
                        <a:tabLst/>
                      </a:pPr>
                      <a:r>
                        <a:rPr kumimoji="0" lang="es-ES" sz="1400" b="0" i="0" u="none" strike="noStrike" cap="none" normalizeH="0" baseline="0" dirty="0">
                          <a:ln>
                            <a:noFill/>
                          </a:ln>
                          <a:solidFill>
                            <a:schemeClr val="tx2"/>
                          </a:solidFill>
                          <a:effectLst/>
                          <a:latin typeface="Arial" pitchFamily="34" charset="0"/>
                        </a:rPr>
                        <a:t>Fin</a:t>
                      </a:r>
                      <a:endParaRPr kumimoji="0" lang="es-PE" sz="1400" b="0" i="0" u="none" strike="noStrike" cap="none" normalizeH="0" baseline="0" dirty="0">
                        <a:ln>
                          <a:noFill/>
                        </a:ln>
                        <a:solidFill>
                          <a:schemeClr val="tx2"/>
                        </a:solidFill>
                        <a:effectLst/>
                        <a:latin typeface="Arial" pitchFamily="34" charset="0"/>
                      </a:endParaRPr>
                    </a:p>
                  </a:txBody>
                  <a:tcPr marL="90000" marR="90000" marT="46806" marB="46806" horzOverflow="overflow">
                    <a:lnL w="28575" cap="flat" cmpd="sng" algn="ctr">
                      <a:solidFill>
                        <a:srgbClr val="336666"/>
                      </a:solidFill>
                      <a:prstDash val="solid"/>
                      <a:round/>
                      <a:headEnd type="none" w="med" len="med"/>
                      <a:tailEnd type="none" w="med" len="med"/>
                    </a:lnL>
                    <a:lnR w="12700" cap="flat" cmpd="sng" algn="ctr">
                      <a:solidFill>
                        <a:srgbClr val="336666"/>
                      </a:solidFill>
                      <a:prstDash val="solid"/>
                      <a:round/>
                      <a:headEnd type="none" w="med" len="med"/>
                      <a:tailEnd type="none" w="med" len="med"/>
                    </a:lnR>
                    <a:lnT w="12700" cap="flat" cmpd="sng" algn="ctr">
                      <a:solidFill>
                        <a:srgbClr val="336666"/>
                      </a:solidFill>
                      <a:prstDash val="solid"/>
                      <a:round/>
                      <a:headEnd type="none" w="med" len="med"/>
                      <a:tailEnd type="none" w="med" len="med"/>
                    </a:lnT>
                    <a:lnB w="28575" cap="flat" cmpd="sng" algn="ctr">
                      <a:solidFill>
                        <a:srgbClr val="336666"/>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defTabSz="914400" rtl="0" eaLnBrk="1" fontAlgn="base" latinLnBrk="0" hangingPunct="1">
                        <a:lnSpc>
                          <a:spcPct val="100000"/>
                        </a:lnSpc>
                        <a:spcBef>
                          <a:spcPct val="20000"/>
                        </a:spcBef>
                        <a:spcAft>
                          <a:spcPct val="0"/>
                        </a:spcAft>
                        <a:buClr>
                          <a:schemeClr val="tx1"/>
                        </a:buClr>
                        <a:buSzPct val="70000"/>
                        <a:buFont typeface="Wingdings" pitchFamily="2" charset="2"/>
                        <a:buNone/>
                        <a:tabLst/>
                      </a:pPr>
                      <a:r>
                        <a:rPr kumimoji="0" lang="es-ES" sz="1400" b="0" i="0" u="none" strike="noStrike" cap="none" normalizeH="0" baseline="0">
                          <a:ln>
                            <a:noFill/>
                          </a:ln>
                          <a:solidFill>
                            <a:schemeClr val="tx2"/>
                          </a:solidFill>
                          <a:effectLst/>
                          <a:latin typeface="Arial" pitchFamily="34" charset="0"/>
                        </a:rPr>
                        <a:t>C, B</a:t>
                      </a:r>
                      <a:endParaRPr kumimoji="0" lang="es-PE" sz="1400" b="0" i="0" u="none" strike="noStrike" cap="none" normalizeH="0" baseline="0">
                        <a:ln>
                          <a:noFill/>
                        </a:ln>
                        <a:solidFill>
                          <a:schemeClr val="tx2"/>
                        </a:solidFill>
                        <a:effectLst/>
                        <a:latin typeface="Arial" pitchFamily="34" charset="0"/>
                      </a:endParaRPr>
                    </a:p>
                  </a:txBody>
                  <a:tcPr marL="90000" marR="90000" marT="46806" marB="46806" horzOverflow="overflow">
                    <a:lnL w="12700" cap="flat" cmpd="sng" algn="ctr">
                      <a:solidFill>
                        <a:srgbClr val="336666"/>
                      </a:solidFill>
                      <a:prstDash val="solid"/>
                      <a:round/>
                      <a:headEnd type="none" w="med" len="med"/>
                      <a:tailEnd type="none" w="med" len="med"/>
                    </a:lnL>
                    <a:lnR w="12700" cap="flat" cmpd="sng" algn="ctr">
                      <a:solidFill>
                        <a:srgbClr val="336666"/>
                      </a:solidFill>
                      <a:prstDash val="solid"/>
                      <a:round/>
                      <a:headEnd type="none" w="med" len="med"/>
                      <a:tailEnd type="none" w="med" len="med"/>
                    </a:lnR>
                    <a:lnT w="12700" cap="flat" cmpd="sng" algn="ctr">
                      <a:solidFill>
                        <a:srgbClr val="336666"/>
                      </a:solidFill>
                      <a:prstDash val="solid"/>
                      <a:round/>
                      <a:headEnd type="none" w="med" len="med"/>
                      <a:tailEnd type="none" w="med" len="med"/>
                    </a:lnT>
                    <a:lnB w="28575" cap="flat" cmpd="sng" algn="ctr">
                      <a:solidFill>
                        <a:srgbClr val="336666"/>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defTabSz="914400" rtl="0" eaLnBrk="1" fontAlgn="base" latinLnBrk="0" hangingPunct="1">
                        <a:lnSpc>
                          <a:spcPct val="100000"/>
                        </a:lnSpc>
                        <a:spcBef>
                          <a:spcPct val="20000"/>
                        </a:spcBef>
                        <a:spcAft>
                          <a:spcPct val="0"/>
                        </a:spcAft>
                        <a:buClr>
                          <a:schemeClr val="tx1"/>
                        </a:buClr>
                        <a:buSzPct val="70000"/>
                        <a:buFont typeface="Wingdings" pitchFamily="2" charset="2"/>
                        <a:buNone/>
                        <a:tabLst/>
                      </a:pPr>
                      <a:r>
                        <a:rPr kumimoji="0" lang="es-ES" sz="1400" b="0" i="0" u="none" strike="noStrike" cap="none" normalizeH="0" baseline="0" dirty="0">
                          <a:ln>
                            <a:noFill/>
                          </a:ln>
                          <a:solidFill>
                            <a:schemeClr val="tx2"/>
                          </a:solidFill>
                          <a:effectLst/>
                          <a:latin typeface="Arial" pitchFamily="34" charset="0"/>
                        </a:rPr>
                        <a:t>0</a:t>
                      </a:r>
                      <a:endParaRPr kumimoji="0" lang="es-PE" sz="1400" b="0" i="0" u="none" strike="noStrike" cap="none" normalizeH="0" baseline="0" dirty="0">
                        <a:ln>
                          <a:noFill/>
                        </a:ln>
                        <a:solidFill>
                          <a:schemeClr val="tx2"/>
                        </a:solidFill>
                        <a:effectLst/>
                        <a:latin typeface="Arial" pitchFamily="34" charset="0"/>
                      </a:endParaRPr>
                    </a:p>
                  </a:txBody>
                  <a:tcPr marL="90000" marR="90000" marT="46806" marB="46806" horzOverflow="overflow">
                    <a:lnL w="12700" cap="flat" cmpd="sng" algn="ctr">
                      <a:solidFill>
                        <a:srgbClr val="336666"/>
                      </a:solidFill>
                      <a:prstDash val="solid"/>
                      <a:round/>
                      <a:headEnd type="none" w="med" len="med"/>
                      <a:tailEnd type="none" w="med" len="med"/>
                    </a:lnL>
                    <a:lnR w="28575" cap="flat" cmpd="sng" algn="ctr">
                      <a:solidFill>
                        <a:srgbClr val="336666"/>
                      </a:solidFill>
                      <a:prstDash val="solid"/>
                      <a:round/>
                      <a:headEnd type="none" w="med" len="med"/>
                      <a:tailEnd type="none" w="med" len="med"/>
                    </a:lnR>
                    <a:lnT w="12700" cap="flat" cmpd="sng" algn="ctr">
                      <a:solidFill>
                        <a:srgbClr val="336666"/>
                      </a:solidFill>
                      <a:prstDash val="solid"/>
                      <a:round/>
                      <a:headEnd type="none" w="med" len="med"/>
                      <a:tailEnd type="none" w="med" len="med"/>
                    </a:lnT>
                    <a:lnB w="28575" cap="flat" cmpd="sng" algn="ctr">
                      <a:solidFill>
                        <a:srgbClr val="336666"/>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10"/>
                  </a:ext>
                </a:extLst>
              </a:tr>
            </a:tbl>
          </a:graphicData>
        </a:graphic>
      </p:graphicFrame>
      <p:sp>
        <p:nvSpPr>
          <p:cNvPr id="87" name="Text Box 81"/>
          <p:cNvSpPr txBox="1">
            <a:spLocks noChangeArrowheads="1"/>
          </p:cNvSpPr>
          <p:nvPr/>
        </p:nvSpPr>
        <p:spPr bwMode="auto">
          <a:xfrm>
            <a:off x="440163" y="1858906"/>
            <a:ext cx="7200900" cy="392415"/>
          </a:xfrm>
          <a:prstGeom prst="rect">
            <a:avLst/>
          </a:prstGeom>
          <a:solidFill>
            <a:srgbClr val="FFFFFF"/>
          </a:solidFill>
          <a:ln w="3175">
            <a:noFill/>
            <a:miter lim="800000"/>
            <a:headEnd/>
            <a:tailEnd/>
          </a:ln>
        </p:spPr>
        <p:txBody>
          <a:bodyPr>
            <a:spAutoFit/>
          </a:bodyPr>
          <a:lstStyle/>
          <a:p>
            <a:pPr marL="342900" marR="0" lvl="0" indent="-342900" defTabSz="914400" eaLnBrk="0" fontAlgn="base" latinLnBrk="0" hangingPunct="0">
              <a:lnSpc>
                <a:spcPct val="130000"/>
              </a:lnSpc>
              <a:spcBef>
                <a:spcPct val="50000"/>
              </a:spcBef>
              <a:spcAft>
                <a:spcPct val="0"/>
              </a:spcAft>
              <a:buClrTx/>
              <a:buSzTx/>
              <a:buFontTx/>
              <a:buNone/>
              <a:tabLst/>
              <a:defRPr/>
            </a:pPr>
            <a:r>
              <a:rPr kumimoji="0" lang="es-ES" sz="1500" b="1" i="0" u="none" strike="noStrike" kern="0" cap="none" spc="0" normalizeH="0" baseline="0" noProof="0" dirty="0">
                <a:ln>
                  <a:noFill/>
                </a:ln>
                <a:solidFill>
                  <a:srgbClr val="000000"/>
                </a:solidFill>
                <a:effectLst/>
                <a:uLnTx/>
                <a:uFillTx/>
                <a:latin typeface="Arial"/>
              </a:rPr>
              <a:t>Considere la siguiente tabla para las preguntas 1 al 5:</a:t>
            </a:r>
          </a:p>
        </p:txBody>
      </p:sp>
      <p:sp>
        <p:nvSpPr>
          <p:cNvPr id="88" name="Text Box 82"/>
          <p:cNvSpPr txBox="1">
            <a:spLocks noChangeArrowheads="1"/>
          </p:cNvSpPr>
          <p:nvPr/>
        </p:nvSpPr>
        <p:spPr bwMode="auto">
          <a:xfrm>
            <a:off x="5023252" y="2251321"/>
            <a:ext cx="6590993" cy="3208571"/>
          </a:xfrm>
          <a:prstGeom prst="rect">
            <a:avLst/>
          </a:prstGeom>
          <a:solidFill>
            <a:srgbClr val="FFFFFF"/>
          </a:solidFill>
          <a:ln w="3175">
            <a:noFill/>
            <a:miter lim="800000"/>
            <a:headEnd/>
            <a:tailEnd/>
          </a:ln>
        </p:spPr>
        <p:txBody>
          <a:bodyPr wrap="square">
            <a:spAutoFit/>
          </a:bodyPr>
          <a:lstStyle/>
          <a:p>
            <a:pPr marL="342900" marR="0" lvl="0" indent="-342900" defTabSz="914400" eaLnBrk="0" fontAlgn="base" latinLnBrk="0" hangingPunct="0">
              <a:lnSpc>
                <a:spcPct val="100000"/>
              </a:lnSpc>
              <a:spcBef>
                <a:spcPct val="50000"/>
              </a:spcBef>
              <a:spcAft>
                <a:spcPct val="0"/>
              </a:spcAft>
              <a:buClrTx/>
              <a:buSzTx/>
              <a:buFontTx/>
              <a:buNone/>
              <a:tabLst/>
              <a:defRPr/>
            </a:pPr>
            <a:r>
              <a:rPr kumimoji="0" lang="es-ES" sz="1500" b="1" i="0" u="none" strike="noStrike" kern="0" cap="none" spc="0" normalizeH="0" baseline="0" noProof="0" dirty="0">
                <a:ln>
                  <a:noFill/>
                </a:ln>
                <a:solidFill>
                  <a:srgbClr val="000000"/>
                </a:solidFill>
                <a:effectLst/>
                <a:uLnTx/>
                <a:uFillTx/>
                <a:latin typeface="Arial"/>
              </a:rPr>
              <a:t>1. ¿Cuál es la duración de la ruta crítica?</a:t>
            </a:r>
          </a:p>
          <a:p>
            <a:pPr marL="342900" marR="0" lvl="0" indent="-342900" defTabSz="914400" eaLnBrk="0" fontAlgn="base" latinLnBrk="0" hangingPunct="0">
              <a:lnSpc>
                <a:spcPct val="100000"/>
              </a:lnSpc>
              <a:spcBef>
                <a:spcPct val="50000"/>
              </a:spcBef>
              <a:spcAft>
                <a:spcPct val="0"/>
              </a:spcAft>
              <a:buClrTx/>
              <a:buSzTx/>
              <a:buFontTx/>
              <a:buNone/>
              <a:tabLst/>
              <a:defRPr/>
            </a:pPr>
            <a:endParaRPr kumimoji="0" lang="es-ES" sz="1500" b="1" i="0" u="none" strike="noStrike" kern="0" cap="none" spc="0" normalizeH="0" baseline="0" noProof="0" dirty="0">
              <a:ln>
                <a:noFill/>
              </a:ln>
              <a:solidFill>
                <a:srgbClr val="000000"/>
              </a:solidFill>
              <a:effectLst/>
              <a:uLnTx/>
              <a:uFillTx/>
              <a:latin typeface="Arial"/>
            </a:endParaRPr>
          </a:p>
          <a:p>
            <a:pPr marL="342900" marR="0" lvl="0" indent="-342900" defTabSz="914400" eaLnBrk="0" fontAlgn="base" latinLnBrk="0" hangingPunct="0">
              <a:lnSpc>
                <a:spcPct val="150000"/>
              </a:lnSpc>
              <a:spcBef>
                <a:spcPct val="50000"/>
              </a:spcBef>
              <a:spcAft>
                <a:spcPct val="0"/>
              </a:spcAft>
              <a:buClrTx/>
              <a:buSzTx/>
              <a:buFontTx/>
              <a:buNone/>
              <a:tabLst/>
              <a:defRPr/>
            </a:pPr>
            <a:r>
              <a:rPr kumimoji="0" lang="es-ES" sz="1500" b="1" i="0" u="none" strike="noStrike" kern="0" cap="none" spc="0" normalizeH="0" baseline="0" noProof="0" dirty="0">
                <a:ln>
                  <a:noFill/>
                </a:ln>
                <a:solidFill>
                  <a:srgbClr val="000000"/>
                </a:solidFill>
                <a:effectLst/>
                <a:uLnTx/>
                <a:uFillTx/>
                <a:latin typeface="Arial"/>
              </a:rPr>
              <a:t>2. Para acortar la longitud del proyecto, el sponsor ha ofrecido remover el trabajo de la actividad E del proyecto, haciendo a la actividad D predecesora de las actividades G y F. ¿Cuál sería el efecto?</a:t>
            </a:r>
          </a:p>
          <a:p>
            <a:pPr marL="342900" marR="0" lvl="0" indent="-342900" defTabSz="914400" eaLnBrk="0" fontAlgn="base" latinLnBrk="0" hangingPunct="0">
              <a:lnSpc>
                <a:spcPct val="100000"/>
              </a:lnSpc>
              <a:spcBef>
                <a:spcPct val="50000"/>
              </a:spcBef>
              <a:spcAft>
                <a:spcPct val="0"/>
              </a:spcAft>
              <a:buClrTx/>
              <a:buSzTx/>
              <a:buFontTx/>
              <a:buNone/>
              <a:tabLst/>
              <a:defRPr/>
            </a:pPr>
            <a:r>
              <a:rPr lang="es-ES" sz="1500" b="1" kern="0" dirty="0">
                <a:solidFill>
                  <a:srgbClr val="000000"/>
                </a:solidFill>
                <a:latin typeface="Arial"/>
              </a:rPr>
              <a:t>3</a:t>
            </a:r>
            <a:r>
              <a:rPr kumimoji="0" lang="es-ES" sz="1500" b="1" i="0" u="none" strike="noStrike" kern="0" cap="none" spc="0" normalizeH="0" baseline="0" noProof="0" dirty="0">
                <a:ln>
                  <a:noFill/>
                </a:ln>
                <a:solidFill>
                  <a:srgbClr val="000000"/>
                </a:solidFill>
                <a:effectLst/>
                <a:uLnTx/>
                <a:uFillTx/>
                <a:latin typeface="Arial"/>
              </a:rPr>
              <a:t>. ¿Cuál es la holgura de la actividad B?</a:t>
            </a:r>
          </a:p>
          <a:p>
            <a:pPr marL="342900" marR="0" lvl="0" indent="-342900" defTabSz="914400" eaLnBrk="0" fontAlgn="base" latinLnBrk="0" hangingPunct="0">
              <a:lnSpc>
                <a:spcPct val="100000"/>
              </a:lnSpc>
              <a:spcBef>
                <a:spcPct val="50000"/>
              </a:spcBef>
              <a:spcAft>
                <a:spcPct val="0"/>
              </a:spcAft>
              <a:buClrTx/>
              <a:buSzTx/>
              <a:buFontTx/>
              <a:buNone/>
              <a:tabLst/>
              <a:defRPr/>
            </a:pPr>
            <a:r>
              <a:rPr kumimoji="0" lang="es-ES" sz="1500" b="1" i="0" u="none" strike="noStrike" kern="0" cap="none" spc="0" normalizeH="0" baseline="0" noProof="0" dirty="0">
                <a:ln>
                  <a:noFill/>
                </a:ln>
                <a:solidFill>
                  <a:srgbClr val="000000"/>
                </a:solidFill>
                <a:effectLst/>
                <a:uLnTx/>
                <a:uFillTx/>
                <a:latin typeface="Arial"/>
              </a:rPr>
              <a:t>4. ¿Cuál es la holgura de la actividad E?</a:t>
            </a:r>
          </a:p>
          <a:p>
            <a:pPr marL="342900" marR="0" lvl="0" indent="-342900" defTabSz="914400" eaLnBrk="0" fontAlgn="base" latinLnBrk="0" hangingPunct="0">
              <a:lnSpc>
                <a:spcPct val="100000"/>
              </a:lnSpc>
              <a:spcBef>
                <a:spcPct val="50000"/>
              </a:spcBef>
              <a:spcAft>
                <a:spcPct val="0"/>
              </a:spcAft>
              <a:buClrTx/>
              <a:buSzTx/>
              <a:buFontTx/>
              <a:buNone/>
              <a:tabLst/>
              <a:defRPr/>
            </a:pPr>
            <a:r>
              <a:rPr kumimoji="0" lang="es-ES" sz="1500" b="1" i="0" u="none" strike="noStrike" kern="0" cap="none" spc="0" normalizeH="0" baseline="0" noProof="0" dirty="0">
                <a:ln>
                  <a:noFill/>
                </a:ln>
                <a:solidFill>
                  <a:srgbClr val="000000"/>
                </a:solidFill>
                <a:effectLst/>
                <a:uLnTx/>
                <a:uFillTx/>
                <a:latin typeface="Arial"/>
              </a:rPr>
              <a:t>5. ¿Cuál es la holgura de la actividad D?</a:t>
            </a:r>
          </a:p>
        </p:txBody>
      </p:sp>
      <p:sp>
        <p:nvSpPr>
          <p:cNvPr id="4" name="Título 1">
            <a:extLst>
              <a:ext uri="{FF2B5EF4-FFF2-40B4-BE49-F238E27FC236}">
                <a16:creationId xmlns:a16="http://schemas.microsoft.com/office/drawing/2014/main" id="{BCE7CD87-B5A2-1258-D722-D46B8816C182}"/>
              </a:ext>
            </a:extLst>
          </p:cNvPr>
          <p:cNvSpPr>
            <a:spLocks noGrp="1"/>
          </p:cNvSpPr>
          <p:nvPr>
            <p:ph type="title"/>
          </p:nvPr>
        </p:nvSpPr>
        <p:spPr>
          <a:xfrm>
            <a:off x="292288" y="377263"/>
            <a:ext cx="9083723" cy="1325563"/>
          </a:xfrm>
        </p:spPr>
        <p:txBody>
          <a:bodyPr>
            <a:normAutofit/>
          </a:bodyPr>
          <a:lstStyle/>
          <a:p>
            <a:r>
              <a:rPr lang="es-ES" sz="4000" b="1" dirty="0"/>
              <a:t>03. ACTIVIDADES, SECUENCIAMIENTO, DURACIÓN Y HOLGURAS</a:t>
            </a:r>
            <a:endParaRPr lang="en-US" sz="4000" b="1" dirty="0"/>
          </a:p>
        </p:txBody>
      </p:sp>
      <p:pic>
        <p:nvPicPr>
          <p:cNvPr id="2" name="Imagen 1">
            <a:extLst>
              <a:ext uri="{FF2B5EF4-FFF2-40B4-BE49-F238E27FC236}">
                <a16:creationId xmlns:a16="http://schemas.microsoft.com/office/drawing/2014/main" id="{2E4C153C-9BC1-B7EA-89AE-22557C3C7433}"/>
              </a:ext>
            </a:extLst>
          </p:cNvPr>
          <p:cNvPicPr>
            <a:picLocks noChangeAspect="1"/>
          </p:cNvPicPr>
          <p:nvPr/>
        </p:nvPicPr>
        <p:blipFill>
          <a:blip r:embed="rId2"/>
          <a:stretch>
            <a:fillRect/>
          </a:stretch>
        </p:blipFill>
        <p:spPr>
          <a:xfrm>
            <a:off x="9897686" y="5907116"/>
            <a:ext cx="2033588" cy="731810"/>
          </a:xfrm>
          <a:prstGeom prst="rect">
            <a:avLst/>
          </a:prstGeom>
        </p:spPr>
      </p:pic>
    </p:spTree>
    <p:extLst>
      <p:ext uri="{BB962C8B-B14F-4D97-AF65-F5344CB8AC3E}">
        <p14:creationId xmlns:p14="http://schemas.microsoft.com/office/powerpoint/2010/main" val="6985859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39"/>
          <p:cNvGrpSpPr>
            <a:grpSpLocks/>
          </p:cNvGrpSpPr>
          <p:nvPr/>
        </p:nvGrpSpPr>
        <p:grpSpPr bwMode="auto">
          <a:xfrm>
            <a:off x="2542772" y="4184986"/>
            <a:ext cx="7129463" cy="2322512"/>
            <a:chOff x="1020" y="2502"/>
            <a:chExt cx="4491" cy="1463"/>
          </a:xfrm>
        </p:grpSpPr>
        <p:sp>
          <p:nvSpPr>
            <p:cNvPr id="7" name="AutoShape 5"/>
            <p:cNvSpPr>
              <a:spLocks noChangeArrowheads="1"/>
            </p:cNvSpPr>
            <p:nvPr/>
          </p:nvSpPr>
          <p:spPr bwMode="auto">
            <a:xfrm>
              <a:off x="1020" y="2976"/>
              <a:ext cx="502" cy="544"/>
            </a:xfrm>
            <a:prstGeom prst="diamond">
              <a:avLst/>
            </a:prstGeom>
            <a:solidFill>
              <a:srgbClr val="FFFFFF"/>
            </a:solidFill>
            <a:ln w="3175">
              <a:solidFill>
                <a:srgbClr val="000000"/>
              </a:solidFill>
              <a:miter lim="800000"/>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s-ES" sz="1100" b="1" i="0" u="none" strike="noStrike" kern="0" cap="none" spc="0" normalizeH="0" baseline="0" noProof="0" dirty="0">
                  <a:ln>
                    <a:noFill/>
                  </a:ln>
                  <a:solidFill>
                    <a:srgbClr val="000000"/>
                  </a:solidFill>
                  <a:effectLst/>
                  <a:uLnTx/>
                  <a:uFillTx/>
                  <a:latin typeface="Verdana" pitchFamily="34" charset="0"/>
                </a:rPr>
                <a:t>Inicio</a:t>
              </a:r>
              <a:endParaRPr kumimoji="0" lang="es-PE" sz="1100" b="1" i="0" u="none" strike="noStrike" kern="0" cap="none" spc="0" normalizeH="0" baseline="0" noProof="0" dirty="0">
                <a:ln>
                  <a:noFill/>
                </a:ln>
                <a:solidFill>
                  <a:srgbClr val="000000"/>
                </a:solidFill>
                <a:effectLst/>
                <a:uLnTx/>
                <a:uFillTx/>
                <a:latin typeface="Verdana" pitchFamily="34" charset="0"/>
              </a:endParaRPr>
            </a:p>
          </p:txBody>
        </p:sp>
        <p:sp>
          <p:nvSpPr>
            <p:cNvPr id="8" name="Line 6"/>
            <p:cNvSpPr>
              <a:spLocks noChangeShapeType="1"/>
            </p:cNvSpPr>
            <p:nvPr/>
          </p:nvSpPr>
          <p:spPr bwMode="auto">
            <a:xfrm flipV="1">
              <a:off x="1355" y="2886"/>
              <a:ext cx="377" cy="181"/>
            </a:xfrm>
            <a:prstGeom prst="line">
              <a:avLst/>
            </a:prstGeom>
            <a:noFill/>
            <a:ln w="317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100" b="1" i="0" u="none" strike="noStrike" kern="0" cap="none" spc="0" normalizeH="0" baseline="0" noProof="0">
                <a:ln>
                  <a:noFill/>
                </a:ln>
                <a:solidFill>
                  <a:srgbClr val="767676"/>
                </a:solidFill>
                <a:effectLst/>
                <a:uLnTx/>
                <a:uFillTx/>
                <a:latin typeface="Verdana" pitchFamily="34" charset="0"/>
              </a:endParaRPr>
            </a:p>
          </p:txBody>
        </p:sp>
        <p:sp>
          <p:nvSpPr>
            <p:cNvPr id="9" name="Line 7"/>
            <p:cNvSpPr>
              <a:spLocks noChangeShapeType="1"/>
            </p:cNvSpPr>
            <p:nvPr/>
          </p:nvSpPr>
          <p:spPr bwMode="auto">
            <a:xfrm>
              <a:off x="1355" y="3430"/>
              <a:ext cx="335" cy="136"/>
            </a:xfrm>
            <a:prstGeom prst="line">
              <a:avLst/>
            </a:prstGeom>
            <a:noFill/>
            <a:ln w="508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100" b="1" i="0" u="none" strike="noStrike" kern="0" cap="none" spc="0" normalizeH="0" baseline="0" noProof="0">
                <a:ln>
                  <a:noFill/>
                </a:ln>
                <a:solidFill>
                  <a:srgbClr val="767676"/>
                </a:solidFill>
                <a:effectLst/>
                <a:uLnTx/>
                <a:uFillTx/>
                <a:latin typeface="Verdana" pitchFamily="34" charset="0"/>
              </a:endParaRPr>
            </a:p>
          </p:txBody>
        </p:sp>
        <p:sp>
          <p:nvSpPr>
            <p:cNvPr id="10" name="Rectangle 8"/>
            <p:cNvSpPr>
              <a:spLocks noChangeArrowheads="1"/>
            </p:cNvSpPr>
            <p:nvPr/>
          </p:nvSpPr>
          <p:spPr bwMode="auto">
            <a:xfrm>
              <a:off x="1732" y="2704"/>
              <a:ext cx="377" cy="318"/>
            </a:xfrm>
            <a:prstGeom prst="rect">
              <a:avLst/>
            </a:prstGeom>
            <a:solidFill>
              <a:srgbClr val="FFFFFF"/>
            </a:solidFill>
            <a:ln w="3175">
              <a:solidFill>
                <a:srgbClr val="000000"/>
              </a:solidFill>
              <a:miter lim="800000"/>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s-ES" sz="1500" b="1" i="0" u="none" strike="noStrike" kern="0" cap="none" spc="0" normalizeH="0" baseline="0" noProof="0">
                  <a:ln>
                    <a:noFill/>
                  </a:ln>
                  <a:solidFill>
                    <a:srgbClr val="000000"/>
                  </a:solidFill>
                  <a:effectLst/>
                  <a:uLnTx/>
                  <a:uFillTx/>
                  <a:latin typeface="Verdana" pitchFamily="34" charset="0"/>
                </a:rPr>
                <a:t>D</a:t>
              </a:r>
              <a:endParaRPr kumimoji="0" lang="es-PE" sz="1500" b="1" i="0" u="none" strike="noStrike" kern="0" cap="none" spc="0" normalizeH="0" baseline="0" noProof="0">
                <a:ln>
                  <a:noFill/>
                </a:ln>
                <a:solidFill>
                  <a:srgbClr val="000000"/>
                </a:solidFill>
                <a:effectLst/>
                <a:uLnTx/>
                <a:uFillTx/>
                <a:latin typeface="Verdana" pitchFamily="34" charset="0"/>
              </a:endParaRPr>
            </a:p>
          </p:txBody>
        </p:sp>
        <p:sp>
          <p:nvSpPr>
            <p:cNvPr id="11" name="Line 9"/>
            <p:cNvSpPr>
              <a:spLocks noChangeShapeType="1"/>
            </p:cNvSpPr>
            <p:nvPr/>
          </p:nvSpPr>
          <p:spPr bwMode="auto">
            <a:xfrm>
              <a:off x="2109" y="2840"/>
              <a:ext cx="335" cy="0"/>
            </a:xfrm>
            <a:prstGeom prst="line">
              <a:avLst/>
            </a:prstGeom>
            <a:noFill/>
            <a:ln w="317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100" b="1" i="0" u="none" strike="noStrike" kern="0" cap="none" spc="0" normalizeH="0" baseline="0" noProof="0">
                <a:ln>
                  <a:noFill/>
                </a:ln>
                <a:solidFill>
                  <a:srgbClr val="767676"/>
                </a:solidFill>
                <a:effectLst/>
                <a:uLnTx/>
                <a:uFillTx/>
                <a:latin typeface="Verdana" pitchFamily="34" charset="0"/>
              </a:endParaRPr>
            </a:p>
          </p:txBody>
        </p:sp>
        <p:sp>
          <p:nvSpPr>
            <p:cNvPr id="12" name="Rectangle 10"/>
            <p:cNvSpPr>
              <a:spLocks noChangeArrowheads="1"/>
            </p:cNvSpPr>
            <p:nvPr/>
          </p:nvSpPr>
          <p:spPr bwMode="auto">
            <a:xfrm>
              <a:off x="2444" y="2704"/>
              <a:ext cx="378" cy="318"/>
            </a:xfrm>
            <a:prstGeom prst="rect">
              <a:avLst/>
            </a:prstGeom>
            <a:solidFill>
              <a:srgbClr val="FFFFFF"/>
            </a:solidFill>
            <a:ln w="3175">
              <a:solidFill>
                <a:srgbClr val="000000"/>
              </a:solidFill>
              <a:miter lim="800000"/>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s-ES" sz="1500" b="1" i="0" u="none" strike="noStrike" kern="0" cap="none" spc="0" normalizeH="0" baseline="0" noProof="0">
                  <a:ln>
                    <a:noFill/>
                  </a:ln>
                  <a:solidFill>
                    <a:srgbClr val="000000"/>
                  </a:solidFill>
                  <a:effectLst/>
                  <a:uLnTx/>
                  <a:uFillTx/>
                  <a:latin typeface="Verdana" pitchFamily="34" charset="0"/>
                </a:rPr>
                <a:t>E</a:t>
              </a:r>
              <a:endParaRPr kumimoji="0" lang="es-PE" sz="1500" b="1" i="0" u="none" strike="noStrike" kern="0" cap="none" spc="0" normalizeH="0" baseline="0" noProof="0">
                <a:ln>
                  <a:noFill/>
                </a:ln>
                <a:solidFill>
                  <a:srgbClr val="000000"/>
                </a:solidFill>
                <a:effectLst/>
                <a:uLnTx/>
                <a:uFillTx/>
                <a:latin typeface="Verdana" pitchFamily="34" charset="0"/>
              </a:endParaRPr>
            </a:p>
          </p:txBody>
        </p:sp>
        <p:sp>
          <p:nvSpPr>
            <p:cNvPr id="13" name="Line 11"/>
            <p:cNvSpPr>
              <a:spLocks noChangeShapeType="1"/>
            </p:cNvSpPr>
            <p:nvPr/>
          </p:nvSpPr>
          <p:spPr bwMode="auto">
            <a:xfrm>
              <a:off x="2821" y="2840"/>
              <a:ext cx="335" cy="0"/>
            </a:xfrm>
            <a:prstGeom prst="line">
              <a:avLst/>
            </a:prstGeom>
            <a:noFill/>
            <a:ln w="317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100" b="1" i="0" u="none" strike="noStrike" kern="0" cap="none" spc="0" normalizeH="0" baseline="0" noProof="0">
                <a:ln>
                  <a:noFill/>
                </a:ln>
                <a:solidFill>
                  <a:srgbClr val="767676"/>
                </a:solidFill>
                <a:effectLst/>
                <a:uLnTx/>
                <a:uFillTx/>
                <a:latin typeface="Verdana" pitchFamily="34" charset="0"/>
              </a:endParaRPr>
            </a:p>
          </p:txBody>
        </p:sp>
        <p:sp>
          <p:nvSpPr>
            <p:cNvPr id="14" name="Rectangle 12"/>
            <p:cNvSpPr>
              <a:spLocks noChangeArrowheads="1"/>
            </p:cNvSpPr>
            <p:nvPr/>
          </p:nvSpPr>
          <p:spPr bwMode="auto">
            <a:xfrm>
              <a:off x="3156" y="2704"/>
              <a:ext cx="378" cy="318"/>
            </a:xfrm>
            <a:prstGeom prst="rect">
              <a:avLst/>
            </a:prstGeom>
            <a:solidFill>
              <a:srgbClr val="FFFFFF"/>
            </a:solidFill>
            <a:ln w="3175">
              <a:solidFill>
                <a:srgbClr val="000000"/>
              </a:solidFill>
              <a:miter lim="800000"/>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s-ES" sz="1500" b="1" i="0" u="none" strike="noStrike" kern="0" cap="none" spc="0" normalizeH="0" baseline="0" noProof="0">
                  <a:ln>
                    <a:noFill/>
                  </a:ln>
                  <a:solidFill>
                    <a:srgbClr val="000000"/>
                  </a:solidFill>
                  <a:effectLst/>
                  <a:uLnTx/>
                  <a:uFillTx/>
                  <a:latin typeface="Verdana" pitchFamily="34" charset="0"/>
                </a:rPr>
                <a:t>G</a:t>
              </a:r>
              <a:endParaRPr kumimoji="0" lang="es-PE" sz="1500" b="1" i="0" u="none" strike="noStrike" kern="0" cap="none" spc="0" normalizeH="0" baseline="0" noProof="0">
                <a:ln>
                  <a:noFill/>
                </a:ln>
                <a:solidFill>
                  <a:srgbClr val="000000"/>
                </a:solidFill>
                <a:effectLst/>
                <a:uLnTx/>
                <a:uFillTx/>
                <a:latin typeface="Verdana" pitchFamily="34" charset="0"/>
              </a:endParaRPr>
            </a:p>
          </p:txBody>
        </p:sp>
        <p:sp>
          <p:nvSpPr>
            <p:cNvPr id="15" name="Line 13"/>
            <p:cNvSpPr>
              <a:spLocks noChangeShapeType="1"/>
            </p:cNvSpPr>
            <p:nvPr/>
          </p:nvSpPr>
          <p:spPr bwMode="auto">
            <a:xfrm>
              <a:off x="3533" y="2840"/>
              <a:ext cx="300" cy="0"/>
            </a:xfrm>
            <a:prstGeom prst="line">
              <a:avLst/>
            </a:prstGeom>
            <a:noFill/>
            <a:ln w="571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100" b="1" i="0" u="none" strike="noStrike" kern="0" cap="none" spc="0" normalizeH="0" baseline="0" noProof="0">
                <a:ln>
                  <a:noFill/>
                </a:ln>
                <a:solidFill>
                  <a:srgbClr val="767676"/>
                </a:solidFill>
                <a:effectLst/>
                <a:uLnTx/>
                <a:uFillTx/>
                <a:latin typeface="Verdana" pitchFamily="34" charset="0"/>
              </a:endParaRPr>
            </a:p>
          </p:txBody>
        </p:sp>
        <p:sp>
          <p:nvSpPr>
            <p:cNvPr id="16" name="AutoShape 14"/>
            <p:cNvSpPr>
              <a:spLocks noChangeArrowheads="1"/>
            </p:cNvSpPr>
            <p:nvPr/>
          </p:nvSpPr>
          <p:spPr bwMode="auto">
            <a:xfrm>
              <a:off x="5009" y="2931"/>
              <a:ext cx="502" cy="544"/>
            </a:xfrm>
            <a:prstGeom prst="diamond">
              <a:avLst/>
            </a:prstGeom>
            <a:solidFill>
              <a:srgbClr val="FFFFFF"/>
            </a:solidFill>
            <a:ln w="3175">
              <a:solidFill>
                <a:srgbClr val="000000"/>
              </a:solidFill>
              <a:miter lim="800000"/>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s-ES" sz="1100" b="1" i="0" u="none" strike="noStrike" kern="0" cap="none" spc="0" normalizeH="0" baseline="0" noProof="0" dirty="0">
                  <a:ln>
                    <a:noFill/>
                  </a:ln>
                  <a:solidFill>
                    <a:srgbClr val="000000"/>
                  </a:solidFill>
                  <a:effectLst/>
                  <a:uLnTx/>
                  <a:uFillTx/>
                  <a:latin typeface="Verdana" pitchFamily="34" charset="0"/>
                </a:rPr>
                <a:t>Fin</a:t>
              </a:r>
              <a:endParaRPr kumimoji="0" lang="es-PE" sz="1100" b="1" i="0" u="none" strike="noStrike" kern="0" cap="none" spc="0" normalizeH="0" baseline="0" noProof="0" dirty="0">
                <a:ln>
                  <a:noFill/>
                </a:ln>
                <a:solidFill>
                  <a:srgbClr val="000000"/>
                </a:solidFill>
                <a:effectLst/>
                <a:uLnTx/>
                <a:uFillTx/>
                <a:latin typeface="Verdana" pitchFamily="34" charset="0"/>
              </a:endParaRPr>
            </a:p>
          </p:txBody>
        </p:sp>
        <p:sp>
          <p:nvSpPr>
            <p:cNvPr id="17" name="Rectangle 15"/>
            <p:cNvSpPr>
              <a:spLocks noChangeArrowheads="1"/>
            </p:cNvSpPr>
            <p:nvPr/>
          </p:nvSpPr>
          <p:spPr bwMode="auto">
            <a:xfrm>
              <a:off x="1690" y="3430"/>
              <a:ext cx="378" cy="318"/>
            </a:xfrm>
            <a:prstGeom prst="rect">
              <a:avLst/>
            </a:prstGeom>
            <a:solidFill>
              <a:srgbClr val="FFFFFF"/>
            </a:solidFill>
            <a:ln w="3175">
              <a:solidFill>
                <a:srgbClr val="000000"/>
              </a:solidFill>
              <a:miter lim="800000"/>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s-ES" sz="1500" b="1" i="0" u="none" strike="noStrike" kern="0" cap="none" spc="0" normalizeH="0" baseline="0" noProof="0">
                  <a:ln>
                    <a:noFill/>
                  </a:ln>
                  <a:solidFill>
                    <a:srgbClr val="000000"/>
                  </a:solidFill>
                  <a:effectLst/>
                  <a:uLnTx/>
                  <a:uFillTx/>
                  <a:latin typeface="Verdana" pitchFamily="34" charset="0"/>
                </a:rPr>
                <a:t>A</a:t>
              </a:r>
              <a:endParaRPr kumimoji="0" lang="es-PE" sz="1500" b="1" i="0" u="none" strike="noStrike" kern="0" cap="none" spc="0" normalizeH="0" baseline="0" noProof="0">
                <a:ln>
                  <a:noFill/>
                </a:ln>
                <a:solidFill>
                  <a:srgbClr val="000000"/>
                </a:solidFill>
                <a:effectLst/>
                <a:uLnTx/>
                <a:uFillTx/>
                <a:latin typeface="Verdana" pitchFamily="34" charset="0"/>
              </a:endParaRPr>
            </a:p>
          </p:txBody>
        </p:sp>
        <p:sp>
          <p:nvSpPr>
            <p:cNvPr id="18" name="Rectangle 16"/>
            <p:cNvSpPr>
              <a:spLocks noChangeArrowheads="1"/>
            </p:cNvSpPr>
            <p:nvPr/>
          </p:nvSpPr>
          <p:spPr bwMode="auto">
            <a:xfrm>
              <a:off x="2381" y="3339"/>
              <a:ext cx="377" cy="318"/>
            </a:xfrm>
            <a:prstGeom prst="rect">
              <a:avLst/>
            </a:prstGeom>
            <a:solidFill>
              <a:srgbClr val="FFFFFF"/>
            </a:solidFill>
            <a:ln w="3175">
              <a:solidFill>
                <a:srgbClr val="000000"/>
              </a:solidFill>
              <a:miter lim="800000"/>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s-ES" sz="1500" b="1" i="0" u="none" strike="noStrike" kern="0" cap="none" spc="0" normalizeH="0" baseline="0" noProof="0">
                  <a:ln>
                    <a:noFill/>
                  </a:ln>
                  <a:solidFill>
                    <a:srgbClr val="000000"/>
                  </a:solidFill>
                  <a:effectLst/>
                  <a:uLnTx/>
                  <a:uFillTx/>
                  <a:latin typeface="Verdana" pitchFamily="34" charset="0"/>
                </a:rPr>
                <a:t>F</a:t>
              </a:r>
              <a:endParaRPr kumimoji="0" lang="es-PE" sz="1500" b="1" i="0" u="none" strike="noStrike" kern="0" cap="none" spc="0" normalizeH="0" baseline="0" noProof="0">
                <a:ln>
                  <a:noFill/>
                </a:ln>
                <a:solidFill>
                  <a:srgbClr val="000000"/>
                </a:solidFill>
                <a:effectLst/>
                <a:uLnTx/>
                <a:uFillTx/>
                <a:latin typeface="Verdana" pitchFamily="34" charset="0"/>
              </a:endParaRPr>
            </a:p>
          </p:txBody>
        </p:sp>
        <p:sp>
          <p:nvSpPr>
            <p:cNvPr id="19" name="Line 18"/>
            <p:cNvSpPr>
              <a:spLocks noChangeShapeType="1"/>
            </p:cNvSpPr>
            <p:nvPr/>
          </p:nvSpPr>
          <p:spPr bwMode="auto">
            <a:xfrm flipV="1">
              <a:off x="2067" y="3521"/>
              <a:ext cx="314" cy="90"/>
            </a:xfrm>
            <a:prstGeom prst="line">
              <a:avLst/>
            </a:prstGeom>
            <a:noFill/>
            <a:ln w="508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100" b="1" i="0" u="none" strike="noStrike" kern="0" cap="none" spc="0" normalizeH="0" baseline="0" noProof="0">
                <a:ln>
                  <a:noFill/>
                </a:ln>
                <a:solidFill>
                  <a:srgbClr val="767676"/>
                </a:solidFill>
                <a:effectLst/>
                <a:uLnTx/>
                <a:uFillTx/>
                <a:latin typeface="Verdana" pitchFamily="34" charset="0"/>
              </a:endParaRPr>
            </a:p>
          </p:txBody>
        </p:sp>
        <p:sp>
          <p:nvSpPr>
            <p:cNvPr id="20" name="Line 20"/>
            <p:cNvSpPr>
              <a:spLocks noChangeShapeType="1"/>
            </p:cNvSpPr>
            <p:nvPr/>
          </p:nvSpPr>
          <p:spPr bwMode="auto">
            <a:xfrm flipV="1">
              <a:off x="2789" y="3067"/>
              <a:ext cx="409" cy="272"/>
            </a:xfrm>
            <a:prstGeom prst="line">
              <a:avLst/>
            </a:prstGeom>
            <a:noFill/>
            <a:ln w="508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100" b="1" i="0" u="none" strike="noStrike" kern="0" cap="none" spc="0" normalizeH="0" baseline="0" noProof="0">
                <a:ln>
                  <a:noFill/>
                </a:ln>
                <a:solidFill>
                  <a:srgbClr val="767676"/>
                </a:solidFill>
                <a:effectLst/>
                <a:uLnTx/>
                <a:uFillTx/>
                <a:latin typeface="Verdana" pitchFamily="34" charset="0"/>
              </a:endParaRPr>
            </a:p>
          </p:txBody>
        </p:sp>
        <p:sp>
          <p:nvSpPr>
            <p:cNvPr id="21" name="Text Box 21"/>
            <p:cNvSpPr txBox="1">
              <a:spLocks noChangeArrowheads="1"/>
            </p:cNvSpPr>
            <p:nvPr/>
          </p:nvSpPr>
          <p:spPr bwMode="auto">
            <a:xfrm>
              <a:off x="1791" y="2502"/>
              <a:ext cx="208"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a:spAutoFit/>
            </a:bodyPr>
            <a:lstStyle>
              <a:lvl1pPr>
                <a:defRPr sz="1100" b="1">
                  <a:solidFill>
                    <a:srgbClr val="767676"/>
                  </a:solidFill>
                  <a:latin typeface="Verdana" pitchFamily="34" charset="0"/>
                </a:defRPr>
              </a:lvl1pPr>
              <a:lvl2pPr marL="742950" indent="-285750">
                <a:defRPr sz="1100" b="1">
                  <a:solidFill>
                    <a:srgbClr val="767676"/>
                  </a:solidFill>
                  <a:latin typeface="Verdana" pitchFamily="34" charset="0"/>
                </a:defRPr>
              </a:lvl2pPr>
              <a:lvl3pPr marL="1143000" indent="-228600">
                <a:defRPr sz="1100" b="1">
                  <a:solidFill>
                    <a:srgbClr val="767676"/>
                  </a:solidFill>
                  <a:latin typeface="Verdana" pitchFamily="34" charset="0"/>
                </a:defRPr>
              </a:lvl3pPr>
              <a:lvl4pPr marL="1600200" indent="-228600">
                <a:defRPr sz="1100" b="1">
                  <a:solidFill>
                    <a:srgbClr val="767676"/>
                  </a:solidFill>
                  <a:latin typeface="Verdana" pitchFamily="34" charset="0"/>
                </a:defRPr>
              </a:lvl4pPr>
              <a:lvl5pPr marL="2057400" indent="-228600">
                <a:defRPr sz="1100" b="1">
                  <a:solidFill>
                    <a:srgbClr val="767676"/>
                  </a:solidFill>
                  <a:latin typeface="Verdana" pitchFamily="34" charset="0"/>
                </a:defRPr>
              </a:lvl5pPr>
              <a:lvl6pPr marL="2514600" indent="-228600" algn="ctr" eaLnBrk="0" fontAlgn="base" hangingPunct="0">
                <a:spcBef>
                  <a:spcPct val="0"/>
                </a:spcBef>
                <a:spcAft>
                  <a:spcPct val="0"/>
                </a:spcAft>
                <a:defRPr sz="1100" b="1">
                  <a:solidFill>
                    <a:srgbClr val="767676"/>
                  </a:solidFill>
                  <a:latin typeface="Verdana" pitchFamily="34" charset="0"/>
                </a:defRPr>
              </a:lvl6pPr>
              <a:lvl7pPr marL="2971800" indent="-228600" algn="ctr" eaLnBrk="0" fontAlgn="base" hangingPunct="0">
                <a:spcBef>
                  <a:spcPct val="0"/>
                </a:spcBef>
                <a:spcAft>
                  <a:spcPct val="0"/>
                </a:spcAft>
                <a:defRPr sz="1100" b="1">
                  <a:solidFill>
                    <a:srgbClr val="767676"/>
                  </a:solidFill>
                  <a:latin typeface="Verdana" pitchFamily="34" charset="0"/>
                </a:defRPr>
              </a:lvl7pPr>
              <a:lvl8pPr marL="3429000" indent="-228600" algn="ctr" eaLnBrk="0" fontAlgn="base" hangingPunct="0">
                <a:spcBef>
                  <a:spcPct val="0"/>
                </a:spcBef>
                <a:spcAft>
                  <a:spcPct val="0"/>
                </a:spcAft>
                <a:defRPr sz="1100" b="1">
                  <a:solidFill>
                    <a:srgbClr val="767676"/>
                  </a:solidFill>
                  <a:latin typeface="Verdana" pitchFamily="34" charset="0"/>
                </a:defRPr>
              </a:lvl8pPr>
              <a:lvl9pPr marL="3886200" indent="-228600" algn="ctr" eaLnBrk="0" fontAlgn="base" hangingPunct="0">
                <a:spcBef>
                  <a:spcPct val="0"/>
                </a:spcBef>
                <a:spcAft>
                  <a:spcPct val="0"/>
                </a:spcAft>
                <a:defRPr sz="1100" b="1">
                  <a:solidFill>
                    <a:srgbClr val="767676"/>
                  </a:solidFill>
                  <a:latin typeface="Verdana" pitchFamily="34" charset="0"/>
                </a:defRPr>
              </a:lvl9pPr>
            </a:lstStyle>
            <a:p>
              <a:pPr marL="0" marR="0" lvl="0" indent="0" algn="ctr" defTabSz="914400" eaLnBrk="0" fontAlgn="base" latinLnBrk="0" hangingPunct="0">
                <a:lnSpc>
                  <a:spcPct val="100000"/>
                </a:lnSpc>
                <a:spcBef>
                  <a:spcPct val="50000"/>
                </a:spcBef>
                <a:spcAft>
                  <a:spcPct val="0"/>
                </a:spcAft>
                <a:buClrTx/>
                <a:buSzTx/>
                <a:buFontTx/>
                <a:buNone/>
                <a:tabLst/>
                <a:defRPr/>
              </a:pPr>
              <a:r>
                <a:rPr kumimoji="0" lang="es-ES" sz="1500" b="1" i="0" u="none" strike="noStrike" kern="0" cap="none" spc="0" normalizeH="0" baseline="0" noProof="0">
                  <a:ln>
                    <a:noFill/>
                  </a:ln>
                  <a:solidFill>
                    <a:srgbClr val="000000"/>
                  </a:solidFill>
                  <a:effectLst/>
                  <a:uLnTx/>
                  <a:uFillTx/>
                  <a:latin typeface="Verdana" pitchFamily="34" charset="0"/>
                </a:rPr>
                <a:t>4</a:t>
              </a:r>
              <a:endParaRPr kumimoji="0" lang="es-PE" sz="1500" b="1" i="0" u="none" strike="noStrike" kern="0" cap="none" spc="0" normalizeH="0" baseline="0" noProof="0">
                <a:ln>
                  <a:noFill/>
                </a:ln>
                <a:solidFill>
                  <a:srgbClr val="000000"/>
                </a:solidFill>
                <a:effectLst/>
                <a:uLnTx/>
                <a:uFillTx/>
                <a:latin typeface="Verdana" pitchFamily="34" charset="0"/>
              </a:endParaRPr>
            </a:p>
          </p:txBody>
        </p:sp>
        <p:sp>
          <p:nvSpPr>
            <p:cNvPr id="22" name="Text Box 22"/>
            <p:cNvSpPr txBox="1">
              <a:spLocks noChangeArrowheads="1"/>
            </p:cNvSpPr>
            <p:nvPr/>
          </p:nvSpPr>
          <p:spPr bwMode="auto">
            <a:xfrm>
              <a:off x="2517" y="2523"/>
              <a:ext cx="209"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a:spAutoFit/>
            </a:bodyPr>
            <a:lstStyle>
              <a:lvl1pPr>
                <a:defRPr sz="1100" b="1">
                  <a:solidFill>
                    <a:srgbClr val="767676"/>
                  </a:solidFill>
                  <a:latin typeface="Verdana" pitchFamily="34" charset="0"/>
                </a:defRPr>
              </a:lvl1pPr>
              <a:lvl2pPr marL="742950" indent="-285750">
                <a:defRPr sz="1100" b="1">
                  <a:solidFill>
                    <a:srgbClr val="767676"/>
                  </a:solidFill>
                  <a:latin typeface="Verdana" pitchFamily="34" charset="0"/>
                </a:defRPr>
              </a:lvl2pPr>
              <a:lvl3pPr marL="1143000" indent="-228600">
                <a:defRPr sz="1100" b="1">
                  <a:solidFill>
                    <a:srgbClr val="767676"/>
                  </a:solidFill>
                  <a:latin typeface="Verdana" pitchFamily="34" charset="0"/>
                </a:defRPr>
              </a:lvl3pPr>
              <a:lvl4pPr marL="1600200" indent="-228600">
                <a:defRPr sz="1100" b="1">
                  <a:solidFill>
                    <a:srgbClr val="767676"/>
                  </a:solidFill>
                  <a:latin typeface="Verdana" pitchFamily="34" charset="0"/>
                </a:defRPr>
              </a:lvl4pPr>
              <a:lvl5pPr marL="2057400" indent="-228600">
                <a:defRPr sz="1100" b="1">
                  <a:solidFill>
                    <a:srgbClr val="767676"/>
                  </a:solidFill>
                  <a:latin typeface="Verdana" pitchFamily="34" charset="0"/>
                </a:defRPr>
              </a:lvl5pPr>
              <a:lvl6pPr marL="2514600" indent="-228600" algn="ctr" eaLnBrk="0" fontAlgn="base" hangingPunct="0">
                <a:spcBef>
                  <a:spcPct val="0"/>
                </a:spcBef>
                <a:spcAft>
                  <a:spcPct val="0"/>
                </a:spcAft>
                <a:defRPr sz="1100" b="1">
                  <a:solidFill>
                    <a:srgbClr val="767676"/>
                  </a:solidFill>
                  <a:latin typeface="Verdana" pitchFamily="34" charset="0"/>
                </a:defRPr>
              </a:lvl6pPr>
              <a:lvl7pPr marL="2971800" indent="-228600" algn="ctr" eaLnBrk="0" fontAlgn="base" hangingPunct="0">
                <a:spcBef>
                  <a:spcPct val="0"/>
                </a:spcBef>
                <a:spcAft>
                  <a:spcPct val="0"/>
                </a:spcAft>
                <a:defRPr sz="1100" b="1">
                  <a:solidFill>
                    <a:srgbClr val="767676"/>
                  </a:solidFill>
                  <a:latin typeface="Verdana" pitchFamily="34" charset="0"/>
                </a:defRPr>
              </a:lvl7pPr>
              <a:lvl8pPr marL="3429000" indent="-228600" algn="ctr" eaLnBrk="0" fontAlgn="base" hangingPunct="0">
                <a:spcBef>
                  <a:spcPct val="0"/>
                </a:spcBef>
                <a:spcAft>
                  <a:spcPct val="0"/>
                </a:spcAft>
                <a:defRPr sz="1100" b="1">
                  <a:solidFill>
                    <a:srgbClr val="767676"/>
                  </a:solidFill>
                  <a:latin typeface="Verdana" pitchFamily="34" charset="0"/>
                </a:defRPr>
              </a:lvl8pPr>
              <a:lvl9pPr marL="3886200" indent="-228600" algn="ctr" eaLnBrk="0" fontAlgn="base" hangingPunct="0">
                <a:spcBef>
                  <a:spcPct val="0"/>
                </a:spcBef>
                <a:spcAft>
                  <a:spcPct val="0"/>
                </a:spcAft>
                <a:defRPr sz="1100" b="1">
                  <a:solidFill>
                    <a:srgbClr val="767676"/>
                  </a:solidFill>
                  <a:latin typeface="Verdana" pitchFamily="34" charset="0"/>
                </a:defRPr>
              </a:lvl9pPr>
            </a:lstStyle>
            <a:p>
              <a:pPr marL="0" marR="0" lvl="0" indent="0" algn="ctr" defTabSz="914400" eaLnBrk="0" fontAlgn="base" latinLnBrk="0" hangingPunct="0">
                <a:lnSpc>
                  <a:spcPct val="100000"/>
                </a:lnSpc>
                <a:spcBef>
                  <a:spcPct val="50000"/>
                </a:spcBef>
                <a:spcAft>
                  <a:spcPct val="0"/>
                </a:spcAft>
                <a:buClrTx/>
                <a:buSzTx/>
                <a:buFontTx/>
                <a:buNone/>
                <a:tabLst/>
                <a:defRPr/>
              </a:pPr>
              <a:r>
                <a:rPr kumimoji="0" lang="es-ES" sz="1500" b="1" i="0" u="none" strike="noStrike" kern="0" cap="none" spc="0" normalizeH="0" baseline="0" noProof="0">
                  <a:ln>
                    <a:noFill/>
                  </a:ln>
                  <a:solidFill>
                    <a:srgbClr val="000000"/>
                  </a:solidFill>
                  <a:effectLst/>
                  <a:uLnTx/>
                  <a:uFillTx/>
                  <a:latin typeface="Verdana" pitchFamily="34" charset="0"/>
                </a:rPr>
                <a:t>8</a:t>
              </a:r>
              <a:endParaRPr kumimoji="0" lang="es-PE" sz="1500" b="1" i="0" u="none" strike="noStrike" kern="0" cap="none" spc="0" normalizeH="0" baseline="0" noProof="0">
                <a:ln>
                  <a:noFill/>
                </a:ln>
                <a:solidFill>
                  <a:srgbClr val="000000"/>
                </a:solidFill>
                <a:effectLst/>
                <a:uLnTx/>
                <a:uFillTx/>
                <a:latin typeface="Verdana" pitchFamily="34" charset="0"/>
              </a:endParaRPr>
            </a:p>
          </p:txBody>
        </p:sp>
        <p:sp>
          <p:nvSpPr>
            <p:cNvPr id="23" name="Text Box 23"/>
            <p:cNvSpPr txBox="1">
              <a:spLocks noChangeArrowheads="1"/>
            </p:cNvSpPr>
            <p:nvPr/>
          </p:nvSpPr>
          <p:spPr bwMode="auto">
            <a:xfrm>
              <a:off x="1791" y="3249"/>
              <a:ext cx="209"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a:spAutoFit/>
            </a:bodyPr>
            <a:lstStyle>
              <a:lvl1pPr>
                <a:defRPr sz="1100" b="1">
                  <a:solidFill>
                    <a:srgbClr val="767676"/>
                  </a:solidFill>
                  <a:latin typeface="Verdana" pitchFamily="34" charset="0"/>
                </a:defRPr>
              </a:lvl1pPr>
              <a:lvl2pPr marL="742950" indent="-285750">
                <a:defRPr sz="1100" b="1">
                  <a:solidFill>
                    <a:srgbClr val="767676"/>
                  </a:solidFill>
                  <a:latin typeface="Verdana" pitchFamily="34" charset="0"/>
                </a:defRPr>
              </a:lvl2pPr>
              <a:lvl3pPr marL="1143000" indent="-228600">
                <a:defRPr sz="1100" b="1">
                  <a:solidFill>
                    <a:srgbClr val="767676"/>
                  </a:solidFill>
                  <a:latin typeface="Verdana" pitchFamily="34" charset="0"/>
                </a:defRPr>
              </a:lvl3pPr>
              <a:lvl4pPr marL="1600200" indent="-228600">
                <a:defRPr sz="1100" b="1">
                  <a:solidFill>
                    <a:srgbClr val="767676"/>
                  </a:solidFill>
                  <a:latin typeface="Verdana" pitchFamily="34" charset="0"/>
                </a:defRPr>
              </a:lvl4pPr>
              <a:lvl5pPr marL="2057400" indent="-228600">
                <a:defRPr sz="1100" b="1">
                  <a:solidFill>
                    <a:srgbClr val="767676"/>
                  </a:solidFill>
                  <a:latin typeface="Verdana" pitchFamily="34" charset="0"/>
                </a:defRPr>
              </a:lvl5pPr>
              <a:lvl6pPr marL="2514600" indent="-228600" algn="ctr" eaLnBrk="0" fontAlgn="base" hangingPunct="0">
                <a:spcBef>
                  <a:spcPct val="0"/>
                </a:spcBef>
                <a:spcAft>
                  <a:spcPct val="0"/>
                </a:spcAft>
                <a:defRPr sz="1100" b="1">
                  <a:solidFill>
                    <a:srgbClr val="767676"/>
                  </a:solidFill>
                  <a:latin typeface="Verdana" pitchFamily="34" charset="0"/>
                </a:defRPr>
              </a:lvl6pPr>
              <a:lvl7pPr marL="2971800" indent="-228600" algn="ctr" eaLnBrk="0" fontAlgn="base" hangingPunct="0">
                <a:spcBef>
                  <a:spcPct val="0"/>
                </a:spcBef>
                <a:spcAft>
                  <a:spcPct val="0"/>
                </a:spcAft>
                <a:defRPr sz="1100" b="1">
                  <a:solidFill>
                    <a:srgbClr val="767676"/>
                  </a:solidFill>
                  <a:latin typeface="Verdana" pitchFamily="34" charset="0"/>
                </a:defRPr>
              </a:lvl7pPr>
              <a:lvl8pPr marL="3429000" indent="-228600" algn="ctr" eaLnBrk="0" fontAlgn="base" hangingPunct="0">
                <a:spcBef>
                  <a:spcPct val="0"/>
                </a:spcBef>
                <a:spcAft>
                  <a:spcPct val="0"/>
                </a:spcAft>
                <a:defRPr sz="1100" b="1">
                  <a:solidFill>
                    <a:srgbClr val="767676"/>
                  </a:solidFill>
                  <a:latin typeface="Verdana" pitchFamily="34" charset="0"/>
                </a:defRPr>
              </a:lvl8pPr>
              <a:lvl9pPr marL="3886200" indent="-228600" algn="ctr" eaLnBrk="0" fontAlgn="base" hangingPunct="0">
                <a:spcBef>
                  <a:spcPct val="0"/>
                </a:spcBef>
                <a:spcAft>
                  <a:spcPct val="0"/>
                </a:spcAft>
                <a:defRPr sz="1100" b="1">
                  <a:solidFill>
                    <a:srgbClr val="767676"/>
                  </a:solidFill>
                  <a:latin typeface="Verdana" pitchFamily="34" charset="0"/>
                </a:defRPr>
              </a:lvl9pPr>
            </a:lstStyle>
            <a:p>
              <a:pPr marL="0" marR="0" lvl="0" indent="0" algn="ctr" defTabSz="914400" eaLnBrk="0" fontAlgn="base" latinLnBrk="0" hangingPunct="0">
                <a:lnSpc>
                  <a:spcPct val="100000"/>
                </a:lnSpc>
                <a:spcBef>
                  <a:spcPct val="50000"/>
                </a:spcBef>
                <a:spcAft>
                  <a:spcPct val="0"/>
                </a:spcAft>
                <a:buClrTx/>
                <a:buSzTx/>
                <a:buFontTx/>
                <a:buNone/>
                <a:tabLst/>
                <a:defRPr/>
              </a:pPr>
              <a:r>
                <a:rPr kumimoji="0" lang="es-ES" sz="1500" b="1" i="0" u="none" strike="noStrike" kern="0" cap="none" spc="0" normalizeH="0" baseline="0" noProof="0">
                  <a:ln>
                    <a:noFill/>
                  </a:ln>
                  <a:solidFill>
                    <a:srgbClr val="000000"/>
                  </a:solidFill>
                  <a:effectLst/>
                  <a:uLnTx/>
                  <a:uFillTx/>
                  <a:latin typeface="Verdana" pitchFamily="34" charset="0"/>
                </a:rPr>
                <a:t>6</a:t>
              </a:r>
              <a:endParaRPr kumimoji="0" lang="es-PE" sz="1500" b="1" i="0" u="none" strike="noStrike" kern="0" cap="none" spc="0" normalizeH="0" baseline="0" noProof="0">
                <a:ln>
                  <a:noFill/>
                </a:ln>
                <a:solidFill>
                  <a:srgbClr val="000000"/>
                </a:solidFill>
                <a:effectLst/>
                <a:uLnTx/>
                <a:uFillTx/>
                <a:latin typeface="Verdana" pitchFamily="34" charset="0"/>
              </a:endParaRPr>
            </a:p>
          </p:txBody>
        </p:sp>
        <p:sp>
          <p:nvSpPr>
            <p:cNvPr id="24" name="Text Box 25"/>
            <p:cNvSpPr txBox="1">
              <a:spLocks noChangeArrowheads="1"/>
            </p:cNvSpPr>
            <p:nvPr/>
          </p:nvSpPr>
          <p:spPr bwMode="auto">
            <a:xfrm>
              <a:off x="2517" y="3158"/>
              <a:ext cx="209"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a:spAutoFit/>
            </a:bodyPr>
            <a:lstStyle>
              <a:lvl1pPr>
                <a:defRPr sz="1100" b="1">
                  <a:solidFill>
                    <a:srgbClr val="767676"/>
                  </a:solidFill>
                  <a:latin typeface="Verdana" pitchFamily="34" charset="0"/>
                </a:defRPr>
              </a:lvl1pPr>
              <a:lvl2pPr marL="742950" indent="-285750">
                <a:defRPr sz="1100" b="1">
                  <a:solidFill>
                    <a:srgbClr val="767676"/>
                  </a:solidFill>
                  <a:latin typeface="Verdana" pitchFamily="34" charset="0"/>
                </a:defRPr>
              </a:lvl2pPr>
              <a:lvl3pPr marL="1143000" indent="-228600">
                <a:defRPr sz="1100" b="1">
                  <a:solidFill>
                    <a:srgbClr val="767676"/>
                  </a:solidFill>
                  <a:latin typeface="Verdana" pitchFamily="34" charset="0"/>
                </a:defRPr>
              </a:lvl3pPr>
              <a:lvl4pPr marL="1600200" indent="-228600">
                <a:defRPr sz="1100" b="1">
                  <a:solidFill>
                    <a:srgbClr val="767676"/>
                  </a:solidFill>
                  <a:latin typeface="Verdana" pitchFamily="34" charset="0"/>
                </a:defRPr>
              </a:lvl4pPr>
              <a:lvl5pPr marL="2057400" indent="-228600">
                <a:defRPr sz="1100" b="1">
                  <a:solidFill>
                    <a:srgbClr val="767676"/>
                  </a:solidFill>
                  <a:latin typeface="Verdana" pitchFamily="34" charset="0"/>
                </a:defRPr>
              </a:lvl5pPr>
              <a:lvl6pPr marL="2514600" indent="-228600" algn="ctr" eaLnBrk="0" fontAlgn="base" hangingPunct="0">
                <a:spcBef>
                  <a:spcPct val="0"/>
                </a:spcBef>
                <a:spcAft>
                  <a:spcPct val="0"/>
                </a:spcAft>
                <a:defRPr sz="1100" b="1">
                  <a:solidFill>
                    <a:srgbClr val="767676"/>
                  </a:solidFill>
                  <a:latin typeface="Verdana" pitchFamily="34" charset="0"/>
                </a:defRPr>
              </a:lvl6pPr>
              <a:lvl7pPr marL="2971800" indent="-228600" algn="ctr" eaLnBrk="0" fontAlgn="base" hangingPunct="0">
                <a:spcBef>
                  <a:spcPct val="0"/>
                </a:spcBef>
                <a:spcAft>
                  <a:spcPct val="0"/>
                </a:spcAft>
                <a:defRPr sz="1100" b="1">
                  <a:solidFill>
                    <a:srgbClr val="767676"/>
                  </a:solidFill>
                  <a:latin typeface="Verdana" pitchFamily="34" charset="0"/>
                </a:defRPr>
              </a:lvl7pPr>
              <a:lvl8pPr marL="3429000" indent="-228600" algn="ctr" eaLnBrk="0" fontAlgn="base" hangingPunct="0">
                <a:spcBef>
                  <a:spcPct val="0"/>
                </a:spcBef>
                <a:spcAft>
                  <a:spcPct val="0"/>
                </a:spcAft>
                <a:defRPr sz="1100" b="1">
                  <a:solidFill>
                    <a:srgbClr val="767676"/>
                  </a:solidFill>
                  <a:latin typeface="Verdana" pitchFamily="34" charset="0"/>
                </a:defRPr>
              </a:lvl8pPr>
              <a:lvl9pPr marL="3886200" indent="-228600" algn="ctr" eaLnBrk="0" fontAlgn="base" hangingPunct="0">
                <a:spcBef>
                  <a:spcPct val="0"/>
                </a:spcBef>
                <a:spcAft>
                  <a:spcPct val="0"/>
                </a:spcAft>
                <a:defRPr sz="1100" b="1">
                  <a:solidFill>
                    <a:srgbClr val="767676"/>
                  </a:solidFill>
                  <a:latin typeface="Verdana" pitchFamily="34" charset="0"/>
                </a:defRPr>
              </a:lvl9pPr>
            </a:lstStyle>
            <a:p>
              <a:pPr marL="0" marR="0" lvl="0" indent="0" algn="ctr" defTabSz="914400" eaLnBrk="0" fontAlgn="base" latinLnBrk="0" hangingPunct="0">
                <a:lnSpc>
                  <a:spcPct val="100000"/>
                </a:lnSpc>
                <a:spcBef>
                  <a:spcPct val="50000"/>
                </a:spcBef>
                <a:spcAft>
                  <a:spcPct val="0"/>
                </a:spcAft>
                <a:buClrTx/>
                <a:buSzTx/>
                <a:buFontTx/>
                <a:buNone/>
                <a:tabLst/>
                <a:defRPr/>
              </a:pPr>
              <a:r>
                <a:rPr kumimoji="0" lang="es-ES" sz="1500" b="1" i="0" u="none" strike="noStrike" kern="0" cap="none" spc="0" normalizeH="0" baseline="0" noProof="0">
                  <a:ln>
                    <a:noFill/>
                  </a:ln>
                  <a:solidFill>
                    <a:srgbClr val="000000"/>
                  </a:solidFill>
                  <a:effectLst/>
                  <a:uLnTx/>
                  <a:uFillTx/>
                  <a:latin typeface="Verdana" pitchFamily="34" charset="0"/>
                </a:rPr>
                <a:t>7</a:t>
              </a:r>
              <a:endParaRPr kumimoji="0" lang="es-PE" sz="1500" b="1" i="0" u="none" strike="noStrike" kern="0" cap="none" spc="0" normalizeH="0" baseline="0" noProof="0">
                <a:ln>
                  <a:noFill/>
                </a:ln>
                <a:solidFill>
                  <a:srgbClr val="000000"/>
                </a:solidFill>
                <a:effectLst/>
                <a:uLnTx/>
                <a:uFillTx/>
                <a:latin typeface="Verdana" pitchFamily="34" charset="0"/>
              </a:endParaRPr>
            </a:p>
          </p:txBody>
        </p:sp>
        <p:sp>
          <p:nvSpPr>
            <p:cNvPr id="25" name="Text Box 26"/>
            <p:cNvSpPr txBox="1">
              <a:spLocks noChangeArrowheads="1"/>
            </p:cNvSpPr>
            <p:nvPr/>
          </p:nvSpPr>
          <p:spPr bwMode="auto">
            <a:xfrm>
              <a:off x="3261" y="2523"/>
              <a:ext cx="209"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a:spAutoFit/>
            </a:bodyPr>
            <a:lstStyle>
              <a:lvl1pPr>
                <a:defRPr sz="1100" b="1">
                  <a:solidFill>
                    <a:srgbClr val="767676"/>
                  </a:solidFill>
                  <a:latin typeface="Verdana" pitchFamily="34" charset="0"/>
                </a:defRPr>
              </a:lvl1pPr>
              <a:lvl2pPr marL="742950" indent="-285750">
                <a:defRPr sz="1100" b="1">
                  <a:solidFill>
                    <a:srgbClr val="767676"/>
                  </a:solidFill>
                  <a:latin typeface="Verdana" pitchFamily="34" charset="0"/>
                </a:defRPr>
              </a:lvl2pPr>
              <a:lvl3pPr marL="1143000" indent="-228600">
                <a:defRPr sz="1100" b="1">
                  <a:solidFill>
                    <a:srgbClr val="767676"/>
                  </a:solidFill>
                  <a:latin typeface="Verdana" pitchFamily="34" charset="0"/>
                </a:defRPr>
              </a:lvl3pPr>
              <a:lvl4pPr marL="1600200" indent="-228600">
                <a:defRPr sz="1100" b="1">
                  <a:solidFill>
                    <a:srgbClr val="767676"/>
                  </a:solidFill>
                  <a:latin typeface="Verdana" pitchFamily="34" charset="0"/>
                </a:defRPr>
              </a:lvl4pPr>
              <a:lvl5pPr marL="2057400" indent="-228600">
                <a:defRPr sz="1100" b="1">
                  <a:solidFill>
                    <a:srgbClr val="767676"/>
                  </a:solidFill>
                  <a:latin typeface="Verdana" pitchFamily="34" charset="0"/>
                </a:defRPr>
              </a:lvl5pPr>
              <a:lvl6pPr marL="2514600" indent="-228600" algn="ctr" eaLnBrk="0" fontAlgn="base" hangingPunct="0">
                <a:spcBef>
                  <a:spcPct val="0"/>
                </a:spcBef>
                <a:spcAft>
                  <a:spcPct val="0"/>
                </a:spcAft>
                <a:defRPr sz="1100" b="1">
                  <a:solidFill>
                    <a:srgbClr val="767676"/>
                  </a:solidFill>
                  <a:latin typeface="Verdana" pitchFamily="34" charset="0"/>
                </a:defRPr>
              </a:lvl6pPr>
              <a:lvl7pPr marL="2971800" indent="-228600" algn="ctr" eaLnBrk="0" fontAlgn="base" hangingPunct="0">
                <a:spcBef>
                  <a:spcPct val="0"/>
                </a:spcBef>
                <a:spcAft>
                  <a:spcPct val="0"/>
                </a:spcAft>
                <a:defRPr sz="1100" b="1">
                  <a:solidFill>
                    <a:srgbClr val="767676"/>
                  </a:solidFill>
                  <a:latin typeface="Verdana" pitchFamily="34" charset="0"/>
                </a:defRPr>
              </a:lvl7pPr>
              <a:lvl8pPr marL="3429000" indent="-228600" algn="ctr" eaLnBrk="0" fontAlgn="base" hangingPunct="0">
                <a:spcBef>
                  <a:spcPct val="0"/>
                </a:spcBef>
                <a:spcAft>
                  <a:spcPct val="0"/>
                </a:spcAft>
                <a:defRPr sz="1100" b="1">
                  <a:solidFill>
                    <a:srgbClr val="767676"/>
                  </a:solidFill>
                  <a:latin typeface="Verdana" pitchFamily="34" charset="0"/>
                </a:defRPr>
              </a:lvl8pPr>
              <a:lvl9pPr marL="3886200" indent="-228600" algn="ctr" eaLnBrk="0" fontAlgn="base" hangingPunct="0">
                <a:spcBef>
                  <a:spcPct val="0"/>
                </a:spcBef>
                <a:spcAft>
                  <a:spcPct val="0"/>
                </a:spcAft>
                <a:defRPr sz="1100" b="1">
                  <a:solidFill>
                    <a:srgbClr val="767676"/>
                  </a:solidFill>
                  <a:latin typeface="Verdana" pitchFamily="34" charset="0"/>
                </a:defRPr>
              </a:lvl9pPr>
            </a:lstStyle>
            <a:p>
              <a:pPr marL="0" marR="0" lvl="0" indent="0" algn="ctr" defTabSz="914400" eaLnBrk="0" fontAlgn="base" latinLnBrk="0" hangingPunct="0">
                <a:lnSpc>
                  <a:spcPct val="100000"/>
                </a:lnSpc>
                <a:spcBef>
                  <a:spcPct val="50000"/>
                </a:spcBef>
                <a:spcAft>
                  <a:spcPct val="0"/>
                </a:spcAft>
                <a:buClrTx/>
                <a:buSzTx/>
                <a:buFontTx/>
                <a:buNone/>
                <a:tabLst/>
                <a:defRPr/>
              </a:pPr>
              <a:r>
                <a:rPr kumimoji="0" lang="es-ES" sz="1500" b="1" i="0" u="none" strike="noStrike" kern="0" cap="none" spc="0" normalizeH="0" baseline="0" noProof="0">
                  <a:ln>
                    <a:noFill/>
                  </a:ln>
                  <a:solidFill>
                    <a:srgbClr val="000000"/>
                  </a:solidFill>
                  <a:effectLst/>
                  <a:uLnTx/>
                  <a:uFillTx/>
                  <a:latin typeface="Verdana" pitchFamily="34" charset="0"/>
                </a:rPr>
                <a:t>5</a:t>
              </a:r>
              <a:endParaRPr kumimoji="0" lang="es-PE" sz="1500" b="1" i="0" u="none" strike="noStrike" kern="0" cap="none" spc="0" normalizeH="0" baseline="0" noProof="0">
                <a:ln>
                  <a:noFill/>
                </a:ln>
                <a:solidFill>
                  <a:srgbClr val="000000"/>
                </a:solidFill>
                <a:effectLst/>
                <a:uLnTx/>
                <a:uFillTx/>
                <a:latin typeface="Verdana" pitchFamily="34" charset="0"/>
              </a:endParaRPr>
            </a:p>
          </p:txBody>
        </p:sp>
        <p:sp>
          <p:nvSpPr>
            <p:cNvPr id="26" name="Text Box 27"/>
            <p:cNvSpPr txBox="1">
              <a:spLocks noChangeArrowheads="1"/>
            </p:cNvSpPr>
            <p:nvPr/>
          </p:nvSpPr>
          <p:spPr bwMode="auto">
            <a:xfrm>
              <a:off x="3923" y="2523"/>
              <a:ext cx="208"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a:spAutoFit/>
            </a:bodyPr>
            <a:lstStyle>
              <a:lvl1pPr>
                <a:defRPr sz="1100" b="1">
                  <a:solidFill>
                    <a:srgbClr val="767676"/>
                  </a:solidFill>
                  <a:latin typeface="Verdana" pitchFamily="34" charset="0"/>
                </a:defRPr>
              </a:lvl1pPr>
              <a:lvl2pPr marL="742950" indent="-285750">
                <a:defRPr sz="1100" b="1">
                  <a:solidFill>
                    <a:srgbClr val="767676"/>
                  </a:solidFill>
                  <a:latin typeface="Verdana" pitchFamily="34" charset="0"/>
                </a:defRPr>
              </a:lvl2pPr>
              <a:lvl3pPr marL="1143000" indent="-228600">
                <a:defRPr sz="1100" b="1">
                  <a:solidFill>
                    <a:srgbClr val="767676"/>
                  </a:solidFill>
                  <a:latin typeface="Verdana" pitchFamily="34" charset="0"/>
                </a:defRPr>
              </a:lvl3pPr>
              <a:lvl4pPr marL="1600200" indent="-228600">
                <a:defRPr sz="1100" b="1">
                  <a:solidFill>
                    <a:srgbClr val="767676"/>
                  </a:solidFill>
                  <a:latin typeface="Verdana" pitchFamily="34" charset="0"/>
                </a:defRPr>
              </a:lvl4pPr>
              <a:lvl5pPr marL="2057400" indent="-228600">
                <a:defRPr sz="1100" b="1">
                  <a:solidFill>
                    <a:srgbClr val="767676"/>
                  </a:solidFill>
                  <a:latin typeface="Verdana" pitchFamily="34" charset="0"/>
                </a:defRPr>
              </a:lvl5pPr>
              <a:lvl6pPr marL="2514600" indent="-228600" algn="ctr" eaLnBrk="0" fontAlgn="base" hangingPunct="0">
                <a:spcBef>
                  <a:spcPct val="0"/>
                </a:spcBef>
                <a:spcAft>
                  <a:spcPct val="0"/>
                </a:spcAft>
                <a:defRPr sz="1100" b="1">
                  <a:solidFill>
                    <a:srgbClr val="767676"/>
                  </a:solidFill>
                  <a:latin typeface="Verdana" pitchFamily="34" charset="0"/>
                </a:defRPr>
              </a:lvl6pPr>
              <a:lvl7pPr marL="2971800" indent="-228600" algn="ctr" eaLnBrk="0" fontAlgn="base" hangingPunct="0">
                <a:spcBef>
                  <a:spcPct val="0"/>
                </a:spcBef>
                <a:spcAft>
                  <a:spcPct val="0"/>
                </a:spcAft>
                <a:defRPr sz="1100" b="1">
                  <a:solidFill>
                    <a:srgbClr val="767676"/>
                  </a:solidFill>
                  <a:latin typeface="Verdana" pitchFamily="34" charset="0"/>
                </a:defRPr>
              </a:lvl7pPr>
              <a:lvl8pPr marL="3429000" indent="-228600" algn="ctr" eaLnBrk="0" fontAlgn="base" hangingPunct="0">
                <a:spcBef>
                  <a:spcPct val="0"/>
                </a:spcBef>
                <a:spcAft>
                  <a:spcPct val="0"/>
                </a:spcAft>
                <a:defRPr sz="1100" b="1">
                  <a:solidFill>
                    <a:srgbClr val="767676"/>
                  </a:solidFill>
                  <a:latin typeface="Verdana" pitchFamily="34" charset="0"/>
                </a:defRPr>
              </a:lvl8pPr>
              <a:lvl9pPr marL="3886200" indent="-228600" algn="ctr" eaLnBrk="0" fontAlgn="base" hangingPunct="0">
                <a:spcBef>
                  <a:spcPct val="0"/>
                </a:spcBef>
                <a:spcAft>
                  <a:spcPct val="0"/>
                </a:spcAft>
                <a:defRPr sz="1100" b="1">
                  <a:solidFill>
                    <a:srgbClr val="767676"/>
                  </a:solidFill>
                  <a:latin typeface="Verdana" pitchFamily="34" charset="0"/>
                </a:defRPr>
              </a:lvl9pPr>
            </a:lstStyle>
            <a:p>
              <a:pPr marL="0" marR="0" lvl="0" indent="0" algn="ctr" defTabSz="914400" eaLnBrk="0" fontAlgn="base" latinLnBrk="0" hangingPunct="0">
                <a:lnSpc>
                  <a:spcPct val="100000"/>
                </a:lnSpc>
                <a:spcBef>
                  <a:spcPct val="50000"/>
                </a:spcBef>
                <a:spcAft>
                  <a:spcPct val="0"/>
                </a:spcAft>
                <a:buClrTx/>
                <a:buSzTx/>
                <a:buFontTx/>
                <a:buNone/>
                <a:tabLst/>
                <a:defRPr/>
              </a:pPr>
              <a:r>
                <a:rPr kumimoji="0" lang="es-ES" sz="1500" b="1" i="0" u="none" strike="noStrike" kern="0" cap="none" spc="0" normalizeH="0" baseline="0" noProof="0">
                  <a:ln>
                    <a:noFill/>
                  </a:ln>
                  <a:solidFill>
                    <a:srgbClr val="000000"/>
                  </a:solidFill>
                  <a:effectLst/>
                  <a:uLnTx/>
                  <a:uFillTx/>
                  <a:latin typeface="Verdana" pitchFamily="34" charset="0"/>
                </a:rPr>
                <a:t>7</a:t>
              </a:r>
              <a:endParaRPr kumimoji="0" lang="es-PE" sz="1500" b="1" i="0" u="none" strike="noStrike" kern="0" cap="none" spc="0" normalizeH="0" baseline="0" noProof="0">
                <a:ln>
                  <a:noFill/>
                </a:ln>
                <a:solidFill>
                  <a:srgbClr val="000000"/>
                </a:solidFill>
                <a:effectLst/>
                <a:uLnTx/>
                <a:uFillTx/>
                <a:latin typeface="Verdana" pitchFamily="34" charset="0"/>
              </a:endParaRPr>
            </a:p>
          </p:txBody>
        </p:sp>
        <p:sp>
          <p:nvSpPr>
            <p:cNvPr id="27" name="Text Box 28"/>
            <p:cNvSpPr txBox="1">
              <a:spLocks noChangeArrowheads="1"/>
            </p:cNvSpPr>
            <p:nvPr/>
          </p:nvSpPr>
          <p:spPr bwMode="auto">
            <a:xfrm>
              <a:off x="3198" y="3158"/>
              <a:ext cx="208"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a:spAutoFit/>
            </a:bodyPr>
            <a:lstStyle>
              <a:lvl1pPr>
                <a:defRPr sz="1100" b="1">
                  <a:solidFill>
                    <a:srgbClr val="767676"/>
                  </a:solidFill>
                  <a:latin typeface="Verdana" pitchFamily="34" charset="0"/>
                </a:defRPr>
              </a:lvl1pPr>
              <a:lvl2pPr marL="742950" indent="-285750">
                <a:defRPr sz="1100" b="1">
                  <a:solidFill>
                    <a:srgbClr val="767676"/>
                  </a:solidFill>
                  <a:latin typeface="Verdana" pitchFamily="34" charset="0"/>
                </a:defRPr>
              </a:lvl2pPr>
              <a:lvl3pPr marL="1143000" indent="-228600">
                <a:defRPr sz="1100" b="1">
                  <a:solidFill>
                    <a:srgbClr val="767676"/>
                  </a:solidFill>
                  <a:latin typeface="Verdana" pitchFamily="34" charset="0"/>
                </a:defRPr>
              </a:lvl3pPr>
              <a:lvl4pPr marL="1600200" indent="-228600">
                <a:defRPr sz="1100" b="1">
                  <a:solidFill>
                    <a:srgbClr val="767676"/>
                  </a:solidFill>
                  <a:latin typeface="Verdana" pitchFamily="34" charset="0"/>
                </a:defRPr>
              </a:lvl4pPr>
              <a:lvl5pPr marL="2057400" indent="-228600">
                <a:defRPr sz="1100" b="1">
                  <a:solidFill>
                    <a:srgbClr val="767676"/>
                  </a:solidFill>
                  <a:latin typeface="Verdana" pitchFamily="34" charset="0"/>
                </a:defRPr>
              </a:lvl5pPr>
              <a:lvl6pPr marL="2514600" indent="-228600" algn="ctr" eaLnBrk="0" fontAlgn="base" hangingPunct="0">
                <a:spcBef>
                  <a:spcPct val="0"/>
                </a:spcBef>
                <a:spcAft>
                  <a:spcPct val="0"/>
                </a:spcAft>
                <a:defRPr sz="1100" b="1">
                  <a:solidFill>
                    <a:srgbClr val="767676"/>
                  </a:solidFill>
                  <a:latin typeface="Verdana" pitchFamily="34" charset="0"/>
                </a:defRPr>
              </a:lvl6pPr>
              <a:lvl7pPr marL="2971800" indent="-228600" algn="ctr" eaLnBrk="0" fontAlgn="base" hangingPunct="0">
                <a:spcBef>
                  <a:spcPct val="0"/>
                </a:spcBef>
                <a:spcAft>
                  <a:spcPct val="0"/>
                </a:spcAft>
                <a:defRPr sz="1100" b="1">
                  <a:solidFill>
                    <a:srgbClr val="767676"/>
                  </a:solidFill>
                  <a:latin typeface="Verdana" pitchFamily="34" charset="0"/>
                </a:defRPr>
              </a:lvl7pPr>
              <a:lvl8pPr marL="3429000" indent="-228600" algn="ctr" eaLnBrk="0" fontAlgn="base" hangingPunct="0">
                <a:spcBef>
                  <a:spcPct val="0"/>
                </a:spcBef>
                <a:spcAft>
                  <a:spcPct val="0"/>
                </a:spcAft>
                <a:defRPr sz="1100" b="1">
                  <a:solidFill>
                    <a:srgbClr val="767676"/>
                  </a:solidFill>
                  <a:latin typeface="Verdana" pitchFamily="34" charset="0"/>
                </a:defRPr>
              </a:lvl8pPr>
              <a:lvl9pPr marL="3886200" indent="-228600" algn="ctr" eaLnBrk="0" fontAlgn="base" hangingPunct="0">
                <a:spcBef>
                  <a:spcPct val="0"/>
                </a:spcBef>
                <a:spcAft>
                  <a:spcPct val="0"/>
                </a:spcAft>
                <a:defRPr sz="1100" b="1">
                  <a:solidFill>
                    <a:srgbClr val="767676"/>
                  </a:solidFill>
                  <a:latin typeface="Verdana" pitchFamily="34" charset="0"/>
                </a:defRPr>
              </a:lvl9pPr>
            </a:lstStyle>
            <a:p>
              <a:pPr marL="0" marR="0" lvl="0" indent="0" algn="ctr" defTabSz="914400" eaLnBrk="0" fontAlgn="base" latinLnBrk="0" hangingPunct="0">
                <a:lnSpc>
                  <a:spcPct val="100000"/>
                </a:lnSpc>
                <a:spcBef>
                  <a:spcPct val="50000"/>
                </a:spcBef>
                <a:spcAft>
                  <a:spcPct val="0"/>
                </a:spcAft>
                <a:buClrTx/>
                <a:buSzTx/>
                <a:buFontTx/>
                <a:buNone/>
                <a:tabLst/>
                <a:defRPr/>
              </a:pPr>
              <a:r>
                <a:rPr kumimoji="0" lang="es-ES" sz="1500" b="1" i="0" u="none" strike="noStrike" kern="0" cap="none" spc="0" normalizeH="0" baseline="0" noProof="0">
                  <a:ln>
                    <a:noFill/>
                  </a:ln>
                  <a:solidFill>
                    <a:srgbClr val="000000"/>
                  </a:solidFill>
                  <a:effectLst/>
                  <a:uLnTx/>
                  <a:uFillTx/>
                  <a:latin typeface="Verdana" pitchFamily="34" charset="0"/>
                </a:rPr>
                <a:t>5</a:t>
              </a:r>
              <a:endParaRPr kumimoji="0" lang="es-PE" sz="1500" b="1" i="0" u="none" strike="noStrike" kern="0" cap="none" spc="0" normalizeH="0" baseline="0" noProof="0">
                <a:ln>
                  <a:noFill/>
                </a:ln>
                <a:solidFill>
                  <a:srgbClr val="000000"/>
                </a:solidFill>
                <a:effectLst/>
                <a:uLnTx/>
                <a:uFillTx/>
                <a:latin typeface="Verdana" pitchFamily="34" charset="0"/>
              </a:endParaRPr>
            </a:p>
          </p:txBody>
        </p:sp>
        <p:sp>
          <p:nvSpPr>
            <p:cNvPr id="28" name="Rectangle 29"/>
            <p:cNvSpPr>
              <a:spLocks noChangeArrowheads="1"/>
            </p:cNvSpPr>
            <p:nvPr/>
          </p:nvSpPr>
          <p:spPr bwMode="auto">
            <a:xfrm>
              <a:off x="3833" y="2704"/>
              <a:ext cx="378" cy="318"/>
            </a:xfrm>
            <a:prstGeom prst="rect">
              <a:avLst/>
            </a:prstGeom>
            <a:solidFill>
              <a:srgbClr val="FFFFFF"/>
            </a:solidFill>
            <a:ln w="3175">
              <a:solidFill>
                <a:srgbClr val="000000"/>
              </a:solidFill>
              <a:miter lim="800000"/>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s-ES" sz="1500" b="1" i="0" u="none" strike="noStrike" kern="0" cap="none" spc="0" normalizeH="0" baseline="0" noProof="0">
                  <a:ln>
                    <a:noFill/>
                  </a:ln>
                  <a:solidFill>
                    <a:srgbClr val="000000"/>
                  </a:solidFill>
                  <a:effectLst/>
                  <a:uLnTx/>
                  <a:uFillTx/>
                  <a:latin typeface="Verdana" pitchFamily="34" charset="0"/>
                </a:rPr>
                <a:t>H</a:t>
              </a:r>
              <a:endParaRPr kumimoji="0" lang="es-PE" sz="1500" b="1" i="0" u="none" strike="noStrike" kern="0" cap="none" spc="0" normalizeH="0" baseline="0" noProof="0">
                <a:ln>
                  <a:noFill/>
                </a:ln>
                <a:solidFill>
                  <a:srgbClr val="000000"/>
                </a:solidFill>
                <a:effectLst/>
                <a:uLnTx/>
                <a:uFillTx/>
                <a:latin typeface="Verdana" pitchFamily="34" charset="0"/>
              </a:endParaRPr>
            </a:p>
          </p:txBody>
        </p:sp>
        <p:sp>
          <p:nvSpPr>
            <p:cNvPr id="29" name="Line 30"/>
            <p:cNvSpPr>
              <a:spLocks noChangeShapeType="1"/>
            </p:cNvSpPr>
            <p:nvPr/>
          </p:nvSpPr>
          <p:spPr bwMode="auto">
            <a:xfrm>
              <a:off x="4195" y="2840"/>
              <a:ext cx="300" cy="0"/>
            </a:xfrm>
            <a:prstGeom prst="line">
              <a:avLst/>
            </a:prstGeom>
            <a:noFill/>
            <a:ln w="571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100" b="1" i="0" u="none" strike="noStrike" kern="0" cap="none" spc="0" normalizeH="0" baseline="0" noProof="0">
                <a:ln>
                  <a:noFill/>
                </a:ln>
                <a:solidFill>
                  <a:srgbClr val="767676"/>
                </a:solidFill>
                <a:effectLst/>
                <a:uLnTx/>
                <a:uFillTx/>
                <a:latin typeface="Verdana" pitchFamily="34" charset="0"/>
              </a:endParaRPr>
            </a:p>
          </p:txBody>
        </p:sp>
        <p:sp>
          <p:nvSpPr>
            <p:cNvPr id="30" name="Rectangle 31"/>
            <p:cNvSpPr>
              <a:spLocks noChangeArrowheads="1"/>
            </p:cNvSpPr>
            <p:nvPr/>
          </p:nvSpPr>
          <p:spPr bwMode="auto">
            <a:xfrm>
              <a:off x="4495" y="2704"/>
              <a:ext cx="378" cy="318"/>
            </a:xfrm>
            <a:prstGeom prst="rect">
              <a:avLst/>
            </a:prstGeom>
            <a:solidFill>
              <a:srgbClr val="FFFFFF"/>
            </a:solidFill>
            <a:ln w="3175">
              <a:solidFill>
                <a:srgbClr val="000000"/>
              </a:solidFill>
              <a:miter lim="800000"/>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s-ES" sz="1500" b="1" i="0" u="none" strike="noStrike" kern="0" cap="none" spc="0" normalizeH="0" baseline="0" noProof="0">
                  <a:ln>
                    <a:noFill/>
                  </a:ln>
                  <a:solidFill>
                    <a:srgbClr val="000000"/>
                  </a:solidFill>
                  <a:effectLst/>
                  <a:uLnTx/>
                  <a:uFillTx/>
                  <a:latin typeface="Verdana" pitchFamily="34" charset="0"/>
                </a:rPr>
                <a:t>C</a:t>
              </a:r>
              <a:endParaRPr kumimoji="0" lang="es-PE" sz="1500" b="1" i="0" u="none" strike="noStrike" kern="0" cap="none" spc="0" normalizeH="0" baseline="0" noProof="0">
                <a:ln>
                  <a:noFill/>
                </a:ln>
                <a:solidFill>
                  <a:srgbClr val="000000"/>
                </a:solidFill>
                <a:effectLst/>
                <a:uLnTx/>
                <a:uFillTx/>
                <a:latin typeface="Verdana" pitchFamily="34" charset="0"/>
              </a:endParaRPr>
            </a:p>
          </p:txBody>
        </p:sp>
        <p:sp>
          <p:nvSpPr>
            <p:cNvPr id="31" name="Line 32"/>
            <p:cNvSpPr>
              <a:spLocks noChangeShapeType="1"/>
            </p:cNvSpPr>
            <p:nvPr/>
          </p:nvSpPr>
          <p:spPr bwMode="auto">
            <a:xfrm>
              <a:off x="2109" y="2931"/>
              <a:ext cx="272" cy="499"/>
            </a:xfrm>
            <a:prstGeom prst="line">
              <a:avLst/>
            </a:prstGeom>
            <a:noFill/>
            <a:ln w="317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100" b="1" i="0" u="none" strike="noStrike" kern="0" cap="none" spc="0" normalizeH="0" baseline="0" noProof="0">
                <a:ln>
                  <a:noFill/>
                </a:ln>
                <a:solidFill>
                  <a:srgbClr val="767676"/>
                </a:solidFill>
                <a:effectLst/>
                <a:uLnTx/>
                <a:uFillTx/>
                <a:latin typeface="Verdana" pitchFamily="34" charset="0"/>
              </a:endParaRPr>
            </a:p>
          </p:txBody>
        </p:sp>
        <p:sp>
          <p:nvSpPr>
            <p:cNvPr id="32" name="Text Box 33"/>
            <p:cNvSpPr txBox="1">
              <a:spLocks noChangeArrowheads="1"/>
            </p:cNvSpPr>
            <p:nvPr/>
          </p:nvSpPr>
          <p:spPr bwMode="auto">
            <a:xfrm>
              <a:off x="4577" y="2523"/>
              <a:ext cx="208"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a:spAutoFit/>
            </a:bodyPr>
            <a:lstStyle>
              <a:lvl1pPr>
                <a:defRPr sz="1100" b="1">
                  <a:solidFill>
                    <a:srgbClr val="767676"/>
                  </a:solidFill>
                  <a:latin typeface="Verdana" pitchFamily="34" charset="0"/>
                </a:defRPr>
              </a:lvl1pPr>
              <a:lvl2pPr marL="742950" indent="-285750">
                <a:defRPr sz="1100" b="1">
                  <a:solidFill>
                    <a:srgbClr val="767676"/>
                  </a:solidFill>
                  <a:latin typeface="Verdana" pitchFamily="34" charset="0"/>
                </a:defRPr>
              </a:lvl2pPr>
              <a:lvl3pPr marL="1143000" indent="-228600">
                <a:defRPr sz="1100" b="1">
                  <a:solidFill>
                    <a:srgbClr val="767676"/>
                  </a:solidFill>
                  <a:latin typeface="Verdana" pitchFamily="34" charset="0"/>
                </a:defRPr>
              </a:lvl3pPr>
              <a:lvl4pPr marL="1600200" indent="-228600">
                <a:defRPr sz="1100" b="1">
                  <a:solidFill>
                    <a:srgbClr val="767676"/>
                  </a:solidFill>
                  <a:latin typeface="Verdana" pitchFamily="34" charset="0"/>
                </a:defRPr>
              </a:lvl4pPr>
              <a:lvl5pPr marL="2057400" indent="-228600">
                <a:defRPr sz="1100" b="1">
                  <a:solidFill>
                    <a:srgbClr val="767676"/>
                  </a:solidFill>
                  <a:latin typeface="Verdana" pitchFamily="34" charset="0"/>
                </a:defRPr>
              </a:lvl5pPr>
              <a:lvl6pPr marL="2514600" indent="-228600" algn="ctr" eaLnBrk="0" fontAlgn="base" hangingPunct="0">
                <a:spcBef>
                  <a:spcPct val="0"/>
                </a:spcBef>
                <a:spcAft>
                  <a:spcPct val="0"/>
                </a:spcAft>
                <a:defRPr sz="1100" b="1">
                  <a:solidFill>
                    <a:srgbClr val="767676"/>
                  </a:solidFill>
                  <a:latin typeface="Verdana" pitchFamily="34" charset="0"/>
                </a:defRPr>
              </a:lvl6pPr>
              <a:lvl7pPr marL="2971800" indent="-228600" algn="ctr" eaLnBrk="0" fontAlgn="base" hangingPunct="0">
                <a:spcBef>
                  <a:spcPct val="0"/>
                </a:spcBef>
                <a:spcAft>
                  <a:spcPct val="0"/>
                </a:spcAft>
                <a:defRPr sz="1100" b="1">
                  <a:solidFill>
                    <a:srgbClr val="767676"/>
                  </a:solidFill>
                  <a:latin typeface="Verdana" pitchFamily="34" charset="0"/>
                </a:defRPr>
              </a:lvl7pPr>
              <a:lvl8pPr marL="3429000" indent="-228600" algn="ctr" eaLnBrk="0" fontAlgn="base" hangingPunct="0">
                <a:spcBef>
                  <a:spcPct val="0"/>
                </a:spcBef>
                <a:spcAft>
                  <a:spcPct val="0"/>
                </a:spcAft>
                <a:defRPr sz="1100" b="1">
                  <a:solidFill>
                    <a:srgbClr val="767676"/>
                  </a:solidFill>
                  <a:latin typeface="Verdana" pitchFamily="34" charset="0"/>
                </a:defRPr>
              </a:lvl8pPr>
              <a:lvl9pPr marL="3886200" indent="-228600" algn="ctr" eaLnBrk="0" fontAlgn="base" hangingPunct="0">
                <a:spcBef>
                  <a:spcPct val="0"/>
                </a:spcBef>
                <a:spcAft>
                  <a:spcPct val="0"/>
                </a:spcAft>
                <a:defRPr sz="1100" b="1">
                  <a:solidFill>
                    <a:srgbClr val="767676"/>
                  </a:solidFill>
                  <a:latin typeface="Verdana" pitchFamily="34" charset="0"/>
                </a:defRPr>
              </a:lvl9pPr>
            </a:lstStyle>
            <a:p>
              <a:pPr marL="0" marR="0" lvl="0" indent="0" algn="ctr" defTabSz="914400" eaLnBrk="0" fontAlgn="base" latinLnBrk="0" hangingPunct="0">
                <a:lnSpc>
                  <a:spcPct val="100000"/>
                </a:lnSpc>
                <a:spcBef>
                  <a:spcPct val="50000"/>
                </a:spcBef>
                <a:spcAft>
                  <a:spcPct val="0"/>
                </a:spcAft>
                <a:buClrTx/>
                <a:buSzTx/>
                <a:buFontTx/>
                <a:buNone/>
                <a:tabLst/>
                <a:defRPr/>
              </a:pPr>
              <a:r>
                <a:rPr kumimoji="0" lang="es-ES" sz="1500" b="1" i="0" u="none" strike="noStrike" kern="0" cap="none" spc="0" normalizeH="0" baseline="0" noProof="0">
                  <a:ln>
                    <a:noFill/>
                  </a:ln>
                  <a:solidFill>
                    <a:srgbClr val="000000"/>
                  </a:solidFill>
                  <a:effectLst/>
                  <a:uLnTx/>
                  <a:uFillTx/>
                  <a:latin typeface="Verdana" pitchFamily="34" charset="0"/>
                </a:rPr>
                <a:t>8</a:t>
              </a:r>
              <a:endParaRPr kumimoji="0" lang="es-PE" sz="1500" b="1" i="0" u="none" strike="noStrike" kern="0" cap="none" spc="0" normalizeH="0" baseline="0" noProof="0">
                <a:ln>
                  <a:noFill/>
                </a:ln>
                <a:solidFill>
                  <a:srgbClr val="000000"/>
                </a:solidFill>
                <a:effectLst/>
                <a:uLnTx/>
                <a:uFillTx/>
                <a:latin typeface="Verdana" pitchFamily="34" charset="0"/>
              </a:endParaRPr>
            </a:p>
          </p:txBody>
        </p:sp>
        <p:sp>
          <p:nvSpPr>
            <p:cNvPr id="33" name="Line 34"/>
            <p:cNvSpPr>
              <a:spLocks noChangeShapeType="1"/>
            </p:cNvSpPr>
            <p:nvPr/>
          </p:nvSpPr>
          <p:spPr bwMode="auto">
            <a:xfrm>
              <a:off x="2789" y="3475"/>
              <a:ext cx="335" cy="0"/>
            </a:xfrm>
            <a:prstGeom prst="line">
              <a:avLst/>
            </a:prstGeom>
            <a:noFill/>
            <a:ln w="317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100" b="1" i="0" u="none" strike="noStrike" kern="0" cap="none" spc="0" normalizeH="0" baseline="0" noProof="0">
                <a:ln>
                  <a:noFill/>
                </a:ln>
                <a:solidFill>
                  <a:srgbClr val="767676"/>
                </a:solidFill>
                <a:effectLst/>
                <a:uLnTx/>
                <a:uFillTx/>
                <a:latin typeface="Verdana" pitchFamily="34" charset="0"/>
              </a:endParaRPr>
            </a:p>
          </p:txBody>
        </p:sp>
        <p:sp>
          <p:nvSpPr>
            <p:cNvPr id="34" name="Rectangle 35"/>
            <p:cNvSpPr>
              <a:spLocks noChangeArrowheads="1"/>
            </p:cNvSpPr>
            <p:nvPr/>
          </p:nvSpPr>
          <p:spPr bwMode="auto">
            <a:xfrm>
              <a:off x="3124" y="3339"/>
              <a:ext cx="378" cy="318"/>
            </a:xfrm>
            <a:prstGeom prst="rect">
              <a:avLst/>
            </a:prstGeom>
            <a:solidFill>
              <a:srgbClr val="FFFFFF"/>
            </a:solidFill>
            <a:ln w="3175">
              <a:solidFill>
                <a:srgbClr val="000000"/>
              </a:solidFill>
              <a:miter lim="800000"/>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s-ES" sz="1500" b="1" i="0" u="none" strike="noStrike" kern="0" cap="none" spc="0" normalizeH="0" baseline="0" noProof="0">
                  <a:ln>
                    <a:noFill/>
                  </a:ln>
                  <a:solidFill>
                    <a:srgbClr val="000000"/>
                  </a:solidFill>
                  <a:effectLst/>
                  <a:uLnTx/>
                  <a:uFillTx/>
                  <a:latin typeface="Verdana" pitchFamily="34" charset="0"/>
                </a:rPr>
                <a:t>B</a:t>
              </a:r>
              <a:endParaRPr kumimoji="0" lang="es-PE" sz="1500" b="1" i="0" u="none" strike="noStrike" kern="0" cap="none" spc="0" normalizeH="0" baseline="0" noProof="0">
                <a:ln>
                  <a:noFill/>
                </a:ln>
                <a:solidFill>
                  <a:srgbClr val="000000"/>
                </a:solidFill>
                <a:effectLst/>
                <a:uLnTx/>
                <a:uFillTx/>
                <a:latin typeface="Verdana" pitchFamily="34" charset="0"/>
              </a:endParaRPr>
            </a:p>
          </p:txBody>
        </p:sp>
        <p:sp>
          <p:nvSpPr>
            <p:cNvPr id="35" name="Line 36"/>
            <p:cNvSpPr>
              <a:spLocks noChangeShapeType="1"/>
            </p:cNvSpPr>
            <p:nvPr/>
          </p:nvSpPr>
          <p:spPr bwMode="auto">
            <a:xfrm flipV="1">
              <a:off x="3515" y="3294"/>
              <a:ext cx="1542" cy="227"/>
            </a:xfrm>
            <a:prstGeom prst="line">
              <a:avLst/>
            </a:prstGeom>
            <a:noFill/>
            <a:ln w="571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100" b="1" i="0" u="none" strike="noStrike" kern="0" cap="none" spc="0" normalizeH="0" baseline="0" noProof="0">
                <a:ln>
                  <a:noFill/>
                </a:ln>
                <a:solidFill>
                  <a:srgbClr val="767676"/>
                </a:solidFill>
                <a:effectLst/>
                <a:uLnTx/>
                <a:uFillTx/>
                <a:latin typeface="Verdana" pitchFamily="34" charset="0"/>
              </a:endParaRPr>
            </a:p>
          </p:txBody>
        </p:sp>
        <p:sp>
          <p:nvSpPr>
            <p:cNvPr id="36" name="Line 37"/>
            <p:cNvSpPr>
              <a:spLocks noChangeShapeType="1"/>
            </p:cNvSpPr>
            <p:nvPr/>
          </p:nvSpPr>
          <p:spPr bwMode="auto">
            <a:xfrm>
              <a:off x="4876" y="2840"/>
              <a:ext cx="272" cy="182"/>
            </a:xfrm>
            <a:prstGeom prst="line">
              <a:avLst/>
            </a:prstGeom>
            <a:noFill/>
            <a:ln w="571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100" b="1" i="0" u="none" strike="noStrike" kern="0" cap="none" spc="0" normalizeH="0" baseline="0" noProof="0">
                <a:ln>
                  <a:noFill/>
                </a:ln>
                <a:solidFill>
                  <a:srgbClr val="767676"/>
                </a:solidFill>
                <a:effectLst/>
                <a:uLnTx/>
                <a:uFillTx/>
                <a:latin typeface="Verdana" pitchFamily="34" charset="0"/>
              </a:endParaRPr>
            </a:p>
          </p:txBody>
        </p:sp>
        <p:sp>
          <p:nvSpPr>
            <p:cNvPr id="37" name="Text Box 38"/>
            <p:cNvSpPr txBox="1">
              <a:spLocks noChangeArrowheads="1"/>
            </p:cNvSpPr>
            <p:nvPr/>
          </p:nvSpPr>
          <p:spPr bwMode="auto">
            <a:xfrm>
              <a:off x="3878" y="3657"/>
              <a:ext cx="1633" cy="3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a:spAutoFit/>
            </a:bodyPr>
            <a:lstStyle>
              <a:lvl1pPr>
                <a:defRPr sz="1100" b="1">
                  <a:solidFill>
                    <a:srgbClr val="767676"/>
                  </a:solidFill>
                  <a:latin typeface="Verdana" pitchFamily="34" charset="0"/>
                </a:defRPr>
              </a:lvl1pPr>
              <a:lvl2pPr marL="742950" indent="-285750">
                <a:defRPr sz="1100" b="1">
                  <a:solidFill>
                    <a:srgbClr val="767676"/>
                  </a:solidFill>
                  <a:latin typeface="Verdana" pitchFamily="34" charset="0"/>
                </a:defRPr>
              </a:lvl2pPr>
              <a:lvl3pPr marL="1143000" indent="-228600">
                <a:defRPr sz="1100" b="1">
                  <a:solidFill>
                    <a:srgbClr val="767676"/>
                  </a:solidFill>
                  <a:latin typeface="Verdana" pitchFamily="34" charset="0"/>
                </a:defRPr>
              </a:lvl3pPr>
              <a:lvl4pPr marL="1600200" indent="-228600">
                <a:defRPr sz="1100" b="1">
                  <a:solidFill>
                    <a:srgbClr val="767676"/>
                  </a:solidFill>
                  <a:latin typeface="Verdana" pitchFamily="34" charset="0"/>
                </a:defRPr>
              </a:lvl4pPr>
              <a:lvl5pPr marL="2057400" indent="-228600">
                <a:defRPr sz="1100" b="1">
                  <a:solidFill>
                    <a:srgbClr val="767676"/>
                  </a:solidFill>
                  <a:latin typeface="Verdana" pitchFamily="34" charset="0"/>
                </a:defRPr>
              </a:lvl5pPr>
              <a:lvl6pPr marL="2514600" indent="-228600" algn="ctr" eaLnBrk="0" fontAlgn="base" hangingPunct="0">
                <a:spcBef>
                  <a:spcPct val="0"/>
                </a:spcBef>
                <a:spcAft>
                  <a:spcPct val="0"/>
                </a:spcAft>
                <a:defRPr sz="1100" b="1">
                  <a:solidFill>
                    <a:srgbClr val="767676"/>
                  </a:solidFill>
                  <a:latin typeface="Verdana" pitchFamily="34" charset="0"/>
                </a:defRPr>
              </a:lvl6pPr>
              <a:lvl7pPr marL="2971800" indent="-228600" algn="ctr" eaLnBrk="0" fontAlgn="base" hangingPunct="0">
                <a:spcBef>
                  <a:spcPct val="0"/>
                </a:spcBef>
                <a:spcAft>
                  <a:spcPct val="0"/>
                </a:spcAft>
                <a:defRPr sz="1100" b="1">
                  <a:solidFill>
                    <a:srgbClr val="767676"/>
                  </a:solidFill>
                  <a:latin typeface="Verdana" pitchFamily="34" charset="0"/>
                </a:defRPr>
              </a:lvl7pPr>
              <a:lvl8pPr marL="3429000" indent="-228600" algn="ctr" eaLnBrk="0" fontAlgn="base" hangingPunct="0">
                <a:spcBef>
                  <a:spcPct val="0"/>
                </a:spcBef>
                <a:spcAft>
                  <a:spcPct val="0"/>
                </a:spcAft>
                <a:defRPr sz="1100" b="1">
                  <a:solidFill>
                    <a:srgbClr val="767676"/>
                  </a:solidFill>
                  <a:latin typeface="Verdana" pitchFamily="34" charset="0"/>
                </a:defRPr>
              </a:lvl8pPr>
              <a:lvl9pPr marL="3886200" indent="-228600" algn="ctr" eaLnBrk="0" fontAlgn="base" hangingPunct="0">
                <a:spcBef>
                  <a:spcPct val="0"/>
                </a:spcBef>
                <a:spcAft>
                  <a:spcPct val="0"/>
                </a:spcAft>
                <a:defRPr sz="1100" b="1">
                  <a:solidFill>
                    <a:srgbClr val="767676"/>
                  </a:solidFill>
                  <a:latin typeface="Verdana" pitchFamily="34" charset="0"/>
                </a:defRPr>
              </a:lvl9pPr>
            </a:lstStyle>
            <a:p>
              <a:pPr marL="0" marR="0" lvl="0" indent="0" algn="ctr" defTabSz="914400" eaLnBrk="0" fontAlgn="base" latinLnBrk="0" hangingPunct="0">
                <a:lnSpc>
                  <a:spcPct val="100000"/>
                </a:lnSpc>
                <a:spcBef>
                  <a:spcPct val="50000"/>
                </a:spcBef>
                <a:spcAft>
                  <a:spcPct val="0"/>
                </a:spcAft>
                <a:buClrTx/>
                <a:buSzTx/>
                <a:buFontTx/>
                <a:buNone/>
                <a:tabLst/>
                <a:defRPr/>
              </a:pPr>
              <a:r>
                <a:rPr kumimoji="0" lang="es-ES" sz="1300" b="1" i="0" u="none" strike="noStrike" kern="0" cap="none" spc="0" normalizeH="0" baseline="0" noProof="0">
                  <a:ln>
                    <a:noFill/>
                  </a:ln>
                  <a:solidFill>
                    <a:srgbClr val="000000"/>
                  </a:solidFill>
                  <a:effectLst/>
                  <a:uLnTx/>
                  <a:uFillTx/>
                  <a:latin typeface="Verdana" pitchFamily="34" charset="0"/>
                </a:rPr>
                <a:t>La distancia total es 33 meses</a:t>
              </a:r>
              <a:endParaRPr kumimoji="0" lang="es-PE" sz="1300" b="1" i="0" u="none" strike="noStrike" kern="0" cap="none" spc="0" normalizeH="0" baseline="0" noProof="0">
                <a:ln>
                  <a:noFill/>
                </a:ln>
                <a:solidFill>
                  <a:srgbClr val="000000"/>
                </a:solidFill>
                <a:effectLst/>
                <a:uLnTx/>
                <a:uFillTx/>
                <a:latin typeface="Verdana" pitchFamily="34" charset="0"/>
              </a:endParaRPr>
            </a:p>
          </p:txBody>
        </p:sp>
      </p:grpSp>
      <p:graphicFrame>
        <p:nvGraphicFramePr>
          <p:cNvPr id="38" name="Group 90"/>
          <p:cNvGraphicFramePr>
            <a:graphicFrameLocks/>
          </p:cNvGraphicFramePr>
          <p:nvPr/>
        </p:nvGraphicFramePr>
        <p:xfrm>
          <a:off x="3928660" y="2089486"/>
          <a:ext cx="4076700" cy="1979614"/>
        </p:xfrm>
        <a:graphic>
          <a:graphicData uri="http://schemas.openxmlformats.org/drawingml/2006/table">
            <a:tbl>
              <a:tblPr/>
              <a:tblGrid>
                <a:gridCol w="2736850">
                  <a:extLst>
                    <a:ext uri="{9D8B030D-6E8A-4147-A177-3AD203B41FA5}">
                      <a16:colId xmlns:a16="http://schemas.microsoft.com/office/drawing/2014/main" val="20000"/>
                    </a:ext>
                  </a:extLst>
                </a:gridCol>
                <a:gridCol w="1339850">
                  <a:extLst>
                    <a:ext uri="{9D8B030D-6E8A-4147-A177-3AD203B41FA5}">
                      <a16:colId xmlns:a16="http://schemas.microsoft.com/office/drawing/2014/main" val="20001"/>
                    </a:ext>
                  </a:extLst>
                </a:gridCol>
              </a:tblGrid>
              <a:tr h="368049">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defTabSz="914400" rtl="0" eaLnBrk="1" fontAlgn="base" latinLnBrk="0" hangingPunct="1">
                        <a:lnSpc>
                          <a:spcPct val="100000"/>
                        </a:lnSpc>
                        <a:spcBef>
                          <a:spcPct val="20000"/>
                        </a:spcBef>
                        <a:spcAft>
                          <a:spcPct val="0"/>
                        </a:spcAft>
                        <a:buClr>
                          <a:schemeClr val="tx1"/>
                        </a:buClr>
                        <a:buSzPct val="70000"/>
                        <a:buFont typeface="Wingdings" pitchFamily="2" charset="2"/>
                        <a:buNone/>
                        <a:tabLst/>
                      </a:pPr>
                      <a:r>
                        <a:rPr kumimoji="0" lang="es-ES" sz="1800" b="1" i="0" u="none" strike="noStrike" cap="none" normalizeH="0" baseline="0">
                          <a:ln>
                            <a:noFill/>
                          </a:ln>
                          <a:solidFill>
                            <a:schemeClr val="tx2"/>
                          </a:solidFill>
                          <a:effectLst/>
                          <a:latin typeface="Arial" pitchFamily="34" charset="0"/>
                        </a:rPr>
                        <a:t>Paths</a:t>
                      </a:r>
                      <a:endParaRPr kumimoji="0" lang="es-PE" sz="1800" b="1" i="0" u="none" strike="noStrike" cap="none" normalizeH="0" baseline="0">
                        <a:ln>
                          <a:noFill/>
                        </a:ln>
                        <a:solidFill>
                          <a:schemeClr val="tx2"/>
                        </a:solidFill>
                        <a:effectLst/>
                        <a:latin typeface="Arial" pitchFamily="34" charset="0"/>
                      </a:endParaRPr>
                    </a:p>
                  </a:txBody>
                  <a:tcPr marL="90000" marR="90000" marT="46816" marB="46816" horzOverflow="overflow">
                    <a:lnL w="28575" cap="flat" cmpd="sng" algn="ctr">
                      <a:solidFill>
                        <a:srgbClr val="336666"/>
                      </a:solidFill>
                      <a:prstDash val="solid"/>
                      <a:round/>
                      <a:headEnd type="none" w="med" len="med"/>
                      <a:tailEnd type="none" w="med" len="med"/>
                    </a:lnL>
                    <a:lnR w="12700" cap="flat" cmpd="sng" algn="ctr">
                      <a:solidFill>
                        <a:srgbClr val="336666"/>
                      </a:solidFill>
                      <a:prstDash val="solid"/>
                      <a:round/>
                      <a:headEnd type="none" w="med" len="med"/>
                      <a:tailEnd type="none" w="med" len="med"/>
                    </a:lnR>
                    <a:lnT w="28575" cap="flat" cmpd="sng" algn="ctr">
                      <a:solidFill>
                        <a:srgbClr val="336666"/>
                      </a:solidFill>
                      <a:prstDash val="solid"/>
                      <a:round/>
                      <a:headEnd type="none" w="med" len="med"/>
                      <a:tailEnd type="none" w="med" len="med"/>
                    </a:lnT>
                    <a:lnB w="12700" cap="flat" cmpd="sng" algn="ctr">
                      <a:solidFill>
                        <a:srgbClr val="336666"/>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defTabSz="914400" rtl="0" eaLnBrk="1" fontAlgn="base" latinLnBrk="0" hangingPunct="1">
                        <a:lnSpc>
                          <a:spcPct val="100000"/>
                        </a:lnSpc>
                        <a:spcBef>
                          <a:spcPct val="20000"/>
                        </a:spcBef>
                        <a:spcAft>
                          <a:spcPct val="0"/>
                        </a:spcAft>
                        <a:buClr>
                          <a:schemeClr val="tx1"/>
                        </a:buClr>
                        <a:buSzPct val="70000"/>
                        <a:buFont typeface="Wingdings" pitchFamily="2" charset="2"/>
                        <a:buNone/>
                        <a:tabLst/>
                      </a:pPr>
                      <a:r>
                        <a:rPr kumimoji="0" lang="es-ES" sz="1800" b="1" i="0" u="none" strike="noStrike" cap="none" normalizeH="0" baseline="0">
                          <a:ln>
                            <a:noFill/>
                          </a:ln>
                          <a:solidFill>
                            <a:schemeClr val="tx2"/>
                          </a:solidFill>
                          <a:effectLst/>
                          <a:latin typeface="Arial" pitchFamily="34" charset="0"/>
                        </a:rPr>
                        <a:t>Duración</a:t>
                      </a:r>
                      <a:endParaRPr kumimoji="0" lang="es-PE" sz="1800" b="1" i="0" u="none" strike="noStrike" cap="none" normalizeH="0" baseline="0">
                        <a:ln>
                          <a:noFill/>
                        </a:ln>
                        <a:solidFill>
                          <a:schemeClr val="tx2"/>
                        </a:solidFill>
                        <a:effectLst/>
                        <a:latin typeface="Arial" pitchFamily="34" charset="0"/>
                      </a:endParaRPr>
                    </a:p>
                  </a:txBody>
                  <a:tcPr marL="90000" marR="90000" marT="46816" marB="46816" horzOverflow="overflow">
                    <a:lnL w="12700" cap="flat" cmpd="sng" algn="ctr">
                      <a:solidFill>
                        <a:srgbClr val="336666"/>
                      </a:solidFill>
                      <a:prstDash val="solid"/>
                      <a:round/>
                      <a:headEnd type="none" w="med" len="med"/>
                      <a:tailEnd type="none" w="med" len="med"/>
                    </a:lnL>
                    <a:lnR w="28575" cap="flat" cmpd="sng" algn="ctr">
                      <a:solidFill>
                        <a:srgbClr val="336666"/>
                      </a:solidFill>
                      <a:prstDash val="solid"/>
                      <a:round/>
                      <a:headEnd type="none" w="med" len="med"/>
                      <a:tailEnd type="none" w="med" len="med"/>
                    </a:lnR>
                    <a:lnT w="28575" cap="flat" cmpd="sng" algn="ctr">
                      <a:solidFill>
                        <a:srgbClr val="336666"/>
                      </a:solidFill>
                      <a:prstDash val="solid"/>
                      <a:round/>
                      <a:headEnd type="none" w="med" len="med"/>
                      <a:tailEnd type="none" w="med" len="med"/>
                    </a:lnT>
                    <a:lnB w="12700" cap="flat" cmpd="sng" algn="ctr">
                      <a:solidFill>
                        <a:srgbClr val="336666"/>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0"/>
                  </a:ext>
                </a:extLst>
              </a:tr>
              <a:tr h="322313">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l" defTabSz="914400" rtl="0" eaLnBrk="1" fontAlgn="base" latinLnBrk="0" hangingPunct="1">
                        <a:lnSpc>
                          <a:spcPct val="100000"/>
                        </a:lnSpc>
                        <a:spcBef>
                          <a:spcPct val="20000"/>
                        </a:spcBef>
                        <a:spcAft>
                          <a:spcPct val="0"/>
                        </a:spcAft>
                        <a:buClr>
                          <a:schemeClr val="tx1"/>
                        </a:buClr>
                        <a:buSzPct val="70000"/>
                        <a:buFont typeface="Wingdings" pitchFamily="2" charset="2"/>
                        <a:buNone/>
                        <a:tabLst/>
                      </a:pPr>
                      <a:r>
                        <a:rPr kumimoji="0" lang="es-ES" sz="1500" b="0" i="0" u="none" strike="noStrike" cap="none" normalizeH="0" baseline="0">
                          <a:ln>
                            <a:noFill/>
                          </a:ln>
                          <a:solidFill>
                            <a:schemeClr val="tx2"/>
                          </a:solidFill>
                          <a:effectLst/>
                          <a:latin typeface="Arial" pitchFamily="34" charset="0"/>
                        </a:rPr>
                        <a:t>Start, D, E, G, H, C, End</a:t>
                      </a:r>
                      <a:endParaRPr kumimoji="0" lang="es-PE" sz="1500" b="0" i="0" u="none" strike="noStrike" cap="none" normalizeH="0" baseline="0">
                        <a:ln>
                          <a:noFill/>
                        </a:ln>
                        <a:solidFill>
                          <a:schemeClr val="tx2"/>
                        </a:solidFill>
                        <a:effectLst/>
                        <a:latin typeface="Arial" pitchFamily="34" charset="0"/>
                      </a:endParaRPr>
                    </a:p>
                  </a:txBody>
                  <a:tcPr marL="90000" marR="90000" marT="46816" marB="46816" horzOverflow="overflow">
                    <a:lnL w="28575" cap="flat" cmpd="sng" algn="ctr">
                      <a:solidFill>
                        <a:srgbClr val="336666"/>
                      </a:solidFill>
                      <a:prstDash val="solid"/>
                      <a:round/>
                      <a:headEnd type="none" w="med" len="med"/>
                      <a:tailEnd type="none" w="med" len="med"/>
                    </a:lnL>
                    <a:lnR w="12700" cap="flat" cmpd="sng" algn="ctr">
                      <a:solidFill>
                        <a:srgbClr val="336666"/>
                      </a:solidFill>
                      <a:prstDash val="solid"/>
                      <a:round/>
                      <a:headEnd type="none" w="med" len="med"/>
                      <a:tailEnd type="none" w="med" len="med"/>
                    </a:lnR>
                    <a:lnT w="12700" cap="flat" cmpd="sng" algn="ctr">
                      <a:solidFill>
                        <a:srgbClr val="336666"/>
                      </a:solidFill>
                      <a:prstDash val="solid"/>
                      <a:round/>
                      <a:headEnd type="none" w="med" len="med"/>
                      <a:tailEnd type="none" w="med" len="med"/>
                    </a:lnT>
                    <a:lnB w="12700" cap="flat" cmpd="sng" algn="ctr">
                      <a:solidFill>
                        <a:srgbClr val="336666"/>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defTabSz="914400" rtl="0" eaLnBrk="1" fontAlgn="base" latinLnBrk="0" hangingPunct="1">
                        <a:lnSpc>
                          <a:spcPct val="100000"/>
                        </a:lnSpc>
                        <a:spcBef>
                          <a:spcPct val="20000"/>
                        </a:spcBef>
                        <a:spcAft>
                          <a:spcPct val="0"/>
                        </a:spcAft>
                        <a:buClr>
                          <a:schemeClr val="tx1"/>
                        </a:buClr>
                        <a:buSzPct val="70000"/>
                        <a:buFont typeface="Wingdings" pitchFamily="2" charset="2"/>
                        <a:buNone/>
                        <a:tabLst/>
                      </a:pPr>
                      <a:r>
                        <a:rPr kumimoji="0" lang="es-ES" sz="1500" b="0" i="0" u="none" strike="noStrike" cap="none" normalizeH="0" baseline="0">
                          <a:ln>
                            <a:noFill/>
                          </a:ln>
                          <a:solidFill>
                            <a:schemeClr val="tx2"/>
                          </a:solidFill>
                          <a:effectLst/>
                          <a:latin typeface="Arial" pitchFamily="34" charset="0"/>
                        </a:rPr>
                        <a:t>32</a:t>
                      </a:r>
                      <a:endParaRPr kumimoji="0" lang="es-PE" sz="1500" b="0" i="0" u="none" strike="noStrike" cap="none" normalizeH="0" baseline="0">
                        <a:ln>
                          <a:noFill/>
                        </a:ln>
                        <a:solidFill>
                          <a:schemeClr val="tx2"/>
                        </a:solidFill>
                        <a:effectLst/>
                        <a:latin typeface="Arial" pitchFamily="34" charset="0"/>
                      </a:endParaRPr>
                    </a:p>
                  </a:txBody>
                  <a:tcPr marL="90000" marR="90000" marT="46816" marB="46816" horzOverflow="overflow">
                    <a:lnL w="12700" cap="flat" cmpd="sng" algn="ctr">
                      <a:solidFill>
                        <a:srgbClr val="336666"/>
                      </a:solidFill>
                      <a:prstDash val="solid"/>
                      <a:round/>
                      <a:headEnd type="none" w="med" len="med"/>
                      <a:tailEnd type="none" w="med" len="med"/>
                    </a:lnL>
                    <a:lnR w="28575" cap="flat" cmpd="sng" algn="ctr">
                      <a:solidFill>
                        <a:srgbClr val="336666"/>
                      </a:solidFill>
                      <a:prstDash val="solid"/>
                      <a:round/>
                      <a:headEnd type="none" w="med" len="med"/>
                      <a:tailEnd type="none" w="med" len="med"/>
                    </a:lnR>
                    <a:lnT w="12700" cap="flat" cmpd="sng" algn="ctr">
                      <a:solidFill>
                        <a:srgbClr val="336666"/>
                      </a:solidFill>
                      <a:prstDash val="solid"/>
                      <a:round/>
                      <a:headEnd type="none" w="med" len="med"/>
                      <a:tailEnd type="none" w="med" len="med"/>
                    </a:lnT>
                    <a:lnB w="12700" cap="flat" cmpd="sng" algn="ctr">
                      <a:solidFill>
                        <a:srgbClr val="336666"/>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1"/>
                  </a:ext>
                </a:extLst>
              </a:tr>
              <a:tr h="322313">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l" defTabSz="914400" rtl="0" eaLnBrk="1" fontAlgn="base" latinLnBrk="0" hangingPunct="1">
                        <a:lnSpc>
                          <a:spcPct val="100000"/>
                        </a:lnSpc>
                        <a:spcBef>
                          <a:spcPct val="20000"/>
                        </a:spcBef>
                        <a:spcAft>
                          <a:spcPct val="0"/>
                        </a:spcAft>
                        <a:buClr>
                          <a:schemeClr val="tx1"/>
                        </a:buClr>
                        <a:buSzPct val="70000"/>
                        <a:buFont typeface="Wingdings" pitchFamily="2" charset="2"/>
                        <a:buNone/>
                        <a:tabLst/>
                      </a:pPr>
                      <a:r>
                        <a:rPr kumimoji="0" lang="es-ES" sz="1500" b="0" i="0" u="none" strike="noStrike" cap="none" normalizeH="0" baseline="0">
                          <a:ln>
                            <a:noFill/>
                          </a:ln>
                          <a:solidFill>
                            <a:schemeClr val="tx2"/>
                          </a:solidFill>
                          <a:effectLst/>
                          <a:latin typeface="Arial" pitchFamily="34" charset="0"/>
                        </a:rPr>
                        <a:t>Start, D, F, G, H, C, End</a:t>
                      </a:r>
                      <a:endParaRPr kumimoji="0" lang="es-PE" sz="1500" b="0" i="0" u="none" strike="noStrike" cap="none" normalizeH="0" baseline="0">
                        <a:ln>
                          <a:noFill/>
                        </a:ln>
                        <a:solidFill>
                          <a:schemeClr val="tx2"/>
                        </a:solidFill>
                        <a:effectLst/>
                        <a:latin typeface="Arial" pitchFamily="34" charset="0"/>
                      </a:endParaRPr>
                    </a:p>
                  </a:txBody>
                  <a:tcPr marL="90000" marR="90000" marT="46816" marB="46816" horzOverflow="overflow">
                    <a:lnL w="28575" cap="flat" cmpd="sng" algn="ctr">
                      <a:solidFill>
                        <a:srgbClr val="336666"/>
                      </a:solidFill>
                      <a:prstDash val="solid"/>
                      <a:round/>
                      <a:headEnd type="none" w="med" len="med"/>
                      <a:tailEnd type="none" w="med" len="med"/>
                    </a:lnL>
                    <a:lnR w="12700" cap="flat" cmpd="sng" algn="ctr">
                      <a:solidFill>
                        <a:srgbClr val="336666"/>
                      </a:solidFill>
                      <a:prstDash val="solid"/>
                      <a:round/>
                      <a:headEnd type="none" w="med" len="med"/>
                      <a:tailEnd type="none" w="med" len="med"/>
                    </a:lnR>
                    <a:lnT w="12700" cap="flat" cmpd="sng" algn="ctr">
                      <a:solidFill>
                        <a:srgbClr val="336666"/>
                      </a:solidFill>
                      <a:prstDash val="solid"/>
                      <a:round/>
                      <a:headEnd type="none" w="med" len="med"/>
                      <a:tailEnd type="none" w="med" len="med"/>
                    </a:lnT>
                    <a:lnB w="12700" cap="flat" cmpd="sng" algn="ctr">
                      <a:solidFill>
                        <a:srgbClr val="336666"/>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defTabSz="914400" rtl="0" eaLnBrk="1" fontAlgn="base" latinLnBrk="0" hangingPunct="1">
                        <a:lnSpc>
                          <a:spcPct val="100000"/>
                        </a:lnSpc>
                        <a:spcBef>
                          <a:spcPct val="20000"/>
                        </a:spcBef>
                        <a:spcAft>
                          <a:spcPct val="0"/>
                        </a:spcAft>
                        <a:buClr>
                          <a:schemeClr val="tx1"/>
                        </a:buClr>
                        <a:buSzPct val="70000"/>
                        <a:buFont typeface="Wingdings" pitchFamily="2" charset="2"/>
                        <a:buNone/>
                        <a:tabLst/>
                      </a:pPr>
                      <a:r>
                        <a:rPr kumimoji="0" lang="es-ES" sz="1500" b="0" i="0" u="none" strike="noStrike" cap="none" normalizeH="0" baseline="0">
                          <a:ln>
                            <a:noFill/>
                          </a:ln>
                          <a:solidFill>
                            <a:schemeClr val="tx2"/>
                          </a:solidFill>
                          <a:effectLst/>
                          <a:latin typeface="Arial" pitchFamily="34" charset="0"/>
                        </a:rPr>
                        <a:t>31</a:t>
                      </a:r>
                      <a:endParaRPr kumimoji="0" lang="es-PE" sz="1500" b="0" i="0" u="none" strike="noStrike" cap="none" normalizeH="0" baseline="0">
                        <a:ln>
                          <a:noFill/>
                        </a:ln>
                        <a:solidFill>
                          <a:schemeClr val="tx2"/>
                        </a:solidFill>
                        <a:effectLst/>
                        <a:latin typeface="Arial" pitchFamily="34" charset="0"/>
                      </a:endParaRPr>
                    </a:p>
                  </a:txBody>
                  <a:tcPr marL="90000" marR="90000" marT="46816" marB="46816" horzOverflow="overflow">
                    <a:lnL w="12700" cap="flat" cmpd="sng" algn="ctr">
                      <a:solidFill>
                        <a:srgbClr val="336666"/>
                      </a:solidFill>
                      <a:prstDash val="solid"/>
                      <a:round/>
                      <a:headEnd type="none" w="med" len="med"/>
                      <a:tailEnd type="none" w="med" len="med"/>
                    </a:lnL>
                    <a:lnR w="28575" cap="flat" cmpd="sng" algn="ctr">
                      <a:solidFill>
                        <a:srgbClr val="336666"/>
                      </a:solidFill>
                      <a:prstDash val="solid"/>
                      <a:round/>
                      <a:headEnd type="none" w="med" len="med"/>
                      <a:tailEnd type="none" w="med" len="med"/>
                    </a:lnR>
                    <a:lnT w="12700" cap="flat" cmpd="sng" algn="ctr">
                      <a:solidFill>
                        <a:srgbClr val="336666"/>
                      </a:solidFill>
                      <a:prstDash val="solid"/>
                      <a:round/>
                      <a:headEnd type="none" w="med" len="med"/>
                      <a:tailEnd type="none" w="med" len="med"/>
                    </a:lnT>
                    <a:lnB w="12700" cap="flat" cmpd="sng" algn="ctr">
                      <a:solidFill>
                        <a:srgbClr val="336666"/>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2"/>
                  </a:ext>
                </a:extLst>
              </a:tr>
              <a:tr h="322313">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l" defTabSz="914400" rtl="0" eaLnBrk="1" fontAlgn="base" latinLnBrk="0" hangingPunct="1">
                        <a:lnSpc>
                          <a:spcPct val="100000"/>
                        </a:lnSpc>
                        <a:spcBef>
                          <a:spcPct val="20000"/>
                        </a:spcBef>
                        <a:spcAft>
                          <a:spcPct val="0"/>
                        </a:spcAft>
                        <a:buClr>
                          <a:schemeClr val="tx1"/>
                        </a:buClr>
                        <a:buSzPct val="70000"/>
                        <a:buFont typeface="Wingdings" pitchFamily="2" charset="2"/>
                        <a:buNone/>
                        <a:tabLst/>
                      </a:pPr>
                      <a:r>
                        <a:rPr kumimoji="0" lang="es-ES" sz="1500" b="0" i="0" u="none" strike="noStrike" cap="none" normalizeH="0" baseline="0">
                          <a:ln>
                            <a:noFill/>
                          </a:ln>
                          <a:solidFill>
                            <a:schemeClr val="tx2"/>
                          </a:solidFill>
                          <a:effectLst/>
                          <a:latin typeface="Arial" pitchFamily="34" charset="0"/>
                        </a:rPr>
                        <a:t>Start, D, F, B, End</a:t>
                      </a:r>
                      <a:endParaRPr kumimoji="0" lang="es-PE" sz="1500" b="0" i="0" u="none" strike="noStrike" cap="none" normalizeH="0" baseline="0">
                        <a:ln>
                          <a:noFill/>
                        </a:ln>
                        <a:solidFill>
                          <a:schemeClr val="tx2"/>
                        </a:solidFill>
                        <a:effectLst/>
                        <a:latin typeface="Arial" pitchFamily="34" charset="0"/>
                      </a:endParaRPr>
                    </a:p>
                  </a:txBody>
                  <a:tcPr marL="90000" marR="90000" marT="46816" marB="46816" horzOverflow="overflow">
                    <a:lnL w="28575" cap="flat" cmpd="sng" algn="ctr">
                      <a:solidFill>
                        <a:srgbClr val="336666"/>
                      </a:solidFill>
                      <a:prstDash val="solid"/>
                      <a:round/>
                      <a:headEnd type="none" w="med" len="med"/>
                      <a:tailEnd type="none" w="med" len="med"/>
                    </a:lnL>
                    <a:lnR w="12700" cap="flat" cmpd="sng" algn="ctr">
                      <a:solidFill>
                        <a:srgbClr val="336666"/>
                      </a:solidFill>
                      <a:prstDash val="solid"/>
                      <a:round/>
                      <a:headEnd type="none" w="med" len="med"/>
                      <a:tailEnd type="none" w="med" len="med"/>
                    </a:lnR>
                    <a:lnT w="12700" cap="flat" cmpd="sng" algn="ctr">
                      <a:solidFill>
                        <a:srgbClr val="336666"/>
                      </a:solidFill>
                      <a:prstDash val="solid"/>
                      <a:round/>
                      <a:headEnd type="none" w="med" len="med"/>
                      <a:tailEnd type="none" w="med" len="med"/>
                    </a:lnT>
                    <a:lnB w="12700" cap="flat" cmpd="sng" algn="ctr">
                      <a:solidFill>
                        <a:srgbClr val="336666"/>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defTabSz="914400" rtl="0" eaLnBrk="1" fontAlgn="base" latinLnBrk="0" hangingPunct="1">
                        <a:lnSpc>
                          <a:spcPct val="100000"/>
                        </a:lnSpc>
                        <a:spcBef>
                          <a:spcPct val="20000"/>
                        </a:spcBef>
                        <a:spcAft>
                          <a:spcPct val="0"/>
                        </a:spcAft>
                        <a:buClr>
                          <a:schemeClr val="tx1"/>
                        </a:buClr>
                        <a:buSzPct val="70000"/>
                        <a:buFont typeface="Wingdings" pitchFamily="2" charset="2"/>
                        <a:buNone/>
                        <a:tabLst/>
                      </a:pPr>
                      <a:r>
                        <a:rPr kumimoji="0" lang="es-ES" sz="1500" b="0" i="0" u="none" strike="noStrike" cap="none" normalizeH="0" baseline="0">
                          <a:ln>
                            <a:noFill/>
                          </a:ln>
                          <a:solidFill>
                            <a:schemeClr val="tx2"/>
                          </a:solidFill>
                          <a:effectLst/>
                          <a:latin typeface="Arial" pitchFamily="34" charset="0"/>
                        </a:rPr>
                        <a:t>16</a:t>
                      </a:r>
                      <a:endParaRPr kumimoji="0" lang="es-PE" sz="1500" b="0" i="0" u="none" strike="noStrike" cap="none" normalizeH="0" baseline="0">
                        <a:ln>
                          <a:noFill/>
                        </a:ln>
                        <a:solidFill>
                          <a:schemeClr val="tx2"/>
                        </a:solidFill>
                        <a:effectLst/>
                        <a:latin typeface="Arial" pitchFamily="34" charset="0"/>
                      </a:endParaRPr>
                    </a:p>
                  </a:txBody>
                  <a:tcPr marL="90000" marR="90000" marT="46816" marB="46816" horzOverflow="overflow">
                    <a:lnL w="12700" cap="flat" cmpd="sng" algn="ctr">
                      <a:solidFill>
                        <a:srgbClr val="336666"/>
                      </a:solidFill>
                      <a:prstDash val="solid"/>
                      <a:round/>
                      <a:headEnd type="none" w="med" len="med"/>
                      <a:tailEnd type="none" w="med" len="med"/>
                    </a:lnL>
                    <a:lnR w="28575" cap="flat" cmpd="sng" algn="ctr">
                      <a:solidFill>
                        <a:srgbClr val="336666"/>
                      </a:solidFill>
                      <a:prstDash val="solid"/>
                      <a:round/>
                      <a:headEnd type="none" w="med" len="med"/>
                      <a:tailEnd type="none" w="med" len="med"/>
                    </a:lnR>
                    <a:lnT w="12700" cap="flat" cmpd="sng" algn="ctr">
                      <a:solidFill>
                        <a:srgbClr val="336666"/>
                      </a:solidFill>
                      <a:prstDash val="solid"/>
                      <a:round/>
                      <a:headEnd type="none" w="med" len="med"/>
                      <a:tailEnd type="none" w="med" len="med"/>
                    </a:lnT>
                    <a:lnB w="12700" cap="flat" cmpd="sng" algn="ctr">
                      <a:solidFill>
                        <a:srgbClr val="336666"/>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3"/>
                  </a:ext>
                </a:extLst>
              </a:tr>
              <a:tr h="322313">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l" defTabSz="914400" rtl="0" eaLnBrk="1" fontAlgn="base" latinLnBrk="0" hangingPunct="1">
                        <a:lnSpc>
                          <a:spcPct val="100000"/>
                        </a:lnSpc>
                        <a:spcBef>
                          <a:spcPct val="20000"/>
                        </a:spcBef>
                        <a:spcAft>
                          <a:spcPct val="0"/>
                        </a:spcAft>
                        <a:buClr>
                          <a:schemeClr val="tx1"/>
                        </a:buClr>
                        <a:buSzPct val="70000"/>
                        <a:buFont typeface="Wingdings" pitchFamily="2" charset="2"/>
                        <a:buNone/>
                        <a:tabLst/>
                      </a:pPr>
                      <a:r>
                        <a:rPr kumimoji="0" lang="es-ES" sz="1500" b="0" i="0" u="none" strike="noStrike" cap="none" normalizeH="0" baseline="0">
                          <a:ln>
                            <a:noFill/>
                          </a:ln>
                          <a:solidFill>
                            <a:schemeClr val="tx2"/>
                          </a:solidFill>
                          <a:effectLst/>
                          <a:latin typeface="Arial" pitchFamily="34" charset="0"/>
                        </a:rPr>
                        <a:t>Start, A, F, G, H, C, End</a:t>
                      </a:r>
                      <a:endParaRPr kumimoji="0" lang="es-PE" sz="1500" b="0" i="0" u="none" strike="noStrike" cap="none" normalizeH="0" baseline="0">
                        <a:ln>
                          <a:noFill/>
                        </a:ln>
                        <a:solidFill>
                          <a:schemeClr val="tx2"/>
                        </a:solidFill>
                        <a:effectLst/>
                        <a:latin typeface="Arial" pitchFamily="34" charset="0"/>
                      </a:endParaRPr>
                    </a:p>
                  </a:txBody>
                  <a:tcPr marL="90000" marR="90000" marT="46816" marB="46816" horzOverflow="overflow">
                    <a:lnL w="28575" cap="flat" cmpd="sng" algn="ctr">
                      <a:solidFill>
                        <a:srgbClr val="336666"/>
                      </a:solidFill>
                      <a:prstDash val="solid"/>
                      <a:round/>
                      <a:headEnd type="none" w="med" len="med"/>
                      <a:tailEnd type="none" w="med" len="med"/>
                    </a:lnL>
                    <a:lnR w="12700" cap="flat" cmpd="sng" algn="ctr">
                      <a:solidFill>
                        <a:srgbClr val="336666"/>
                      </a:solidFill>
                      <a:prstDash val="solid"/>
                      <a:round/>
                      <a:headEnd type="none" w="med" len="med"/>
                      <a:tailEnd type="none" w="med" len="med"/>
                    </a:lnR>
                    <a:lnT w="12700" cap="flat" cmpd="sng" algn="ctr">
                      <a:solidFill>
                        <a:srgbClr val="336666"/>
                      </a:solidFill>
                      <a:prstDash val="solid"/>
                      <a:round/>
                      <a:headEnd type="none" w="med" len="med"/>
                      <a:tailEnd type="none" w="med" len="med"/>
                    </a:lnT>
                    <a:lnB w="12700" cap="flat" cmpd="sng" algn="ctr">
                      <a:solidFill>
                        <a:srgbClr val="336666"/>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defTabSz="914400" rtl="0" eaLnBrk="1" fontAlgn="base" latinLnBrk="0" hangingPunct="1">
                        <a:lnSpc>
                          <a:spcPct val="100000"/>
                        </a:lnSpc>
                        <a:spcBef>
                          <a:spcPct val="20000"/>
                        </a:spcBef>
                        <a:spcAft>
                          <a:spcPct val="0"/>
                        </a:spcAft>
                        <a:buClr>
                          <a:schemeClr val="tx1"/>
                        </a:buClr>
                        <a:buSzPct val="70000"/>
                        <a:buFont typeface="Wingdings" pitchFamily="2" charset="2"/>
                        <a:buNone/>
                        <a:tabLst/>
                      </a:pPr>
                      <a:r>
                        <a:rPr kumimoji="0" lang="es-ES" sz="1500" b="0" i="0" u="none" strike="noStrike" cap="none" normalizeH="0" baseline="0">
                          <a:ln>
                            <a:noFill/>
                          </a:ln>
                          <a:solidFill>
                            <a:schemeClr val="tx2"/>
                          </a:solidFill>
                          <a:effectLst/>
                          <a:latin typeface="Arial" pitchFamily="34" charset="0"/>
                        </a:rPr>
                        <a:t>33</a:t>
                      </a:r>
                      <a:endParaRPr kumimoji="0" lang="es-PE" sz="1500" b="0" i="0" u="none" strike="noStrike" cap="none" normalizeH="0" baseline="0">
                        <a:ln>
                          <a:noFill/>
                        </a:ln>
                        <a:solidFill>
                          <a:schemeClr val="tx2"/>
                        </a:solidFill>
                        <a:effectLst/>
                        <a:latin typeface="Arial" pitchFamily="34" charset="0"/>
                      </a:endParaRPr>
                    </a:p>
                  </a:txBody>
                  <a:tcPr marL="90000" marR="90000" marT="46816" marB="46816" horzOverflow="overflow">
                    <a:lnL w="12700" cap="flat" cmpd="sng" algn="ctr">
                      <a:solidFill>
                        <a:srgbClr val="336666"/>
                      </a:solidFill>
                      <a:prstDash val="solid"/>
                      <a:round/>
                      <a:headEnd type="none" w="med" len="med"/>
                      <a:tailEnd type="none" w="med" len="med"/>
                    </a:lnL>
                    <a:lnR w="28575" cap="flat" cmpd="sng" algn="ctr">
                      <a:solidFill>
                        <a:srgbClr val="336666"/>
                      </a:solidFill>
                      <a:prstDash val="solid"/>
                      <a:round/>
                      <a:headEnd type="none" w="med" len="med"/>
                      <a:tailEnd type="none" w="med" len="med"/>
                    </a:lnR>
                    <a:lnT w="12700" cap="flat" cmpd="sng" algn="ctr">
                      <a:solidFill>
                        <a:srgbClr val="336666"/>
                      </a:solidFill>
                      <a:prstDash val="solid"/>
                      <a:round/>
                      <a:headEnd type="none" w="med" len="med"/>
                      <a:tailEnd type="none" w="med" len="med"/>
                    </a:lnT>
                    <a:lnB w="12700" cap="flat" cmpd="sng" algn="ctr">
                      <a:solidFill>
                        <a:srgbClr val="336666"/>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4"/>
                  </a:ext>
                </a:extLst>
              </a:tr>
              <a:tr h="322313">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l" defTabSz="914400" rtl="0" eaLnBrk="1" fontAlgn="base" latinLnBrk="0" hangingPunct="1">
                        <a:lnSpc>
                          <a:spcPct val="100000"/>
                        </a:lnSpc>
                        <a:spcBef>
                          <a:spcPct val="20000"/>
                        </a:spcBef>
                        <a:spcAft>
                          <a:spcPct val="0"/>
                        </a:spcAft>
                        <a:buClr>
                          <a:schemeClr val="tx1"/>
                        </a:buClr>
                        <a:buSzPct val="70000"/>
                        <a:buFont typeface="Wingdings" pitchFamily="2" charset="2"/>
                        <a:buNone/>
                        <a:tabLst/>
                      </a:pPr>
                      <a:r>
                        <a:rPr kumimoji="0" lang="es-ES" sz="1500" b="0" i="0" u="none" strike="noStrike" cap="none" normalizeH="0" baseline="0">
                          <a:ln>
                            <a:noFill/>
                          </a:ln>
                          <a:solidFill>
                            <a:schemeClr val="tx2"/>
                          </a:solidFill>
                          <a:effectLst/>
                          <a:latin typeface="Arial" pitchFamily="34" charset="0"/>
                        </a:rPr>
                        <a:t>Start, A, F, B, End</a:t>
                      </a:r>
                      <a:endParaRPr kumimoji="0" lang="es-PE" sz="1500" b="0" i="0" u="none" strike="noStrike" cap="none" normalizeH="0" baseline="0">
                        <a:ln>
                          <a:noFill/>
                        </a:ln>
                        <a:solidFill>
                          <a:schemeClr val="tx2"/>
                        </a:solidFill>
                        <a:effectLst/>
                        <a:latin typeface="Arial" pitchFamily="34" charset="0"/>
                      </a:endParaRPr>
                    </a:p>
                  </a:txBody>
                  <a:tcPr marL="90000" marR="90000" marT="46816" marB="46816" horzOverflow="overflow">
                    <a:lnL w="28575" cap="flat" cmpd="sng" algn="ctr">
                      <a:solidFill>
                        <a:srgbClr val="336666"/>
                      </a:solidFill>
                      <a:prstDash val="solid"/>
                      <a:round/>
                      <a:headEnd type="none" w="med" len="med"/>
                      <a:tailEnd type="none" w="med" len="med"/>
                    </a:lnL>
                    <a:lnR w="12700" cap="flat" cmpd="sng" algn="ctr">
                      <a:solidFill>
                        <a:srgbClr val="336666"/>
                      </a:solidFill>
                      <a:prstDash val="solid"/>
                      <a:round/>
                      <a:headEnd type="none" w="med" len="med"/>
                      <a:tailEnd type="none" w="med" len="med"/>
                    </a:lnR>
                    <a:lnT w="12700" cap="flat" cmpd="sng" algn="ctr">
                      <a:solidFill>
                        <a:srgbClr val="336666"/>
                      </a:solidFill>
                      <a:prstDash val="solid"/>
                      <a:round/>
                      <a:headEnd type="none" w="med" len="med"/>
                      <a:tailEnd type="none" w="med" len="med"/>
                    </a:lnT>
                    <a:lnB w="28575" cap="flat" cmpd="sng" algn="ctr">
                      <a:solidFill>
                        <a:srgbClr val="336666"/>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defTabSz="914400" rtl="0" eaLnBrk="1" fontAlgn="base" latinLnBrk="0" hangingPunct="1">
                        <a:lnSpc>
                          <a:spcPct val="100000"/>
                        </a:lnSpc>
                        <a:spcBef>
                          <a:spcPct val="20000"/>
                        </a:spcBef>
                        <a:spcAft>
                          <a:spcPct val="0"/>
                        </a:spcAft>
                        <a:buClr>
                          <a:schemeClr val="tx1"/>
                        </a:buClr>
                        <a:buSzPct val="70000"/>
                        <a:buFont typeface="Wingdings" pitchFamily="2" charset="2"/>
                        <a:buNone/>
                        <a:tabLst/>
                      </a:pPr>
                      <a:r>
                        <a:rPr kumimoji="0" lang="es-ES" sz="1500" b="0" i="0" u="none" strike="noStrike" cap="none" normalizeH="0" baseline="0" dirty="0">
                          <a:ln>
                            <a:noFill/>
                          </a:ln>
                          <a:solidFill>
                            <a:schemeClr val="tx2"/>
                          </a:solidFill>
                          <a:effectLst/>
                          <a:latin typeface="Arial" pitchFamily="34" charset="0"/>
                        </a:rPr>
                        <a:t>18</a:t>
                      </a:r>
                      <a:endParaRPr kumimoji="0" lang="es-PE" sz="1500" b="0" i="0" u="none" strike="noStrike" cap="none" normalizeH="0" baseline="0" dirty="0">
                        <a:ln>
                          <a:noFill/>
                        </a:ln>
                        <a:solidFill>
                          <a:schemeClr val="tx2"/>
                        </a:solidFill>
                        <a:effectLst/>
                        <a:latin typeface="Arial" pitchFamily="34" charset="0"/>
                      </a:endParaRPr>
                    </a:p>
                  </a:txBody>
                  <a:tcPr marL="90000" marR="90000" marT="46816" marB="46816" horzOverflow="overflow">
                    <a:lnL w="12700" cap="flat" cmpd="sng" algn="ctr">
                      <a:solidFill>
                        <a:srgbClr val="336666"/>
                      </a:solidFill>
                      <a:prstDash val="solid"/>
                      <a:round/>
                      <a:headEnd type="none" w="med" len="med"/>
                      <a:tailEnd type="none" w="med" len="med"/>
                    </a:lnL>
                    <a:lnR w="28575" cap="flat" cmpd="sng" algn="ctr">
                      <a:solidFill>
                        <a:srgbClr val="336666"/>
                      </a:solidFill>
                      <a:prstDash val="solid"/>
                      <a:round/>
                      <a:headEnd type="none" w="med" len="med"/>
                      <a:tailEnd type="none" w="med" len="med"/>
                    </a:lnR>
                    <a:lnT w="12700" cap="flat" cmpd="sng" algn="ctr">
                      <a:solidFill>
                        <a:srgbClr val="336666"/>
                      </a:solidFill>
                      <a:prstDash val="solid"/>
                      <a:round/>
                      <a:headEnd type="none" w="med" len="med"/>
                      <a:tailEnd type="none" w="med" len="med"/>
                    </a:lnT>
                    <a:lnB w="28575" cap="flat" cmpd="sng" algn="ctr">
                      <a:solidFill>
                        <a:srgbClr val="336666"/>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5"/>
                  </a:ext>
                </a:extLst>
              </a:tr>
            </a:tbl>
          </a:graphicData>
        </a:graphic>
      </p:graphicFrame>
      <p:sp>
        <p:nvSpPr>
          <p:cNvPr id="39" name="Text Box 87"/>
          <p:cNvSpPr txBox="1">
            <a:spLocks noChangeArrowheads="1"/>
          </p:cNvSpPr>
          <p:nvPr/>
        </p:nvSpPr>
        <p:spPr bwMode="auto">
          <a:xfrm>
            <a:off x="5947" y="6431296"/>
            <a:ext cx="7200900" cy="379413"/>
          </a:xfrm>
          <a:prstGeom prst="rect">
            <a:avLst/>
          </a:prstGeom>
          <a:solidFill>
            <a:srgbClr val="FFFFFF"/>
          </a:solidFill>
          <a:ln w="3175">
            <a:noFill/>
            <a:miter lim="800000"/>
            <a:headEnd/>
            <a:tailEnd/>
          </a:ln>
        </p:spPr>
        <p:txBody>
          <a:bodyPr>
            <a:spAutoFit/>
          </a:bodyPr>
          <a:lstStyle/>
          <a:p>
            <a:pPr marL="342900" marR="0" lvl="0" indent="-342900" defTabSz="914400" eaLnBrk="0" fontAlgn="base" latinLnBrk="0" hangingPunct="0">
              <a:lnSpc>
                <a:spcPct val="130000"/>
              </a:lnSpc>
              <a:spcBef>
                <a:spcPct val="50000"/>
              </a:spcBef>
              <a:spcAft>
                <a:spcPct val="0"/>
              </a:spcAft>
              <a:buClrTx/>
              <a:buSzTx/>
              <a:buFontTx/>
              <a:buNone/>
              <a:tabLst/>
              <a:defRPr/>
            </a:pPr>
            <a:r>
              <a:rPr kumimoji="0" lang="es-ES" sz="1600" b="1" i="0" u="none" strike="noStrike" kern="0" cap="none" spc="0" normalizeH="0" baseline="0" noProof="0" dirty="0">
                <a:ln>
                  <a:noFill/>
                </a:ln>
                <a:solidFill>
                  <a:srgbClr val="000000"/>
                </a:solidFill>
                <a:effectLst/>
                <a:uLnTx/>
                <a:uFillTx/>
                <a:latin typeface="Arial"/>
              </a:rPr>
              <a:t>La ruta crítica (duración del proyecto) es 33 meses</a:t>
            </a:r>
          </a:p>
        </p:txBody>
      </p:sp>
      <p:sp>
        <p:nvSpPr>
          <p:cNvPr id="41" name="Rectangle 119"/>
          <p:cNvSpPr>
            <a:spLocks noChangeArrowheads="1"/>
          </p:cNvSpPr>
          <p:nvPr/>
        </p:nvSpPr>
        <p:spPr bwMode="auto">
          <a:xfrm>
            <a:off x="373520" y="1883275"/>
            <a:ext cx="1460657" cy="412421"/>
          </a:xfrm>
          <a:prstGeom prst="rect">
            <a:avLst/>
          </a:prstGeom>
          <a:solidFill>
            <a:srgbClr val="FFFFFF"/>
          </a:solidFill>
          <a:ln>
            <a:noFill/>
          </a:ln>
          <a:extLst>
            <a:ext uri="{91240B29-F687-4F45-9708-019B960494DF}">
              <a14:hiddenLine xmlns:a14="http://schemas.microsoft.com/office/drawing/2010/main" w="3175" algn="ctr">
                <a:solidFill>
                  <a:srgbClr val="000000"/>
                </a:solidFill>
                <a:miter lim="800000"/>
                <a:headEnd/>
                <a:tailEnd/>
              </a14:hiddenLine>
            </a:ext>
          </a:extLst>
        </p:spPr>
        <p:txBody>
          <a:bodyPr wrap="none">
            <a:spAutoFit/>
          </a:bodyPr>
          <a:lstStyle/>
          <a:p>
            <a:pPr marL="0" marR="0" lvl="0" indent="0" algn="ctr" defTabSz="914400" eaLnBrk="1" fontAlgn="base" latinLnBrk="0" hangingPunct="1">
              <a:lnSpc>
                <a:spcPct val="130000"/>
              </a:lnSpc>
              <a:spcBef>
                <a:spcPct val="0"/>
              </a:spcBef>
              <a:spcAft>
                <a:spcPct val="0"/>
              </a:spcAft>
              <a:buClrTx/>
              <a:buSzTx/>
              <a:buFontTx/>
              <a:buNone/>
              <a:tabLst/>
              <a:defRPr/>
            </a:pPr>
            <a:r>
              <a:rPr lang="es-ES_tradnl" sz="1600" b="1" kern="0" dirty="0">
                <a:solidFill>
                  <a:srgbClr val="000099"/>
                </a:solidFill>
                <a:latin typeface="Arial" pitchFamily="34" charset="0"/>
                <a:cs typeface="Arial" pitchFamily="34" charset="0"/>
              </a:rPr>
              <a:t>Respuesta 1</a:t>
            </a:r>
            <a:r>
              <a:rPr kumimoji="0" lang="es-ES_tradnl" sz="1600" b="1" i="0" u="none" strike="noStrike" kern="0" cap="none" spc="0" normalizeH="0" baseline="0" noProof="0" dirty="0">
                <a:ln>
                  <a:noFill/>
                </a:ln>
                <a:solidFill>
                  <a:srgbClr val="000099"/>
                </a:solidFill>
                <a:effectLst/>
                <a:uLnTx/>
                <a:uFillTx/>
                <a:latin typeface="Arial" pitchFamily="34" charset="0"/>
                <a:cs typeface="Arial" pitchFamily="34" charset="0"/>
              </a:rPr>
              <a:t>:</a:t>
            </a:r>
          </a:p>
        </p:txBody>
      </p:sp>
      <p:sp>
        <p:nvSpPr>
          <p:cNvPr id="4" name="Título 1">
            <a:extLst>
              <a:ext uri="{FF2B5EF4-FFF2-40B4-BE49-F238E27FC236}">
                <a16:creationId xmlns:a16="http://schemas.microsoft.com/office/drawing/2014/main" id="{FD907E8C-AF8D-42EA-6D13-DA79DE25EC3A}"/>
              </a:ext>
            </a:extLst>
          </p:cNvPr>
          <p:cNvSpPr>
            <a:spLocks noGrp="1"/>
          </p:cNvSpPr>
          <p:nvPr>
            <p:ph type="title"/>
          </p:nvPr>
        </p:nvSpPr>
        <p:spPr>
          <a:xfrm>
            <a:off x="292288" y="377263"/>
            <a:ext cx="9083723" cy="1325563"/>
          </a:xfrm>
        </p:spPr>
        <p:txBody>
          <a:bodyPr>
            <a:normAutofit/>
          </a:bodyPr>
          <a:lstStyle/>
          <a:p>
            <a:r>
              <a:rPr lang="es-ES" sz="4000" b="1" dirty="0"/>
              <a:t>03. ACTIVIDADES, SECUENCIAMIENTO, DURACIÓN Y HOLGURAS</a:t>
            </a:r>
            <a:endParaRPr lang="en-US" sz="4000" b="1" dirty="0"/>
          </a:p>
        </p:txBody>
      </p:sp>
      <p:pic>
        <p:nvPicPr>
          <p:cNvPr id="2" name="Imagen 1">
            <a:extLst>
              <a:ext uri="{FF2B5EF4-FFF2-40B4-BE49-F238E27FC236}">
                <a16:creationId xmlns:a16="http://schemas.microsoft.com/office/drawing/2014/main" id="{064D4E69-9A0F-53CE-12CF-B5CED80608C1}"/>
              </a:ext>
            </a:extLst>
          </p:cNvPr>
          <p:cNvPicPr>
            <a:picLocks noChangeAspect="1"/>
          </p:cNvPicPr>
          <p:nvPr/>
        </p:nvPicPr>
        <p:blipFill>
          <a:blip r:embed="rId2"/>
          <a:stretch>
            <a:fillRect/>
          </a:stretch>
        </p:blipFill>
        <p:spPr>
          <a:xfrm>
            <a:off x="9897686" y="5907116"/>
            <a:ext cx="2033588" cy="731810"/>
          </a:xfrm>
          <a:prstGeom prst="rect">
            <a:avLst/>
          </a:prstGeom>
        </p:spPr>
      </p:pic>
    </p:spTree>
    <p:extLst>
      <p:ext uri="{BB962C8B-B14F-4D97-AF65-F5344CB8AC3E}">
        <p14:creationId xmlns:p14="http://schemas.microsoft.com/office/powerpoint/2010/main" val="35755517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5"/>
          <p:cNvSpPr>
            <a:spLocks noChangeArrowheads="1"/>
          </p:cNvSpPr>
          <p:nvPr/>
        </p:nvSpPr>
        <p:spPr bwMode="auto">
          <a:xfrm>
            <a:off x="1764205" y="4821551"/>
            <a:ext cx="796925" cy="863600"/>
          </a:xfrm>
          <a:prstGeom prst="diamond">
            <a:avLst/>
          </a:prstGeom>
          <a:solidFill>
            <a:srgbClr val="FFFFFF"/>
          </a:solidFill>
          <a:ln w="3175">
            <a:solidFill>
              <a:srgbClr val="000000"/>
            </a:solidFill>
            <a:miter lim="800000"/>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s-ES" sz="1100" b="1" i="0" u="none" strike="noStrike" kern="0" cap="none" spc="0" normalizeH="0" baseline="0" noProof="0" dirty="0">
                <a:ln>
                  <a:noFill/>
                </a:ln>
                <a:solidFill>
                  <a:srgbClr val="000000"/>
                </a:solidFill>
                <a:effectLst/>
                <a:uLnTx/>
                <a:uFillTx/>
                <a:latin typeface="Verdana" pitchFamily="34" charset="0"/>
              </a:rPr>
              <a:t>Inicio</a:t>
            </a:r>
            <a:endParaRPr kumimoji="0" lang="es-PE" sz="1100" b="1" i="0" u="none" strike="noStrike" kern="0" cap="none" spc="0" normalizeH="0" baseline="0" noProof="0" dirty="0">
              <a:ln>
                <a:noFill/>
              </a:ln>
              <a:solidFill>
                <a:srgbClr val="000000"/>
              </a:solidFill>
              <a:effectLst/>
              <a:uLnTx/>
              <a:uFillTx/>
              <a:latin typeface="Verdana" pitchFamily="34" charset="0"/>
            </a:endParaRPr>
          </a:p>
        </p:txBody>
      </p:sp>
      <p:sp>
        <p:nvSpPr>
          <p:cNvPr id="4" name="Line 6"/>
          <p:cNvSpPr>
            <a:spLocks noChangeShapeType="1"/>
          </p:cNvSpPr>
          <p:nvPr/>
        </p:nvSpPr>
        <p:spPr bwMode="auto">
          <a:xfrm flipV="1">
            <a:off x="2296017" y="4678676"/>
            <a:ext cx="598488" cy="287337"/>
          </a:xfrm>
          <a:prstGeom prst="line">
            <a:avLst/>
          </a:prstGeom>
          <a:noFill/>
          <a:ln w="317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pPr algn="ctr" eaLnBrk="0" fontAlgn="base" hangingPunct="0">
              <a:spcBef>
                <a:spcPct val="0"/>
              </a:spcBef>
              <a:spcAft>
                <a:spcPct val="0"/>
              </a:spcAft>
            </a:pPr>
            <a:endParaRPr lang="en-US" sz="1100" b="1">
              <a:solidFill>
                <a:srgbClr val="767676"/>
              </a:solidFill>
              <a:latin typeface="Verdana" pitchFamily="34" charset="0"/>
            </a:endParaRPr>
          </a:p>
        </p:txBody>
      </p:sp>
      <p:sp>
        <p:nvSpPr>
          <p:cNvPr id="5" name="Line 7"/>
          <p:cNvSpPr>
            <a:spLocks noChangeShapeType="1"/>
          </p:cNvSpPr>
          <p:nvPr/>
        </p:nvSpPr>
        <p:spPr bwMode="auto">
          <a:xfrm>
            <a:off x="2296017" y="5542276"/>
            <a:ext cx="531813" cy="215900"/>
          </a:xfrm>
          <a:prstGeom prst="line">
            <a:avLst/>
          </a:prstGeom>
          <a:noFill/>
          <a:ln w="508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pPr algn="ctr" eaLnBrk="0" fontAlgn="base" hangingPunct="0">
              <a:spcBef>
                <a:spcPct val="0"/>
              </a:spcBef>
              <a:spcAft>
                <a:spcPct val="0"/>
              </a:spcAft>
            </a:pPr>
            <a:endParaRPr lang="en-US" sz="1100" b="1">
              <a:solidFill>
                <a:srgbClr val="767676"/>
              </a:solidFill>
              <a:latin typeface="Verdana" pitchFamily="34" charset="0"/>
            </a:endParaRPr>
          </a:p>
        </p:txBody>
      </p:sp>
      <p:sp>
        <p:nvSpPr>
          <p:cNvPr id="6" name="Rectangle 8"/>
          <p:cNvSpPr>
            <a:spLocks noChangeArrowheads="1"/>
          </p:cNvSpPr>
          <p:nvPr/>
        </p:nvSpPr>
        <p:spPr bwMode="auto">
          <a:xfrm>
            <a:off x="2894505" y="4389751"/>
            <a:ext cx="598487" cy="504825"/>
          </a:xfrm>
          <a:prstGeom prst="rect">
            <a:avLst/>
          </a:prstGeom>
          <a:solidFill>
            <a:srgbClr val="FFFFFF"/>
          </a:solidFill>
          <a:ln w="3175">
            <a:solidFill>
              <a:srgbClr val="000000"/>
            </a:solidFill>
            <a:miter lim="800000"/>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s-ES" sz="1500" b="1" i="0" u="none" strike="noStrike" kern="0" cap="none" spc="0" normalizeH="0" baseline="0" noProof="0">
                <a:ln>
                  <a:noFill/>
                </a:ln>
                <a:solidFill>
                  <a:srgbClr val="000000"/>
                </a:solidFill>
                <a:effectLst/>
                <a:uLnTx/>
                <a:uFillTx/>
                <a:latin typeface="Verdana" pitchFamily="34" charset="0"/>
              </a:rPr>
              <a:t>D</a:t>
            </a:r>
            <a:endParaRPr kumimoji="0" lang="es-PE" sz="1500" b="1" i="0" u="none" strike="noStrike" kern="0" cap="none" spc="0" normalizeH="0" baseline="0" noProof="0">
              <a:ln>
                <a:noFill/>
              </a:ln>
              <a:solidFill>
                <a:srgbClr val="000000"/>
              </a:solidFill>
              <a:effectLst/>
              <a:uLnTx/>
              <a:uFillTx/>
              <a:latin typeface="Verdana" pitchFamily="34" charset="0"/>
            </a:endParaRPr>
          </a:p>
        </p:txBody>
      </p:sp>
      <p:sp>
        <p:nvSpPr>
          <p:cNvPr id="7" name="Rectangle 12"/>
          <p:cNvSpPr>
            <a:spLocks noChangeArrowheads="1"/>
          </p:cNvSpPr>
          <p:nvPr/>
        </p:nvSpPr>
        <p:spPr bwMode="auto">
          <a:xfrm>
            <a:off x="5155105" y="4389751"/>
            <a:ext cx="600075" cy="504825"/>
          </a:xfrm>
          <a:prstGeom prst="rect">
            <a:avLst/>
          </a:prstGeom>
          <a:solidFill>
            <a:srgbClr val="FFFFFF"/>
          </a:solidFill>
          <a:ln w="3175">
            <a:solidFill>
              <a:srgbClr val="000000"/>
            </a:solidFill>
            <a:miter lim="800000"/>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s-ES" sz="1500" b="1" i="0" u="none" strike="noStrike" kern="0" cap="none" spc="0" normalizeH="0" baseline="0" noProof="0">
                <a:ln>
                  <a:noFill/>
                </a:ln>
                <a:solidFill>
                  <a:srgbClr val="000000"/>
                </a:solidFill>
                <a:effectLst/>
                <a:uLnTx/>
                <a:uFillTx/>
                <a:latin typeface="Verdana" pitchFamily="34" charset="0"/>
              </a:rPr>
              <a:t>G</a:t>
            </a:r>
            <a:endParaRPr kumimoji="0" lang="es-PE" sz="1500" b="1" i="0" u="none" strike="noStrike" kern="0" cap="none" spc="0" normalizeH="0" baseline="0" noProof="0">
              <a:ln>
                <a:noFill/>
              </a:ln>
              <a:solidFill>
                <a:srgbClr val="000000"/>
              </a:solidFill>
              <a:effectLst/>
              <a:uLnTx/>
              <a:uFillTx/>
              <a:latin typeface="Verdana" pitchFamily="34" charset="0"/>
            </a:endParaRPr>
          </a:p>
        </p:txBody>
      </p:sp>
      <p:sp>
        <p:nvSpPr>
          <p:cNvPr id="8" name="Line 13"/>
          <p:cNvSpPr>
            <a:spLocks noChangeShapeType="1"/>
          </p:cNvSpPr>
          <p:nvPr/>
        </p:nvSpPr>
        <p:spPr bwMode="auto">
          <a:xfrm>
            <a:off x="5753592" y="4605651"/>
            <a:ext cx="476250" cy="0"/>
          </a:xfrm>
          <a:prstGeom prst="line">
            <a:avLst/>
          </a:prstGeom>
          <a:noFill/>
          <a:ln w="571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pPr algn="ctr" eaLnBrk="0" fontAlgn="base" hangingPunct="0">
              <a:spcBef>
                <a:spcPct val="0"/>
              </a:spcBef>
              <a:spcAft>
                <a:spcPct val="0"/>
              </a:spcAft>
            </a:pPr>
            <a:endParaRPr lang="en-US" sz="1100" b="1">
              <a:solidFill>
                <a:srgbClr val="767676"/>
              </a:solidFill>
              <a:latin typeface="Verdana" pitchFamily="34" charset="0"/>
            </a:endParaRPr>
          </a:p>
        </p:txBody>
      </p:sp>
      <p:sp>
        <p:nvSpPr>
          <p:cNvPr id="9" name="AutoShape 14"/>
          <p:cNvSpPr>
            <a:spLocks noChangeArrowheads="1"/>
          </p:cNvSpPr>
          <p:nvPr/>
        </p:nvSpPr>
        <p:spPr bwMode="auto">
          <a:xfrm>
            <a:off x="8096742" y="4750113"/>
            <a:ext cx="796925" cy="863600"/>
          </a:xfrm>
          <a:prstGeom prst="diamond">
            <a:avLst/>
          </a:prstGeom>
          <a:solidFill>
            <a:srgbClr val="FFFFFF"/>
          </a:solidFill>
          <a:ln w="3175">
            <a:solidFill>
              <a:srgbClr val="000000"/>
            </a:solidFill>
            <a:miter lim="800000"/>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s-ES" sz="1100" b="1" i="0" u="none" strike="noStrike" kern="0" cap="none" spc="0" normalizeH="0" baseline="0" noProof="0" dirty="0">
                <a:ln>
                  <a:noFill/>
                </a:ln>
                <a:solidFill>
                  <a:srgbClr val="000000"/>
                </a:solidFill>
                <a:effectLst/>
                <a:uLnTx/>
                <a:uFillTx/>
                <a:latin typeface="Verdana" pitchFamily="34" charset="0"/>
              </a:rPr>
              <a:t>Fin</a:t>
            </a:r>
            <a:endParaRPr kumimoji="0" lang="es-PE" sz="1100" b="1" i="0" u="none" strike="noStrike" kern="0" cap="none" spc="0" normalizeH="0" baseline="0" noProof="0" dirty="0">
              <a:ln>
                <a:noFill/>
              </a:ln>
              <a:solidFill>
                <a:srgbClr val="000000"/>
              </a:solidFill>
              <a:effectLst/>
              <a:uLnTx/>
              <a:uFillTx/>
              <a:latin typeface="Verdana" pitchFamily="34" charset="0"/>
            </a:endParaRPr>
          </a:p>
        </p:txBody>
      </p:sp>
      <p:sp>
        <p:nvSpPr>
          <p:cNvPr id="10" name="Rectangle 15"/>
          <p:cNvSpPr>
            <a:spLocks noChangeArrowheads="1"/>
          </p:cNvSpPr>
          <p:nvPr/>
        </p:nvSpPr>
        <p:spPr bwMode="auto">
          <a:xfrm>
            <a:off x="2827830" y="5542276"/>
            <a:ext cx="600075" cy="504825"/>
          </a:xfrm>
          <a:prstGeom prst="rect">
            <a:avLst/>
          </a:prstGeom>
          <a:solidFill>
            <a:srgbClr val="FFFFFF"/>
          </a:solidFill>
          <a:ln w="3175">
            <a:solidFill>
              <a:srgbClr val="000000"/>
            </a:solidFill>
            <a:miter lim="800000"/>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s-ES" sz="1500" b="1" i="0" u="none" strike="noStrike" kern="0" cap="none" spc="0" normalizeH="0" baseline="0" noProof="0">
                <a:ln>
                  <a:noFill/>
                </a:ln>
                <a:solidFill>
                  <a:srgbClr val="000000"/>
                </a:solidFill>
                <a:effectLst/>
                <a:uLnTx/>
                <a:uFillTx/>
                <a:latin typeface="Verdana" pitchFamily="34" charset="0"/>
              </a:rPr>
              <a:t>A</a:t>
            </a:r>
            <a:endParaRPr kumimoji="0" lang="es-PE" sz="1500" b="1" i="0" u="none" strike="noStrike" kern="0" cap="none" spc="0" normalizeH="0" baseline="0" noProof="0">
              <a:ln>
                <a:noFill/>
              </a:ln>
              <a:solidFill>
                <a:srgbClr val="000000"/>
              </a:solidFill>
              <a:effectLst/>
              <a:uLnTx/>
              <a:uFillTx/>
              <a:latin typeface="Verdana" pitchFamily="34" charset="0"/>
            </a:endParaRPr>
          </a:p>
        </p:txBody>
      </p:sp>
      <p:sp>
        <p:nvSpPr>
          <p:cNvPr id="11" name="Rectangle 16"/>
          <p:cNvSpPr>
            <a:spLocks noChangeArrowheads="1"/>
          </p:cNvSpPr>
          <p:nvPr/>
        </p:nvSpPr>
        <p:spPr bwMode="auto">
          <a:xfrm>
            <a:off x="3924792" y="5397813"/>
            <a:ext cx="598488" cy="504825"/>
          </a:xfrm>
          <a:prstGeom prst="rect">
            <a:avLst/>
          </a:prstGeom>
          <a:solidFill>
            <a:srgbClr val="FFFFFF"/>
          </a:solidFill>
          <a:ln w="3175">
            <a:solidFill>
              <a:srgbClr val="000000"/>
            </a:solidFill>
            <a:miter lim="800000"/>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s-ES" sz="1500" b="1" i="0" u="none" strike="noStrike" kern="0" cap="none" spc="0" normalizeH="0" baseline="0" noProof="0">
                <a:ln>
                  <a:noFill/>
                </a:ln>
                <a:solidFill>
                  <a:srgbClr val="000000"/>
                </a:solidFill>
                <a:effectLst/>
                <a:uLnTx/>
                <a:uFillTx/>
                <a:latin typeface="Verdana" pitchFamily="34" charset="0"/>
              </a:rPr>
              <a:t>F</a:t>
            </a:r>
            <a:endParaRPr kumimoji="0" lang="es-PE" sz="1500" b="1" i="0" u="none" strike="noStrike" kern="0" cap="none" spc="0" normalizeH="0" baseline="0" noProof="0">
              <a:ln>
                <a:noFill/>
              </a:ln>
              <a:solidFill>
                <a:srgbClr val="000000"/>
              </a:solidFill>
              <a:effectLst/>
              <a:uLnTx/>
              <a:uFillTx/>
              <a:latin typeface="Verdana" pitchFamily="34" charset="0"/>
            </a:endParaRPr>
          </a:p>
        </p:txBody>
      </p:sp>
      <p:sp>
        <p:nvSpPr>
          <p:cNvPr id="12" name="Line 17"/>
          <p:cNvSpPr>
            <a:spLocks noChangeShapeType="1"/>
          </p:cNvSpPr>
          <p:nvPr/>
        </p:nvSpPr>
        <p:spPr bwMode="auto">
          <a:xfrm flipV="1">
            <a:off x="3426317" y="5686738"/>
            <a:ext cx="498475" cy="142875"/>
          </a:xfrm>
          <a:prstGeom prst="line">
            <a:avLst/>
          </a:prstGeom>
          <a:noFill/>
          <a:ln w="508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pPr algn="ctr" eaLnBrk="0" fontAlgn="base" hangingPunct="0">
              <a:spcBef>
                <a:spcPct val="0"/>
              </a:spcBef>
              <a:spcAft>
                <a:spcPct val="0"/>
              </a:spcAft>
            </a:pPr>
            <a:endParaRPr lang="en-US" sz="1100" b="1">
              <a:solidFill>
                <a:srgbClr val="767676"/>
              </a:solidFill>
              <a:latin typeface="Verdana" pitchFamily="34" charset="0"/>
            </a:endParaRPr>
          </a:p>
        </p:txBody>
      </p:sp>
      <p:sp>
        <p:nvSpPr>
          <p:cNvPr id="13" name="Line 18"/>
          <p:cNvSpPr>
            <a:spLocks noChangeShapeType="1"/>
          </p:cNvSpPr>
          <p:nvPr/>
        </p:nvSpPr>
        <p:spPr bwMode="auto">
          <a:xfrm flipV="1">
            <a:off x="4572492" y="4966013"/>
            <a:ext cx="649288" cy="431800"/>
          </a:xfrm>
          <a:prstGeom prst="line">
            <a:avLst/>
          </a:prstGeom>
          <a:noFill/>
          <a:ln w="508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pPr algn="ctr" eaLnBrk="0" fontAlgn="base" hangingPunct="0">
              <a:spcBef>
                <a:spcPct val="0"/>
              </a:spcBef>
              <a:spcAft>
                <a:spcPct val="0"/>
              </a:spcAft>
            </a:pPr>
            <a:endParaRPr lang="en-US" sz="1100" b="1">
              <a:solidFill>
                <a:srgbClr val="767676"/>
              </a:solidFill>
              <a:latin typeface="Verdana" pitchFamily="34" charset="0"/>
            </a:endParaRPr>
          </a:p>
        </p:txBody>
      </p:sp>
      <p:sp>
        <p:nvSpPr>
          <p:cNvPr id="14" name="Text Box 19"/>
          <p:cNvSpPr txBox="1">
            <a:spLocks noChangeArrowheads="1"/>
          </p:cNvSpPr>
          <p:nvPr/>
        </p:nvSpPr>
        <p:spPr bwMode="auto">
          <a:xfrm>
            <a:off x="2988167" y="4069076"/>
            <a:ext cx="33020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a:spAutoFit/>
          </a:bodyPr>
          <a:lstStyle>
            <a:lvl1pPr>
              <a:defRPr sz="1100" b="1">
                <a:solidFill>
                  <a:srgbClr val="767676"/>
                </a:solidFill>
                <a:latin typeface="Verdana" pitchFamily="34" charset="0"/>
              </a:defRPr>
            </a:lvl1pPr>
            <a:lvl2pPr marL="742950" indent="-285750">
              <a:defRPr sz="1100" b="1">
                <a:solidFill>
                  <a:srgbClr val="767676"/>
                </a:solidFill>
                <a:latin typeface="Verdana" pitchFamily="34" charset="0"/>
              </a:defRPr>
            </a:lvl2pPr>
            <a:lvl3pPr marL="1143000" indent="-228600">
              <a:defRPr sz="1100" b="1">
                <a:solidFill>
                  <a:srgbClr val="767676"/>
                </a:solidFill>
                <a:latin typeface="Verdana" pitchFamily="34" charset="0"/>
              </a:defRPr>
            </a:lvl3pPr>
            <a:lvl4pPr marL="1600200" indent="-228600">
              <a:defRPr sz="1100" b="1">
                <a:solidFill>
                  <a:srgbClr val="767676"/>
                </a:solidFill>
                <a:latin typeface="Verdana" pitchFamily="34" charset="0"/>
              </a:defRPr>
            </a:lvl4pPr>
            <a:lvl5pPr marL="2057400" indent="-228600">
              <a:defRPr sz="1100" b="1">
                <a:solidFill>
                  <a:srgbClr val="767676"/>
                </a:solidFill>
                <a:latin typeface="Verdana" pitchFamily="34" charset="0"/>
              </a:defRPr>
            </a:lvl5pPr>
            <a:lvl6pPr marL="2514600" indent="-228600" algn="ctr" eaLnBrk="0" fontAlgn="base" hangingPunct="0">
              <a:spcBef>
                <a:spcPct val="0"/>
              </a:spcBef>
              <a:spcAft>
                <a:spcPct val="0"/>
              </a:spcAft>
              <a:defRPr sz="1100" b="1">
                <a:solidFill>
                  <a:srgbClr val="767676"/>
                </a:solidFill>
                <a:latin typeface="Verdana" pitchFamily="34" charset="0"/>
              </a:defRPr>
            </a:lvl6pPr>
            <a:lvl7pPr marL="2971800" indent="-228600" algn="ctr" eaLnBrk="0" fontAlgn="base" hangingPunct="0">
              <a:spcBef>
                <a:spcPct val="0"/>
              </a:spcBef>
              <a:spcAft>
                <a:spcPct val="0"/>
              </a:spcAft>
              <a:defRPr sz="1100" b="1">
                <a:solidFill>
                  <a:srgbClr val="767676"/>
                </a:solidFill>
                <a:latin typeface="Verdana" pitchFamily="34" charset="0"/>
              </a:defRPr>
            </a:lvl7pPr>
            <a:lvl8pPr marL="3429000" indent="-228600" algn="ctr" eaLnBrk="0" fontAlgn="base" hangingPunct="0">
              <a:spcBef>
                <a:spcPct val="0"/>
              </a:spcBef>
              <a:spcAft>
                <a:spcPct val="0"/>
              </a:spcAft>
              <a:defRPr sz="1100" b="1">
                <a:solidFill>
                  <a:srgbClr val="767676"/>
                </a:solidFill>
                <a:latin typeface="Verdana" pitchFamily="34" charset="0"/>
              </a:defRPr>
            </a:lvl8pPr>
            <a:lvl9pPr marL="3886200" indent="-228600" algn="ctr" eaLnBrk="0" fontAlgn="base" hangingPunct="0">
              <a:spcBef>
                <a:spcPct val="0"/>
              </a:spcBef>
              <a:spcAft>
                <a:spcPct val="0"/>
              </a:spcAft>
              <a:defRPr sz="1100" b="1">
                <a:solidFill>
                  <a:srgbClr val="767676"/>
                </a:solidFill>
                <a:latin typeface="Verdana" pitchFamily="34" charset="0"/>
              </a:defRPr>
            </a:lvl9pPr>
          </a:lstStyle>
          <a:p>
            <a:pPr marL="0" marR="0" lvl="0" indent="0" algn="ctr" defTabSz="914400" eaLnBrk="0" fontAlgn="base" latinLnBrk="0" hangingPunct="0">
              <a:lnSpc>
                <a:spcPct val="100000"/>
              </a:lnSpc>
              <a:spcBef>
                <a:spcPct val="50000"/>
              </a:spcBef>
              <a:spcAft>
                <a:spcPct val="0"/>
              </a:spcAft>
              <a:buClrTx/>
              <a:buSzTx/>
              <a:buFontTx/>
              <a:buNone/>
              <a:tabLst/>
              <a:defRPr/>
            </a:pPr>
            <a:r>
              <a:rPr kumimoji="0" lang="es-ES" sz="1500" b="1" i="0" u="none" strike="noStrike" kern="0" cap="none" spc="0" normalizeH="0" baseline="0" noProof="0">
                <a:ln>
                  <a:noFill/>
                </a:ln>
                <a:solidFill>
                  <a:srgbClr val="000000"/>
                </a:solidFill>
                <a:effectLst/>
                <a:uLnTx/>
                <a:uFillTx/>
                <a:latin typeface="Verdana" pitchFamily="34" charset="0"/>
              </a:rPr>
              <a:t>4</a:t>
            </a:r>
            <a:endParaRPr kumimoji="0" lang="es-PE" sz="1500" b="1" i="0" u="none" strike="noStrike" kern="0" cap="none" spc="0" normalizeH="0" baseline="0" noProof="0">
              <a:ln>
                <a:noFill/>
              </a:ln>
              <a:solidFill>
                <a:srgbClr val="000000"/>
              </a:solidFill>
              <a:effectLst/>
              <a:uLnTx/>
              <a:uFillTx/>
              <a:latin typeface="Verdana" pitchFamily="34" charset="0"/>
            </a:endParaRPr>
          </a:p>
        </p:txBody>
      </p:sp>
      <p:sp>
        <p:nvSpPr>
          <p:cNvPr id="15" name="Text Box 21"/>
          <p:cNvSpPr txBox="1">
            <a:spLocks noChangeArrowheads="1"/>
          </p:cNvSpPr>
          <p:nvPr/>
        </p:nvSpPr>
        <p:spPr bwMode="auto">
          <a:xfrm>
            <a:off x="2988167" y="5254938"/>
            <a:ext cx="331788"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a:spAutoFit/>
          </a:bodyPr>
          <a:lstStyle>
            <a:lvl1pPr>
              <a:defRPr sz="1100" b="1">
                <a:solidFill>
                  <a:srgbClr val="767676"/>
                </a:solidFill>
                <a:latin typeface="Verdana" pitchFamily="34" charset="0"/>
              </a:defRPr>
            </a:lvl1pPr>
            <a:lvl2pPr marL="742950" indent="-285750">
              <a:defRPr sz="1100" b="1">
                <a:solidFill>
                  <a:srgbClr val="767676"/>
                </a:solidFill>
                <a:latin typeface="Verdana" pitchFamily="34" charset="0"/>
              </a:defRPr>
            </a:lvl2pPr>
            <a:lvl3pPr marL="1143000" indent="-228600">
              <a:defRPr sz="1100" b="1">
                <a:solidFill>
                  <a:srgbClr val="767676"/>
                </a:solidFill>
                <a:latin typeface="Verdana" pitchFamily="34" charset="0"/>
              </a:defRPr>
            </a:lvl3pPr>
            <a:lvl4pPr marL="1600200" indent="-228600">
              <a:defRPr sz="1100" b="1">
                <a:solidFill>
                  <a:srgbClr val="767676"/>
                </a:solidFill>
                <a:latin typeface="Verdana" pitchFamily="34" charset="0"/>
              </a:defRPr>
            </a:lvl4pPr>
            <a:lvl5pPr marL="2057400" indent="-228600">
              <a:defRPr sz="1100" b="1">
                <a:solidFill>
                  <a:srgbClr val="767676"/>
                </a:solidFill>
                <a:latin typeface="Verdana" pitchFamily="34" charset="0"/>
              </a:defRPr>
            </a:lvl5pPr>
            <a:lvl6pPr marL="2514600" indent="-228600" algn="ctr" eaLnBrk="0" fontAlgn="base" hangingPunct="0">
              <a:spcBef>
                <a:spcPct val="0"/>
              </a:spcBef>
              <a:spcAft>
                <a:spcPct val="0"/>
              </a:spcAft>
              <a:defRPr sz="1100" b="1">
                <a:solidFill>
                  <a:srgbClr val="767676"/>
                </a:solidFill>
                <a:latin typeface="Verdana" pitchFamily="34" charset="0"/>
              </a:defRPr>
            </a:lvl6pPr>
            <a:lvl7pPr marL="2971800" indent="-228600" algn="ctr" eaLnBrk="0" fontAlgn="base" hangingPunct="0">
              <a:spcBef>
                <a:spcPct val="0"/>
              </a:spcBef>
              <a:spcAft>
                <a:spcPct val="0"/>
              </a:spcAft>
              <a:defRPr sz="1100" b="1">
                <a:solidFill>
                  <a:srgbClr val="767676"/>
                </a:solidFill>
                <a:latin typeface="Verdana" pitchFamily="34" charset="0"/>
              </a:defRPr>
            </a:lvl7pPr>
            <a:lvl8pPr marL="3429000" indent="-228600" algn="ctr" eaLnBrk="0" fontAlgn="base" hangingPunct="0">
              <a:spcBef>
                <a:spcPct val="0"/>
              </a:spcBef>
              <a:spcAft>
                <a:spcPct val="0"/>
              </a:spcAft>
              <a:defRPr sz="1100" b="1">
                <a:solidFill>
                  <a:srgbClr val="767676"/>
                </a:solidFill>
                <a:latin typeface="Verdana" pitchFamily="34" charset="0"/>
              </a:defRPr>
            </a:lvl8pPr>
            <a:lvl9pPr marL="3886200" indent="-228600" algn="ctr" eaLnBrk="0" fontAlgn="base" hangingPunct="0">
              <a:spcBef>
                <a:spcPct val="0"/>
              </a:spcBef>
              <a:spcAft>
                <a:spcPct val="0"/>
              </a:spcAft>
              <a:defRPr sz="1100" b="1">
                <a:solidFill>
                  <a:srgbClr val="767676"/>
                </a:solidFill>
                <a:latin typeface="Verdana" pitchFamily="34" charset="0"/>
              </a:defRPr>
            </a:lvl9pPr>
          </a:lstStyle>
          <a:p>
            <a:pPr marL="0" marR="0" lvl="0" indent="0" algn="ctr" defTabSz="914400" eaLnBrk="0" fontAlgn="base" latinLnBrk="0" hangingPunct="0">
              <a:lnSpc>
                <a:spcPct val="100000"/>
              </a:lnSpc>
              <a:spcBef>
                <a:spcPct val="50000"/>
              </a:spcBef>
              <a:spcAft>
                <a:spcPct val="0"/>
              </a:spcAft>
              <a:buClrTx/>
              <a:buSzTx/>
              <a:buFontTx/>
              <a:buNone/>
              <a:tabLst/>
              <a:defRPr/>
            </a:pPr>
            <a:r>
              <a:rPr kumimoji="0" lang="es-ES" sz="1500" b="1" i="0" u="none" strike="noStrike" kern="0" cap="none" spc="0" normalizeH="0" baseline="0" noProof="0">
                <a:ln>
                  <a:noFill/>
                </a:ln>
                <a:solidFill>
                  <a:srgbClr val="000000"/>
                </a:solidFill>
                <a:effectLst/>
                <a:uLnTx/>
                <a:uFillTx/>
                <a:latin typeface="Verdana" pitchFamily="34" charset="0"/>
              </a:rPr>
              <a:t>6</a:t>
            </a:r>
            <a:endParaRPr kumimoji="0" lang="es-PE" sz="1500" b="1" i="0" u="none" strike="noStrike" kern="0" cap="none" spc="0" normalizeH="0" baseline="0" noProof="0">
              <a:ln>
                <a:noFill/>
              </a:ln>
              <a:solidFill>
                <a:srgbClr val="000000"/>
              </a:solidFill>
              <a:effectLst/>
              <a:uLnTx/>
              <a:uFillTx/>
              <a:latin typeface="Verdana" pitchFamily="34" charset="0"/>
            </a:endParaRPr>
          </a:p>
        </p:txBody>
      </p:sp>
      <p:sp>
        <p:nvSpPr>
          <p:cNvPr id="16" name="Text Box 22"/>
          <p:cNvSpPr txBox="1">
            <a:spLocks noChangeArrowheads="1"/>
          </p:cNvSpPr>
          <p:nvPr/>
        </p:nvSpPr>
        <p:spPr bwMode="auto">
          <a:xfrm>
            <a:off x="4140692" y="5110476"/>
            <a:ext cx="331788"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a:spAutoFit/>
          </a:bodyPr>
          <a:lstStyle>
            <a:lvl1pPr>
              <a:defRPr sz="1100" b="1">
                <a:solidFill>
                  <a:srgbClr val="767676"/>
                </a:solidFill>
                <a:latin typeface="Verdana" pitchFamily="34" charset="0"/>
              </a:defRPr>
            </a:lvl1pPr>
            <a:lvl2pPr marL="742950" indent="-285750">
              <a:defRPr sz="1100" b="1">
                <a:solidFill>
                  <a:srgbClr val="767676"/>
                </a:solidFill>
                <a:latin typeface="Verdana" pitchFamily="34" charset="0"/>
              </a:defRPr>
            </a:lvl2pPr>
            <a:lvl3pPr marL="1143000" indent="-228600">
              <a:defRPr sz="1100" b="1">
                <a:solidFill>
                  <a:srgbClr val="767676"/>
                </a:solidFill>
                <a:latin typeface="Verdana" pitchFamily="34" charset="0"/>
              </a:defRPr>
            </a:lvl3pPr>
            <a:lvl4pPr marL="1600200" indent="-228600">
              <a:defRPr sz="1100" b="1">
                <a:solidFill>
                  <a:srgbClr val="767676"/>
                </a:solidFill>
                <a:latin typeface="Verdana" pitchFamily="34" charset="0"/>
              </a:defRPr>
            </a:lvl4pPr>
            <a:lvl5pPr marL="2057400" indent="-228600">
              <a:defRPr sz="1100" b="1">
                <a:solidFill>
                  <a:srgbClr val="767676"/>
                </a:solidFill>
                <a:latin typeface="Verdana" pitchFamily="34" charset="0"/>
              </a:defRPr>
            </a:lvl5pPr>
            <a:lvl6pPr marL="2514600" indent="-228600" algn="ctr" eaLnBrk="0" fontAlgn="base" hangingPunct="0">
              <a:spcBef>
                <a:spcPct val="0"/>
              </a:spcBef>
              <a:spcAft>
                <a:spcPct val="0"/>
              </a:spcAft>
              <a:defRPr sz="1100" b="1">
                <a:solidFill>
                  <a:srgbClr val="767676"/>
                </a:solidFill>
                <a:latin typeface="Verdana" pitchFamily="34" charset="0"/>
              </a:defRPr>
            </a:lvl6pPr>
            <a:lvl7pPr marL="2971800" indent="-228600" algn="ctr" eaLnBrk="0" fontAlgn="base" hangingPunct="0">
              <a:spcBef>
                <a:spcPct val="0"/>
              </a:spcBef>
              <a:spcAft>
                <a:spcPct val="0"/>
              </a:spcAft>
              <a:defRPr sz="1100" b="1">
                <a:solidFill>
                  <a:srgbClr val="767676"/>
                </a:solidFill>
                <a:latin typeface="Verdana" pitchFamily="34" charset="0"/>
              </a:defRPr>
            </a:lvl7pPr>
            <a:lvl8pPr marL="3429000" indent="-228600" algn="ctr" eaLnBrk="0" fontAlgn="base" hangingPunct="0">
              <a:spcBef>
                <a:spcPct val="0"/>
              </a:spcBef>
              <a:spcAft>
                <a:spcPct val="0"/>
              </a:spcAft>
              <a:defRPr sz="1100" b="1">
                <a:solidFill>
                  <a:srgbClr val="767676"/>
                </a:solidFill>
                <a:latin typeface="Verdana" pitchFamily="34" charset="0"/>
              </a:defRPr>
            </a:lvl8pPr>
            <a:lvl9pPr marL="3886200" indent="-228600" algn="ctr" eaLnBrk="0" fontAlgn="base" hangingPunct="0">
              <a:spcBef>
                <a:spcPct val="0"/>
              </a:spcBef>
              <a:spcAft>
                <a:spcPct val="0"/>
              </a:spcAft>
              <a:defRPr sz="1100" b="1">
                <a:solidFill>
                  <a:srgbClr val="767676"/>
                </a:solidFill>
                <a:latin typeface="Verdana" pitchFamily="34" charset="0"/>
              </a:defRPr>
            </a:lvl9pPr>
          </a:lstStyle>
          <a:p>
            <a:pPr marL="0" marR="0" lvl="0" indent="0" algn="ctr" defTabSz="914400" eaLnBrk="0" fontAlgn="base" latinLnBrk="0" hangingPunct="0">
              <a:lnSpc>
                <a:spcPct val="100000"/>
              </a:lnSpc>
              <a:spcBef>
                <a:spcPct val="50000"/>
              </a:spcBef>
              <a:spcAft>
                <a:spcPct val="0"/>
              </a:spcAft>
              <a:buClrTx/>
              <a:buSzTx/>
              <a:buFontTx/>
              <a:buNone/>
              <a:tabLst/>
              <a:defRPr/>
            </a:pPr>
            <a:r>
              <a:rPr kumimoji="0" lang="es-ES" sz="1500" b="1" i="0" u="none" strike="noStrike" kern="0" cap="none" spc="0" normalizeH="0" baseline="0" noProof="0">
                <a:ln>
                  <a:noFill/>
                </a:ln>
                <a:solidFill>
                  <a:srgbClr val="000000"/>
                </a:solidFill>
                <a:effectLst/>
                <a:uLnTx/>
                <a:uFillTx/>
                <a:latin typeface="Verdana" pitchFamily="34" charset="0"/>
              </a:rPr>
              <a:t>7</a:t>
            </a:r>
            <a:endParaRPr kumimoji="0" lang="es-PE" sz="1500" b="1" i="0" u="none" strike="noStrike" kern="0" cap="none" spc="0" normalizeH="0" baseline="0" noProof="0">
              <a:ln>
                <a:noFill/>
              </a:ln>
              <a:solidFill>
                <a:srgbClr val="000000"/>
              </a:solidFill>
              <a:effectLst/>
              <a:uLnTx/>
              <a:uFillTx/>
              <a:latin typeface="Verdana" pitchFamily="34" charset="0"/>
            </a:endParaRPr>
          </a:p>
        </p:txBody>
      </p:sp>
      <p:sp>
        <p:nvSpPr>
          <p:cNvPr id="17" name="Text Box 23"/>
          <p:cNvSpPr txBox="1">
            <a:spLocks noChangeArrowheads="1"/>
          </p:cNvSpPr>
          <p:nvPr/>
        </p:nvSpPr>
        <p:spPr bwMode="auto">
          <a:xfrm>
            <a:off x="5321792" y="4102413"/>
            <a:ext cx="331788"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a:spAutoFit/>
          </a:bodyPr>
          <a:lstStyle>
            <a:lvl1pPr>
              <a:defRPr sz="1100" b="1">
                <a:solidFill>
                  <a:srgbClr val="767676"/>
                </a:solidFill>
                <a:latin typeface="Verdana" pitchFamily="34" charset="0"/>
              </a:defRPr>
            </a:lvl1pPr>
            <a:lvl2pPr marL="742950" indent="-285750">
              <a:defRPr sz="1100" b="1">
                <a:solidFill>
                  <a:srgbClr val="767676"/>
                </a:solidFill>
                <a:latin typeface="Verdana" pitchFamily="34" charset="0"/>
              </a:defRPr>
            </a:lvl2pPr>
            <a:lvl3pPr marL="1143000" indent="-228600">
              <a:defRPr sz="1100" b="1">
                <a:solidFill>
                  <a:srgbClr val="767676"/>
                </a:solidFill>
                <a:latin typeface="Verdana" pitchFamily="34" charset="0"/>
              </a:defRPr>
            </a:lvl3pPr>
            <a:lvl4pPr marL="1600200" indent="-228600">
              <a:defRPr sz="1100" b="1">
                <a:solidFill>
                  <a:srgbClr val="767676"/>
                </a:solidFill>
                <a:latin typeface="Verdana" pitchFamily="34" charset="0"/>
              </a:defRPr>
            </a:lvl4pPr>
            <a:lvl5pPr marL="2057400" indent="-228600">
              <a:defRPr sz="1100" b="1">
                <a:solidFill>
                  <a:srgbClr val="767676"/>
                </a:solidFill>
                <a:latin typeface="Verdana" pitchFamily="34" charset="0"/>
              </a:defRPr>
            </a:lvl5pPr>
            <a:lvl6pPr marL="2514600" indent="-228600" algn="ctr" eaLnBrk="0" fontAlgn="base" hangingPunct="0">
              <a:spcBef>
                <a:spcPct val="0"/>
              </a:spcBef>
              <a:spcAft>
                <a:spcPct val="0"/>
              </a:spcAft>
              <a:defRPr sz="1100" b="1">
                <a:solidFill>
                  <a:srgbClr val="767676"/>
                </a:solidFill>
                <a:latin typeface="Verdana" pitchFamily="34" charset="0"/>
              </a:defRPr>
            </a:lvl6pPr>
            <a:lvl7pPr marL="2971800" indent="-228600" algn="ctr" eaLnBrk="0" fontAlgn="base" hangingPunct="0">
              <a:spcBef>
                <a:spcPct val="0"/>
              </a:spcBef>
              <a:spcAft>
                <a:spcPct val="0"/>
              </a:spcAft>
              <a:defRPr sz="1100" b="1">
                <a:solidFill>
                  <a:srgbClr val="767676"/>
                </a:solidFill>
                <a:latin typeface="Verdana" pitchFamily="34" charset="0"/>
              </a:defRPr>
            </a:lvl7pPr>
            <a:lvl8pPr marL="3429000" indent="-228600" algn="ctr" eaLnBrk="0" fontAlgn="base" hangingPunct="0">
              <a:spcBef>
                <a:spcPct val="0"/>
              </a:spcBef>
              <a:spcAft>
                <a:spcPct val="0"/>
              </a:spcAft>
              <a:defRPr sz="1100" b="1">
                <a:solidFill>
                  <a:srgbClr val="767676"/>
                </a:solidFill>
                <a:latin typeface="Verdana" pitchFamily="34" charset="0"/>
              </a:defRPr>
            </a:lvl8pPr>
            <a:lvl9pPr marL="3886200" indent="-228600" algn="ctr" eaLnBrk="0" fontAlgn="base" hangingPunct="0">
              <a:spcBef>
                <a:spcPct val="0"/>
              </a:spcBef>
              <a:spcAft>
                <a:spcPct val="0"/>
              </a:spcAft>
              <a:defRPr sz="1100" b="1">
                <a:solidFill>
                  <a:srgbClr val="767676"/>
                </a:solidFill>
                <a:latin typeface="Verdana" pitchFamily="34" charset="0"/>
              </a:defRPr>
            </a:lvl9pPr>
          </a:lstStyle>
          <a:p>
            <a:pPr marL="0" marR="0" lvl="0" indent="0" algn="ctr" defTabSz="914400" eaLnBrk="0" fontAlgn="base" latinLnBrk="0" hangingPunct="0">
              <a:lnSpc>
                <a:spcPct val="100000"/>
              </a:lnSpc>
              <a:spcBef>
                <a:spcPct val="50000"/>
              </a:spcBef>
              <a:spcAft>
                <a:spcPct val="0"/>
              </a:spcAft>
              <a:buClrTx/>
              <a:buSzTx/>
              <a:buFontTx/>
              <a:buNone/>
              <a:tabLst/>
              <a:defRPr/>
            </a:pPr>
            <a:r>
              <a:rPr kumimoji="0" lang="es-ES" sz="1500" b="1" i="0" u="none" strike="noStrike" kern="0" cap="none" spc="0" normalizeH="0" baseline="0" noProof="0">
                <a:ln>
                  <a:noFill/>
                </a:ln>
                <a:solidFill>
                  <a:srgbClr val="000000"/>
                </a:solidFill>
                <a:effectLst/>
                <a:uLnTx/>
                <a:uFillTx/>
                <a:latin typeface="Verdana" pitchFamily="34" charset="0"/>
              </a:rPr>
              <a:t>5</a:t>
            </a:r>
            <a:endParaRPr kumimoji="0" lang="es-PE" sz="1500" b="1" i="0" u="none" strike="noStrike" kern="0" cap="none" spc="0" normalizeH="0" baseline="0" noProof="0">
              <a:ln>
                <a:noFill/>
              </a:ln>
              <a:solidFill>
                <a:srgbClr val="000000"/>
              </a:solidFill>
              <a:effectLst/>
              <a:uLnTx/>
              <a:uFillTx/>
              <a:latin typeface="Verdana" pitchFamily="34" charset="0"/>
            </a:endParaRPr>
          </a:p>
        </p:txBody>
      </p:sp>
      <p:sp>
        <p:nvSpPr>
          <p:cNvPr id="18" name="Text Box 24"/>
          <p:cNvSpPr txBox="1">
            <a:spLocks noChangeArrowheads="1"/>
          </p:cNvSpPr>
          <p:nvPr/>
        </p:nvSpPr>
        <p:spPr bwMode="auto">
          <a:xfrm>
            <a:off x="6372717" y="4102413"/>
            <a:ext cx="33020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a:spAutoFit/>
          </a:bodyPr>
          <a:lstStyle>
            <a:lvl1pPr>
              <a:defRPr sz="1100" b="1">
                <a:solidFill>
                  <a:srgbClr val="767676"/>
                </a:solidFill>
                <a:latin typeface="Verdana" pitchFamily="34" charset="0"/>
              </a:defRPr>
            </a:lvl1pPr>
            <a:lvl2pPr marL="742950" indent="-285750">
              <a:defRPr sz="1100" b="1">
                <a:solidFill>
                  <a:srgbClr val="767676"/>
                </a:solidFill>
                <a:latin typeface="Verdana" pitchFamily="34" charset="0"/>
              </a:defRPr>
            </a:lvl2pPr>
            <a:lvl3pPr marL="1143000" indent="-228600">
              <a:defRPr sz="1100" b="1">
                <a:solidFill>
                  <a:srgbClr val="767676"/>
                </a:solidFill>
                <a:latin typeface="Verdana" pitchFamily="34" charset="0"/>
              </a:defRPr>
            </a:lvl3pPr>
            <a:lvl4pPr marL="1600200" indent="-228600">
              <a:defRPr sz="1100" b="1">
                <a:solidFill>
                  <a:srgbClr val="767676"/>
                </a:solidFill>
                <a:latin typeface="Verdana" pitchFamily="34" charset="0"/>
              </a:defRPr>
            </a:lvl4pPr>
            <a:lvl5pPr marL="2057400" indent="-228600">
              <a:defRPr sz="1100" b="1">
                <a:solidFill>
                  <a:srgbClr val="767676"/>
                </a:solidFill>
                <a:latin typeface="Verdana" pitchFamily="34" charset="0"/>
              </a:defRPr>
            </a:lvl5pPr>
            <a:lvl6pPr marL="2514600" indent="-228600" algn="ctr" eaLnBrk="0" fontAlgn="base" hangingPunct="0">
              <a:spcBef>
                <a:spcPct val="0"/>
              </a:spcBef>
              <a:spcAft>
                <a:spcPct val="0"/>
              </a:spcAft>
              <a:defRPr sz="1100" b="1">
                <a:solidFill>
                  <a:srgbClr val="767676"/>
                </a:solidFill>
                <a:latin typeface="Verdana" pitchFamily="34" charset="0"/>
              </a:defRPr>
            </a:lvl6pPr>
            <a:lvl7pPr marL="2971800" indent="-228600" algn="ctr" eaLnBrk="0" fontAlgn="base" hangingPunct="0">
              <a:spcBef>
                <a:spcPct val="0"/>
              </a:spcBef>
              <a:spcAft>
                <a:spcPct val="0"/>
              </a:spcAft>
              <a:defRPr sz="1100" b="1">
                <a:solidFill>
                  <a:srgbClr val="767676"/>
                </a:solidFill>
                <a:latin typeface="Verdana" pitchFamily="34" charset="0"/>
              </a:defRPr>
            </a:lvl7pPr>
            <a:lvl8pPr marL="3429000" indent="-228600" algn="ctr" eaLnBrk="0" fontAlgn="base" hangingPunct="0">
              <a:spcBef>
                <a:spcPct val="0"/>
              </a:spcBef>
              <a:spcAft>
                <a:spcPct val="0"/>
              </a:spcAft>
              <a:defRPr sz="1100" b="1">
                <a:solidFill>
                  <a:srgbClr val="767676"/>
                </a:solidFill>
                <a:latin typeface="Verdana" pitchFamily="34" charset="0"/>
              </a:defRPr>
            </a:lvl8pPr>
            <a:lvl9pPr marL="3886200" indent="-228600" algn="ctr" eaLnBrk="0" fontAlgn="base" hangingPunct="0">
              <a:spcBef>
                <a:spcPct val="0"/>
              </a:spcBef>
              <a:spcAft>
                <a:spcPct val="0"/>
              </a:spcAft>
              <a:defRPr sz="1100" b="1">
                <a:solidFill>
                  <a:srgbClr val="767676"/>
                </a:solidFill>
                <a:latin typeface="Verdana" pitchFamily="34" charset="0"/>
              </a:defRPr>
            </a:lvl9pPr>
          </a:lstStyle>
          <a:p>
            <a:pPr marL="0" marR="0" lvl="0" indent="0" algn="ctr" defTabSz="914400" eaLnBrk="0" fontAlgn="base" latinLnBrk="0" hangingPunct="0">
              <a:lnSpc>
                <a:spcPct val="100000"/>
              </a:lnSpc>
              <a:spcBef>
                <a:spcPct val="50000"/>
              </a:spcBef>
              <a:spcAft>
                <a:spcPct val="0"/>
              </a:spcAft>
              <a:buClrTx/>
              <a:buSzTx/>
              <a:buFontTx/>
              <a:buNone/>
              <a:tabLst/>
              <a:defRPr/>
            </a:pPr>
            <a:r>
              <a:rPr kumimoji="0" lang="es-ES" sz="1500" b="1" i="0" u="none" strike="noStrike" kern="0" cap="none" spc="0" normalizeH="0" baseline="0" noProof="0">
                <a:ln>
                  <a:noFill/>
                </a:ln>
                <a:solidFill>
                  <a:srgbClr val="000000"/>
                </a:solidFill>
                <a:effectLst/>
                <a:uLnTx/>
                <a:uFillTx/>
                <a:latin typeface="Verdana" pitchFamily="34" charset="0"/>
              </a:rPr>
              <a:t>7</a:t>
            </a:r>
            <a:endParaRPr kumimoji="0" lang="es-PE" sz="1500" b="1" i="0" u="none" strike="noStrike" kern="0" cap="none" spc="0" normalizeH="0" baseline="0" noProof="0">
              <a:ln>
                <a:noFill/>
              </a:ln>
              <a:solidFill>
                <a:srgbClr val="000000"/>
              </a:solidFill>
              <a:effectLst/>
              <a:uLnTx/>
              <a:uFillTx/>
              <a:latin typeface="Verdana" pitchFamily="34" charset="0"/>
            </a:endParaRPr>
          </a:p>
        </p:txBody>
      </p:sp>
      <p:sp>
        <p:nvSpPr>
          <p:cNvPr id="19" name="Text Box 25"/>
          <p:cNvSpPr txBox="1">
            <a:spLocks noChangeArrowheads="1"/>
          </p:cNvSpPr>
          <p:nvPr/>
        </p:nvSpPr>
        <p:spPr bwMode="auto">
          <a:xfrm>
            <a:off x="5221780" y="5110476"/>
            <a:ext cx="33020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a:spAutoFit/>
          </a:bodyPr>
          <a:lstStyle>
            <a:lvl1pPr>
              <a:defRPr sz="1100" b="1">
                <a:solidFill>
                  <a:srgbClr val="767676"/>
                </a:solidFill>
                <a:latin typeface="Verdana" pitchFamily="34" charset="0"/>
              </a:defRPr>
            </a:lvl1pPr>
            <a:lvl2pPr marL="742950" indent="-285750">
              <a:defRPr sz="1100" b="1">
                <a:solidFill>
                  <a:srgbClr val="767676"/>
                </a:solidFill>
                <a:latin typeface="Verdana" pitchFamily="34" charset="0"/>
              </a:defRPr>
            </a:lvl2pPr>
            <a:lvl3pPr marL="1143000" indent="-228600">
              <a:defRPr sz="1100" b="1">
                <a:solidFill>
                  <a:srgbClr val="767676"/>
                </a:solidFill>
                <a:latin typeface="Verdana" pitchFamily="34" charset="0"/>
              </a:defRPr>
            </a:lvl3pPr>
            <a:lvl4pPr marL="1600200" indent="-228600">
              <a:defRPr sz="1100" b="1">
                <a:solidFill>
                  <a:srgbClr val="767676"/>
                </a:solidFill>
                <a:latin typeface="Verdana" pitchFamily="34" charset="0"/>
              </a:defRPr>
            </a:lvl4pPr>
            <a:lvl5pPr marL="2057400" indent="-228600">
              <a:defRPr sz="1100" b="1">
                <a:solidFill>
                  <a:srgbClr val="767676"/>
                </a:solidFill>
                <a:latin typeface="Verdana" pitchFamily="34" charset="0"/>
              </a:defRPr>
            </a:lvl5pPr>
            <a:lvl6pPr marL="2514600" indent="-228600" algn="ctr" eaLnBrk="0" fontAlgn="base" hangingPunct="0">
              <a:spcBef>
                <a:spcPct val="0"/>
              </a:spcBef>
              <a:spcAft>
                <a:spcPct val="0"/>
              </a:spcAft>
              <a:defRPr sz="1100" b="1">
                <a:solidFill>
                  <a:srgbClr val="767676"/>
                </a:solidFill>
                <a:latin typeface="Verdana" pitchFamily="34" charset="0"/>
              </a:defRPr>
            </a:lvl6pPr>
            <a:lvl7pPr marL="2971800" indent="-228600" algn="ctr" eaLnBrk="0" fontAlgn="base" hangingPunct="0">
              <a:spcBef>
                <a:spcPct val="0"/>
              </a:spcBef>
              <a:spcAft>
                <a:spcPct val="0"/>
              </a:spcAft>
              <a:defRPr sz="1100" b="1">
                <a:solidFill>
                  <a:srgbClr val="767676"/>
                </a:solidFill>
                <a:latin typeface="Verdana" pitchFamily="34" charset="0"/>
              </a:defRPr>
            </a:lvl7pPr>
            <a:lvl8pPr marL="3429000" indent="-228600" algn="ctr" eaLnBrk="0" fontAlgn="base" hangingPunct="0">
              <a:spcBef>
                <a:spcPct val="0"/>
              </a:spcBef>
              <a:spcAft>
                <a:spcPct val="0"/>
              </a:spcAft>
              <a:defRPr sz="1100" b="1">
                <a:solidFill>
                  <a:srgbClr val="767676"/>
                </a:solidFill>
                <a:latin typeface="Verdana" pitchFamily="34" charset="0"/>
              </a:defRPr>
            </a:lvl8pPr>
            <a:lvl9pPr marL="3886200" indent="-228600" algn="ctr" eaLnBrk="0" fontAlgn="base" hangingPunct="0">
              <a:spcBef>
                <a:spcPct val="0"/>
              </a:spcBef>
              <a:spcAft>
                <a:spcPct val="0"/>
              </a:spcAft>
              <a:defRPr sz="1100" b="1">
                <a:solidFill>
                  <a:srgbClr val="767676"/>
                </a:solidFill>
                <a:latin typeface="Verdana" pitchFamily="34" charset="0"/>
              </a:defRPr>
            </a:lvl9pPr>
          </a:lstStyle>
          <a:p>
            <a:pPr marL="0" marR="0" lvl="0" indent="0" algn="ctr" defTabSz="914400" eaLnBrk="0" fontAlgn="base" latinLnBrk="0" hangingPunct="0">
              <a:lnSpc>
                <a:spcPct val="100000"/>
              </a:lnSpc>
              <a:spcBef>
                <a:spcPct val="50000"/>
              </a:spcBef>
              <a:spcAft>
                <a:spcPct val="0"/>
              </a:spcAft>
              <a:buClrTx/>
              <a:buSzTx/>
              <a:buFontTx/>
              <a:buNone/>
              <a:tabLst/>
              <a:defRPr/>
            </a:pPr>
            <a:r>
              <a:rPr kumimoji="0" lang="es-ES" sz="1500" b="1" i="0" u="none" strike="noStrike" kern="0" cap="none" spc="0" normalizeH="0" baseline="0" noProof="0">
                <a:ln>
                  <a:noFill/>
                </a:ln>
                <a:solidFill>
                  <a:srgbClr val="000000"/>
                </a:solidFill>
                <a:effectLst/>
                <a:uLnTx/>
                <a:uFillTx/>
                <a:latin typeface="Verdana" pitchFamily="34" charset="0"/>
              </a:rPr>
              <a:t>5</a:t>
            </a:r>
            <a:endParaRPr kumimoji="0" lang="es-PE" sz="1500" b="1" i="0" u="none" strike="noStrike" kern="0" cap="none" spc="0" normalizeH="0" baseline="0" noProof="0">
              <a:ln>
                <a:noFill/>
              </a:ln>
              <a:solidFill>
                <a:srgbClr val="000000"/>
              </a:solidFill>
              <a:effectLst/>
              <a:uLnTx/>
              <a:uFillTx/>
              <a:latin typeface="Verdana" pitchFamily="34" charset="0"/>
            </a:endParaRPr>
          </a:p>
        </p:txBody>
      </p:sp>
      <p:sp>
        <p:nvSpPr>
          <p:cNvPr id="20" name="Rectangle 26"/>
          <p:cNvSpPr>
            <a:spLocks noChangeArrowheads="1"/>
          </p:cNvSpPr>
          <p:nvPr/>
        </p:nvSpPr>
        <p:spPr bwMode="auto">
          <a:xfrm>
            <a:off x="6229842" y="4389751"/>
            <a:ext cx="600075" cy="504825"/>
          </a:xfrm>
          <a:prstGeom prst="rect">
            <a:avLst/>
          </a:prstGeom>
          <a:solidFill>
            <a:srgbClr val="FFFFFF"/>
          </a:solidFill>
          <a:ln w="3175">
            <a:solidFill>
              <a:srgbClr val="000000"/>
            </a:solidFill>
            <a:miter lim="800000"/>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s-ES" sz="1500" b="1" i="0" u="none" strike="noStrike" kern="0" cap="none" spc="0" normalizeH="0" baseline="0" noProof="0">
                <a:ln>
                  <a:noFill/>
                </a:ln>
                <a:solidFill>
                  <a:srgbClr val="000000"/>
                </a:solidFill>
                <a:effectLst/>
                <a:uLnTx/>
                <a:uFillTx/>
                <a:latin typeface="Verdana" pitchFamily="34" charset="0"/>
              </a:rPr>
              <a:t>H</a:t>
            </a:r>
            <a:endParaRPr kumimoji="0" lang="es-PE" sz="1500" b="1" i="0" u="none" strike="noStrike" kern="0" cap="none" spc="0" normalizeH="0" baseline="0" noProof="0">
              <a:ln>
                <a:noFill/>
              </a:ln>
              <a:solidFill>
                <a:srgbClr val="000000"/>
              </a:solidFill>
              <a:effectLst/>
              <a:uLnTx/>
              <a:uFillTx/>
              <a:latin typeface="Verdana" pitchFamily="34" charset="0"/>
            </a:endParaRPr>
          </a:p>
        </p:txBody>
      </p:sp>
      <p:sp>
        <p:nvSpPr>
          <p:cNvPr id="21" name="Line 27"/>
          <p:cNvSpPr>
            <a:spLocks noChangeShapeType="1"/>
          </p:cNvSpPr>
          <p:nvPr/>
        </p:nvSpPr>
        <p:spPr bwMode="auto">
          <a:xfrm>
            <a:off x="6804517" y="4605651"/>
            <a:ext cx="476250" cy="0"/>
          </a:xfrm>
          <a:prstGeom prst="line">
            <a:avLst/>
          </a:prstGeom>
          <a:noFill/>
          <a:ln w="571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pPr algn="ctr" eaLnBrk="0" fontAlgn="base" hangingPunct="0">
              <a:spcBef>
                <a:spcPct val="0"/>
              </a:spcBef>
              <a:spcAft>
                <a:spcPct val="0"/>
              </a:spcAft>
            </a:pPr>
            <a:endParaRPr lang="en-US" sz="1100" b="1">
              <a:solidFill>
                <a:srgbClr val="767676"/>
              </a:solidFill>
              <a:latin typeface="Verdana" pitchFamily="34" charset="0"/>
            </a:endParaRPr>
          </a:p>
        </p:txBody>
      </p:sp>
      <p:sp>
        <p:nvSpPr>
          <p:cNvPr id="22" name="Rectangle 28"/>
          <p:cNvSpPr>
            <a:spLocks noChangeArrowheads="1"/>
          </p:cNvSpPr>
          <p:nvPr/>
        </p:nvSpPr>
        <p:spPr bwMode="auto">
          <a:xfrm>
            <a:off x="7280767" y="4389751"/>
            <a:ext cx="600075" cy="504825"/>
          </a:xfrm>
          <a:prstGeom prst="rect">
            <a:avLst/>
          </a:prstGeom>
          <a:solidFill>
            <a:srgbClr val="FFFFFF"/>
          </a:solidFill>
          <a:ln w="3175">
            <a:solidFill>
              <a:srgbClr val="000000"/>
            </a:solidFill>
            <a:miter lim="800000"/>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s-ES" sz="1500" b="1" i="0" u="none" strike="noStrike" kern="0" cap="none" spc="0" normalizeH="0" baseline="0" noProof="0">
                <a:ln>
                  <a:noFill/>
                </a:ln>
                <a:solidFill>
                  <a:srgbClr val="000000"/>
                </a:solidFill>
                <a:effectLst/>
                <a:uLnTx/>
                <a:uFillTx/>
                <a:latin typeface="Verdana" pitchFamily="34" charset="0"/>
              </a:rPr>
              <a:t>C</a:t>
            </a:r>
            <a:endParaRPr kumimoji="0" lang="es-PE" sz="1500" b="1" i="0" u="none" strike="noStrike" kern="0" cap="none" spc="0" normalizeH="0" baseline="0" noProof="0">
              <a:ln>
                <a:noFill/>
              </a:ln>
              <a:solidFill>
                <a:srgbClr val="000000"/>
              </a:solidFill>
              <a:effectLst/>
              <a:uLnTx/>
              <a:uFillTx/>
              <a:latin typeface="Verdana" pitchFamily="34" charset="0"/>
            </a:endParaRPr>
          </a:p>
        </p:txBody>
      </p:sp>
      <p:sp>
        <p:nvSpPr>
          <p:cNvPr id="23" name="Line 29"/>
          <p:cNvSpPr>
            <a:spLocks noChangeShapeType="1"/>
          </p:cNvSpPr>
          <p:nvPr/>
        </p:nvSpPr>
        <p:spPr bwMode="auto">
          <a:xfrm>
            <a:off x="3492992" y="4750113"/>
            <a:ext cx="431800" cy="792163"/>
          </a:xfrm>
          <a:prstGeom prst="line">
            <a:avLst/>
          </a:prstGeom>
          <a:noFill/>
          <a:ln w="317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pPr algn="ctr" eaLnBrk="0" fontAlgn="base" hangingPunct="0">
              <a:spcBef>
                <a:spcPct val="0"/>
              </a:spcBef>
              <a:spcAft>
                <a:spcPct val="0"/>
              </a:spcAft>
            </a:pPr>
            <a:endParaRPr lang="en-US" sz="1100" b="1">
              <a:solidFill>
                <a:srgbClr val="767676"/>
              </a:solidFill>
              <a:latin typeface="Verdana" pitchFamily="34" charset="0"/>
            </a:endParaRPr>
          </a:p>
        </p:txBody>
      </p:sp>
      <p:sp>
        <p:nvSpPr>
          <p:cNvPr id="24" name="Text Box 30"/>
          <p:cNvSpPr txBox="1">
            <a:spLocks noChangeArrowheads="1"/>
          </p:cNvSpPr>
          <p:nvPr/>
        </p:nvSpPr>
        <p:spPr bwMode="auto">
          <a:xfrm>
            <a:off x="7410942" y="4102413"/>
            <a:ext cx="33020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a:spAutoFit/>
          </a:bodyPr>
          <a:lstStyle>
            <a:lvl1pPr>
              <a:defRPr sz="1100" b="1">
                <a:solidFill>
                  <a:srgbClr val="767676"/>
                </a:solidFill>
                <a:latin typeface="Verdana" pitchFamily="34" charset="0"/>
              </a:defRPr>
            </a:lvl1pPr>
            <a:lvl2pPr marL="742950" indent="-285750">
              <a:defRPr sz="1100" b="1">
                <a:solidFill>
                  <a:srgbClr val="767676"/>
                </a:solidFill>
                <a:latin typeface="Verdana" pitchFamily="34" charset="0"/>
              </a:defRPr>
            </a:lvl2pPr>
            <a:lvl3pPr marL="1143000" indent="-228600">
              <a:defRPr sz="1100" b="1">
                <a:solidFill>
                  <a:srgbClr val="767676"/>
                </a:solidFill>
                <a:latin typeface="Verdana" pitchFamily="34" charset="0"/>
              </a:defRPr>
            </a:lvl3pPr>
            <a:lvl4pPr marL="1600200" indent="-228600">
              <a:defRPr sz="1100" b="1">
                <a:solidFill>
                  <a:srgbClr val="767676"/>
                </a:solidFill>
                <a:latin typeface="Verdana" pitchFamily="34" charset="0"/>
              </a:defRPr>
            </a:lvl4pPr>
            <a:lvl5pPr marL="2057400" indent="-228600">
              <a:defRPr sz="1100" b="1">
                <a:solidFill>
                  <a:srgbClr val="767676"/>
                </a:solidFill>
                <a:latin typeface="Verdana" pitchFamily="34" charset="0"/>
              </a:defRPr>
            </a:lvl5pPr>
            <a:lvl6pPr marL="2514600" indent="-228600" algn="ctr" eaLnBrk="0" fontAlgn="base" hangingPunct="0">
              <a:spcBef>
                <a:spcPct val="0"/>
              </a:spcBef>
              <a:spcAft>
                <a:spcPct val="0"/>
              </a:spcAft>
              <a:defRPr sz="1100" b="1">
                <a:solidFill>
                  <a:srgbClr val="767676"/>
                </a:solidFill>
                <a:latin typeface="Verdana" pitchFamily="34" charset="0"/>
              </a:defRPr>
            </a:lvl6pPr>
            <a:lvl7pPr marL="2971800" indent="-228600" algn="ctr" eaLnBrk="0" fontAlgn="base" hangingPunct="0">
              <a:spcBef>
                <a:spcPct val="0"/>
              </a:spcBef>
              <a:spcAft>
                <a:spcPct val="0"/>
              </a:spcAft>
              <a:defRPr sz="1100" b="1">
                <a:solidFill>
                  <a:srgbClr val="767676"/>
                </a:solidFill>
                <a:latin typeface="Verdana" pitchFamily="34" charset="0"/>
              </a:defRPr>
            </a:lvl7pPr>
            <a:lvl8pPr marL="3429000" indent="-228600" algn="ctr" eaLnBrk="0" fontAlgn="base" hangingPunct="0">
              <a:spcBef>
                <a:spcPct val="0"/>
              </a:spcBef>
              <a:spcAft>
                <a:spcPct val="0"/>
              </a:spcAft>
              <a:defRPr sz="1100" b="1">
                <a:solidFill>
                  <a:srgbClr val="767676"/>
                </a:solidFill>
                <a:latin typeface="Verdana" pitchFamily="34" charset="0"/>
              </a:defRPr>
            </a:lvl8pPr>
            <a:lvl9pPr marL="3886200" indent="-228600" algn="ctr" eaLnBrk="0" fontAlgn="base" hangingPunct="0">
              <a:spcBef>
                <a:spcPct val="0"/>
              </a:spcBef>
              <a:spcAft>
                <a:spcPct val="0"/>
              </a:spcAft>
              <a:defRPr sz="1100" b="1">
                <a:solidFill>
                  <a:srgbClr val="767676"/>
                </a:solidFill>
                <a:latin typeface="Verdana" pitchFamily="34" charset="0"/>
              </a:defRPr>
            </a:lvl9pPr>
          </a:lstStyle>
          <a:p>
            <a:pPr marL="0" marR="0" lvl="0" indent="0" algn="ctr" defTabSz="914400" eaLnBrk="0" fontAlgn="base" latinLnBrk="0" hangingPunct="0">
              <a:lnSpc>
                <a:spcPct val="100000"/>
              </a:lnSpc>
              <a:spcBef>
                <a:spcPct val="50000"/>
              </a:spcBef>
              <a:spcAft>
                <a:spcPct val="0"/>
              </a:spcAft>
              <a:buClrTx/>
              <a:buSzTx/>
              <a:buFontTx/>
              <a:buNone/>
              <a:tabLst/>
              <a:defRPr/>
            </a:pPr>
            <a:r>
              <a:rPr kumimoji="0" lang="es-ES" sz="1500" b="1" i="0" u="none" strike="noStrike" kern="0" cap="none" spc="0" normalizeH="0" baseline="0" noProof="0">
                <a:ln>
                  <a:noFill/>
                </a:ln>
                <a:solidFill>
                  <a:srgbClr val="000000"/>
                </a:solidFill>
                <a:effectLst/>
                <a:uLnTx/>
                <a:uFillTx/>
                <a:latin typeface="Verdana" pitchFamily="34" charset="0"/>
              </a:rPr>
              <a:t>8</a:t>
            </a:r>
            <a:endParaRPr kumimoji="0" lang="es-PE" sz="1500" b="1" i="0" u="none" strike="noStrike" kern="0" cap="none" spc="0" normalizeH="0" baseline="0" noProof="0">
              <a:ln>
                <a:noFill/>
              </a:ln>
              <a:solidFill>
                <a:srgbClr val="000000"/>
              </a:solidFill>
              <a:effectLst/>
              <a:uLnTx/>
              <a:uFillTx/>
              <a:latin typeface="Verdana" pitchFamily="34" charset="0"/>
            </a:endParaRPr>
          </a:p>
        </p:txBody>
      </p:sp>
      <p:sp>
        <p:nvSpPr>
          <p:cNvPr id="25" name="Line 31"/>
          <p:cNvSpPr>
            <a:spLocks noChangeShapeType="1"/>
          </p:cNvSpPr>
          <p:nvPr/>
        </p:nvSpPr>
        <p:spPr bwMode="auto">
          <a:xfrm>
            <a:off x="4572492" y="5613713"/>
            <a:ext cx="531813" cy="0"/>
          </a:xfrm>
          <a:prstGeom prst="line">
            <a:avLst/>
          </a:prstGeom>
          <a:noFill/>
          <a:ln w="317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pPr algn="ctr" eaLnBrk="0" fontAlgn="base" hangingPunct="0">
              <a:spcBef>
                <a:spcPct val="0"/>
              </a:spcBef>
              <a:spcAft>
                <a:spcPct val="0"/>
              </a:spcAft>
            </a:pPr>
            <a:endParaRPr lang="en-US" sz="1100" b="1">
              <a:solidFill>
                <a:srgbClr val="767676"/>
              </a:solidFill>
              <a:latin typeface="Verdana" pitchFamily="34" charset="0"/>
            </a:endParaRPr>
          </a:p>
        </p:txBody>
      </p:sp>
      <p:sp>
        <p:nvSpPr>
          <p:cNvPr id="26" name="Rectangle 32"/>
          <p:cNvSpPr>
            <a:spLocks noChangeArrowheads="1"/>
          </p:cNvSpPr>
          <p:nvPr/>
        </p:nvSpPr>
        <p:spPr bwMode="auto">
          <a:xfrm>
            <a:off x="5104305" y="5397813"/>
            <a:ext cx="600075" cy="504825"/>
          </a:xfrm>
          <a:prstGeom prst="rect">
            <a:avLst/>
          </a:prstGeom>
          <a:solidFill>
            <a:srgbClr val="FFFFFF"/>
          </a:solidFill>
          <a:ln w="3175">
            <a:solidFill>
              <a:srgbClr val="000000"/>
            </a:solidFill>
            <a:miter lim="800000"/>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s-ES" sz="1500" b="1" i="0" u="none" strike="noStrike" kern="0" cap="none" spc="0" normalizeH="0" baseline="0" noProof="0">
                <a:ln>
                  <a:noFill/>
                </a:ln>
                <a:solidFill>
                  <a:srgbClr val="000000"/>
                </a:solidFill>
                <a:effectLst/>
                <a:uLnTx/>
                <a:uFillTx/>
                <a:latin typeface="Verdana" pitchFamily="34" charset="0"/>
              </a:rPr>
              <a:t>B</a:t>
            </a:r>
            <a:endParaRPr kumimoji="0" lang="es-PE" sz="1500" b="1" i="0" u="none" strike="noStrike" kern="0" cap="none" spc="0" normalizeH="0" baseline="0" noProof="0">
              <a:ln>
                <a:noFill/>
              </a:ln>
              <a:solidFill>
                <a:srgbClr val="000000"/>
              </a:solidFill>
              <a:effectLst/>
              <a:uLnTx/>
              <a:uFillTx/>
              <a:latin typeface="Verdana" pitchFamily="34" charset="0"/>
            </a:endParaRPr>
          </a:p>
        </p:txBody>
      </p:sp>
      <p:sp>
        <p:nvSpPr>
          <p:cNvPr id="27" name="Line 33"/>
          <p:cNvSpPr>
            <a:spLocks noChangeShapeType="1"/>
          </p:cNvSpPr>
          <p:nvPr/>
        </p:nvSpPr>
        <p:spPr bwMode="auto">
          <a:xfrm flipV="1">
            <a:off x="5725017" y="5326376"/>
            <a:ext cx="2447925" cy="360362"/>
          </a:xfrm>
          <a:prstGeom prst="line">
            <a:avLst/>
          </a:prstGeom>
          <a:noFill/>
          <a:ln w="63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pPr algn="ctr" eaLnBrk="0" fontAlgn="base" hangingPunct="0">
              <a:spcBef>
                <a:spcPct val="0"/>
              </a:spcBef>
              <a:spcAft>
                <a:spcPct val="0"/>
              </a:spcAft>
            </a:pPr>
            <a:endParaRPr lang="en-US" sz="1100" b="1">
              <a:solidFill>
                <a:srgbClr val="767676"/>
              </a:solidFill>
              <a:latin typeface="Verdana" pitchFamily="34" charset="0"/>
            </a:endParaRPr>
          </a:p>
        </p:txBody>
      </p:sp>
      <p:sp>
        <p:nvSpPr>
          <p:cNvPr id="28" name="Line 34"/>
          <p:cNvSpPr>
            <a:spLocks noChangeShapeType="1"/>
          </p:cNvSpPr>
          <p:nvPr/>
        </p:nvSpPr>
        <p:spPr bwMode="auto">
          <a:xfrm>
            <a:off x="7885605" y="4605651"/>
            <a:ext cx="431800" cy="288925"/>
          </a:xfrm>
          <a:prstGeom prst="line">
            <a:avLst/>
          </a:prstGeom>
          <a:noFill/>
          <a:ln w="571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pPr algn="ctr" eaLnBrk="0" fontAlgn="base" hangingPunct="0">
              <a:spcBef>
                <a:spcPct val="0"/>
              </a:spcBef>
              <a:spcAft>
                <a:spcPct val="0"/>
              </a:spcAft>
            </a:pPr>
            <a:endParaRPr lang="en-US" sz="1100" b="1">
              <a:solidFill>
                <a:srgbClr val="767676"/>
              </a:solidFill>
              <a:latin typeface="Verdana" pitchFamily="34" charset="0"/>
            </a:endParaRPr>
          </a:p>
        </p:txBody>
      </p:sp>
      <p:graphicFrame>
        <p:nvGraphicFramePr>
          <p:cNvPr id="29" name="Group 36"/>
          <p:cNvGraphicFramePr>
            <a:graphicFrameLocks noGrp="1"/>
          </p:cNvGraphicFramePr>
          <p:nvPr/>
        </p:nvGraphicFramePr>
        <p:xfrm>
          <a:off x="6372717" y="1978418"/>
          <a:ext cx="4076700" cy="1979533"/>
        </p:xfrm>
        <a:graphic>
          <a:graphicData uri="http://schemas.openxmlformats.org/drawingml/2006/table">
            <a:tbl>
              <a:tblPr/>
              <a:tblGrid>
                <a:gridCol w="2736850">
                  <a:extLst>
                    <a:ext uri="{9D8B030D-6E8A-4147-A177-3AD203B41FA5}">
                      <a16:colId xmlns:a16="http://schemas.microsoft.com/office/drawing/2014/main" val="20000"/>
                    </a:ext>
                  </a:extLst>
                </a:gridCol>
                <a:gridCol w="1339850">
                  <a:extLst>
                    <a:ext uri="{9D8B030D-6E8A-4147-A177-3AD203B41FA5}">
                      <a16:colId xmlns:a16="http://schemas.microsoft.com/office/drawing/2014/main" val="20001"/>
                    </a:ext>
                  </a:extLst>
                </a:gridCol>
              </a:tblGrid>
              <a:tr h="368049">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defTabSz="914400" rtl="0" eaLnBrk="1" fontAlgn="base" latinLnBrk="0" hangingPunct="1">
                        <a:lnSpc>
                          <a:spcPct val="100000"/>
                        </a:lnSpc>
                        <a:spcBef>
                          <a:spcPct val="20000"/>
                        </a:spcBef>
                        <a:spcAft>
                          <a:spcPct val="0"/>
                        </a:spcAft>
                        <a:buClr>
                          <a:schemeClr val="tx1"/>
                        </a:buClr>
                        <a:buSzPct val="70000"/>
                        <a:buFont typeface="Wingdings" pitchFamily="2" charset="2"/>
                        <a:buNone/>
                        <a:tabLst/>
                      </a:pPr>
                      <a:r>
                        <a:rPr kumimoji="0" lang="es-ES" sz="1800" b="1" i="0" u="none" strike="noStrike" cap="none" normalizeH="0" baseline="0">
                          <a:ln>
                            <a:noFill/>
                          </a:ln>
                          <a:solidFill>
                            <a:schemeClr val="tx2"/>
                          </a:solidFill>
                          <a:effectLst/>
                          <a:latin typeface="Arial" pitchFamily="34" charset="0"/>
                        </a:rPr>
                        <a:t>Rutas</a:t>
                      </a:r>
                      <a:endParaRPr kumimoji="0" lang="es-PE" sz="1800" b="1" i="0" u="none" strike="noStrike" cap="none" normalizeH="0" baseline="0">
                        <a:ln>
                          <a:noFill/>
                        </a:ln>
                        <a:solidFill>
                          <a:schemeClr val="tx2"/>
                        </a:solidFill>
                        <a:effectLst/>
                        <a:latin typeface="Arial" pitchFamily="34" charset="0"/>
                      </a:endParaRPr>
                    </a:p>
                  </a:txBody>
                  <a:tcPr marL="90000" marR="90000" marT="46816" marB="46816" horzOverflow="overflow">
                    <a:lnL w="28575" cap="flat" cmpd="sng" algn="ctr">
                      <a:solidFill>
                        <a:srgbClr val="336666"/>
                      </a:solidFill>
                      <a:prstDash val="solid"/>
                      <a:round/>
                      <a:headEnd type="none" w="med" len="med"/>
                      <a:tailEnd type="none" w="med" len="med"/>
                    </a:lnL>
                    <a:lnR w="12700" cap="flat" cmpd="sng" algn="ctr">
                      <a:solidFill>
                        <a:srgbClr val="336666"/>
                      </a:solidFill>
                      <a:prstDash val="solid"/>
                      <a:round/>
                      <a:headEnd type="none" w="med" len="med"/>
                      <a:tailEnd type="none" w="med" len="med"/>
                    </a:lnR>
                    <a:lnT w="28575" cap="flat" cmpd="sng" algn="ctr">
                      <a:solidFill>
                        <a:srgbClr val="336666"/>
                      </a:solidFill>
                      <a:prstDash val="solid"/>
                      <a:round/>
                      <a:headEnd type="none" w="med" len="med"/>
                      <a:tailEnd type="none" w="med" len="med"/>
                    </a:lnT>
                    <a:lnB w="12700" cap="flat" cmpd="sng" algn="ctr">
                      <a:solidFill>
                        <a:srgbClr val="336666"/>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defTabSz="914400" rtl="0" eaLnBrk="1" fontAlgn="base" latinLnBrk="0" hangingPunct="1">
                        <a:lnSpc>
                          <a:spcPct val="100000"/>
                        </a:lnSpc>
                        <a:spcBef>
                          <a:spcPct val="20000"/>
                        </a:spcBef>
                        <a:spcAft>
                          <a:spcPct val="0"/>
                        </a:spcAft>
                        <a:buClr>
                          <a:schemeClr val="tx1"/>
                        </a:buClr>
                        <a:buSzPct val="70000"/>
                        <a:buFont typeface="Wingdings" pitchFamily="2" charset="2"/>
                        <a:buNone/>
                        <a:tabLst/>
                      </a:pPr>
                      <a:r>
                        <a:rPr kumimoji="0" lang="es-ES" sz="1800" b="1" i="0" u="none" strike="noStrike" cap="none" normalizeH="0" baseline="0">
                          <a:ln>
                            <a:noFill/>
                          </a:ln>
                          <a:solidFill>
                            <a:schemeClr val="tx2"/>
                          </a:solidFill>
                          <a:effectLst/>
                          <a:latin typeface="Arial" pitchFamily="34" charset="0"/>
                        </a:rPr>
                        <a:t>Duración</a:t>
                      </a:r>
                      <a:endParaRPr kumimoji="0" lang="es-PE" sz="1800" b="1" i="0" u="none" strike="noStrike" cap="none" normalizeH="0" baseline="0">
                        <a:ln>
                          <a:noFill/>
                        </a:ln>
                        <a:solidFill>
                          <a:schemeClr val="tx2"/>
                        </a:solidFill>
                        <a:effectLst/>
                        <a:latin typeface="Arial" pitchFamily="34" charset="0"/>
                      </a:endParaRPr>
                    </a:p>
                  </a:txBody>
                  <a:tcPr marL="90000" marR="90000" marT="46816" marB="46816" horzOverflow="overflow">
                    <a:lnL w="12700" cap="flat" cmpd="sng" algn="ctr">
                      <a:solidFill>
                        <a:srgbClr val="336666"/>
                      </a:solidFill>
                      <a:prstDash val="solid"/>
                      <a:round/>
                      <a:headEnd type="none" w="med" len="med"/>
                      <a:tailEnd type="none" w="med" len="med"/>
                    </a:lnL>
                    <a:lnR w="28575" cap="flat" cmpd="sng" algn="ctr">
                      <a:solidFill>
                        <a:srgbClr val="336666"/>
                      </a:solidFill>
                      <a:prstDash val="solid"/>
                      <a:round/>
                      <a:headEnd type="none" w="med" len="med"/>
                      <a:tailEnd type="none" w="med" len="med"/>
                    </a:lnR>
                    <a:lnT w="28575" cap="flat" cmpd="sng" algn="ctr">
                      <a:solidFill>
                        <a:srgbClr val="336666"/>
                      </a:solidFill>
                      <a:prstDash val="solid"/>
                      <a:round/>
                      <a:headEnd type="none" w="med" len="med"/>
                      <a:tailEnd type="none" w="med" len="med"/>
                    </a:lnT>
                    <a:lnB w="12700" cap="flat" cmpd="sng" algn="ctr">
                      <a:solidFill>
                        <a:srgbClr val="336666"/>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0"/>
                  </a:ext>
                </a:extLst>
              </a:tr>
              <a:tr h="322313">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l" defTabSz="914400" rtl="0" eaLnBrk="1" fontAlgn="base" latinLnBrk="0" hangingPunct="1">
                        <a:lnSpc>
                          <a:spcPct val="100000"/>
                        </a:lnSpc>
                        <a:spcBef>
                          <a:spcPct val="20000"/>
                        </a:spcBef>
                        <a:spcAft>
                          <a:spcPct val="0"/>
                        </a:spcAft>
                        <a:buClr>
                          <a:schemeClr val="tx1"/>
                        </a:buClr>
                        <a:buSzPct val="70000"/>
                        <a:buFont typeface="Wingdings" pitchFamily="2" charset="2"/>
                        <a:buNone/>
                        <a:tabLst/>
                      </a:pPr>
                      <a:r>
                        <a:rPr kumimoji="0" lang="es-ES" sz="1500" b="0" i="0" u="none" strike="noStrike" cap="none" normalizeH="0" baseline="0">
                          <a:ln>
                            <a:noFill/>
                          </a:ln>
                          <a:solidFill>
                            <a:schemeClr val="tx2"/>
                          </a:solidFill>
                          <a:effectLst/>
                          <a:latin typeface="Arial" pitchFamily="34" charset="0"/>
                        </a:rPr>
                        <a:t>Start, D, G, H, C, End</a:t>
                      </a:r>
                      <a:endParaRPr kumimoji="0" lang="es-PE" sz="1500" b="0" i="0" u="none" strike="noStrike" cap="none" normalizeH="0" baseline="0">
                        <a:ln>
                          <a:noFill/>
                        </a:ln>
                        <a:solidFill>
                          <a:schemeClr val="tx2"/>
                        </a:solidFill>
                        <a:effectLst/>
                        <a:latin typeface="Arial" pitchFamily="34" charset="0"/>
                      </a:endParaRPr>
                    </a:p>
                  </a:txBody>
                  <a:tcPr marL="90000" marR="90000" marT="46816" marB="46816" horzOverflow="overflow">
                    <a:lnL w="28575" cap="flat" cmpd="sng" algn="ctr">
                      <a:solidFill>
                        <a:srgbClr val="336666"/>
                      </a:solidFill>
                      <a:prstDash val="solid"/>
                      <a:round/>
                      <a:headEnd type="none" w="med" len="med"/>
                      <a:tailEnd type="none" w="med" len="med"/>
                    </a:lnL>
                    <a:lnR w="12700" cap="flat" cmpd="sng" algn="ctr">
                      <a:solidFill>
                        <a:srgbClr val="336666"/>
                      </a:solidFill>
                      <a:prstDash val="solid"/>
                      <a:round/>
                      <a:headEnd type="none" w="med" len="med"/>
                      <a:tailEnd type="none" w="med" len="med"/>
                    </a:lnR>
                    <a:lnT w="12700" cap="flat" cmpd="sng" algn="ctr">
                      <a:solidFill>
                        <a:srgbClr val="336666"/>
                      </a:solidFill>
                      <a:prstDash val="solid"/>
                      <a:round/>
                      <a:headEnd type="none" w="med" len="med"/>
                      <a:tailEnd type="none" w="med" len="med"/>
                    </a:lnT>
                    <a:lnB w="12700" cap="flat" cmpd="sng" algn="ctr">
                      <a:solidFill>
                        <a:srgbClr val="336666"/>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defTabSz="914400" rtl="0" eaLnBrk="1" fontAlgn="base" latinLnBrk="0" hangingPunct="1">
                        <a:lnSpc>
                          <a:spcPct val="100000"/>
                        </a:lnSpc>
                        <a:spcBef>
                          <a:spcPct val="20000"/>
                        </a:spcBef>
                        <a:spcAft>
                          <a:spcPct val="0"/>
                        </a:spcAft>
                        <a:buClr>
                          <a:schemeClr val="tx1"/>
                        </a:buClr>
                        <a:buSzPct val="70000"/>
                        <a:buFont typeface="Wingdings" pitchFamily="2" charset="2"/>
                        <a:buNone/>
                        <a:tabLst/>
                      </a:pPr>
                      <a:r>
                        <a:rPr kumimoji="0" lang="es-ES" sz="1500" b="0" i="0" u="none" strike="noStrike" cap="none" normalizeH="0" baseline="0">
                          <a:ln>
                            <a:noFill/>
                          </a:ln>
                          <a:solidFill>
                            <a:schemeClr val="tx2"/>
                          </a:solidFill>
                          <a:effectLst/>
                          <a:latin typeface="Arial" pitchFamily="34" charset="0"/>
                        </a:rPr>
                        <a:t>24</a:t>
                      </a:r>
                      <a:endParaRPr kumimoji="0" lang="es-PE" sz="1500" b="0" i="0" u="none" strike="noStrike" cap="none" normalizeH="0" baseline="0">
                        <a:ln>
                          <a:noFill/>
                        </a:ln>
                        <a:solidFill>
                          <a:schemeClr val="tx2"/>
                        </a:solidFill>
                        <a:effectLst/>
                        <a:latin typeface="Arial" pitchFamily="34" charset="0"/>
                      </a:endParaRPr>
                    </a:p>
                  </a:txBody>
                  <a:tcPr marL="90000" marR="90000" marT="46816" marB="46816" horzOverflow="overflow">
                    <a:lnL w="12700" cap="flat" cmpd="sng" algn="ctr">
                      <a:solidFill>
                        <a:srgbClr val="336666"/>
                      </a:solidFill>
                      <a:prstDash val="solid"/>
                      <a:round/>
                      <a:headEnd type="none" w="med" len="med"/>
                      <a:tailEnd type="none" w="med" len="med"/>
                    </a:lnL>
                    <a:lnR w="28575" cap="flat" cmpd="sng" algn="ctr">
                      <a:solidFill>
                        <a:srgbClr val="336666"/>
                      </a:solidFill>
                      <a:prstDash val="solid"/>
                      <a:round/>
                      <a:headEnd type="none" w="med" len="med"/>
                      <a:tailEnd type="none" w="med" len="med"/>
                    </a:lnR>
                    <a:lnT w="12700" cap="flat" cmpd="sng" algn="ctr">
                      <a:solidFill>
                        <a:srgbClr val="336666"/>
                      </a:solidFill>
                      <a:prstDash val="solid"/>
                      <a:round/>
                      <a:headEnd type="none" w="med" len="med"/>
                      <a:tailEnd type="none" w="med" len="med"/>
                    </a:lnT>
                    <a:lnB w="12700" cap="flat" cmpd="sng" algn="ctr">
                      <a:solidFill>
                        <a:srgbClr val="336666"/>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1"/>
                  </a:ext>
                </a:extLst>
              </a:tr>
              <a:tr h="322313">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l" defTabSz="914400" rtl="0" eaLnBrk="1" fontAlgn="base" latinLnBrk="0" hangingPunct="1">
                        <a:lnSpc>
                          <a:spcPct val="100000"/>
                        </a:lnSpc>
                        <a:spcBef>
                          <a:spcPct val="20000"/>
                        </a:spcBef>
                        <a:spcAft>
                          <a:spcPct val="0"/>
                        </a:spcAft>
                        <a:buClr>
                          <a:schemeClr val="tx1"/>
                        </a:buClr>
                        <a:buSzPct val="70000"/>
                        <a:buFont typeface="Wingdings" pitchFamily="2" charset="2"/>
                        <a:buNone/>
                        <a:tabLst/>
                      </a:pPr>
                      <a:r>
                        <a:rPr kumimoji="0" lang="es-ES" sz="1500" b="0" i="0" u="none" strike="noStrike" cap="none" normalizeH="0" baseline="0">
                          <a:ln>
                            <a:noFill/>
                          </a:ln>
                          <a:solidFill>
                            <a:schemeClr val="tx2"/>
                          </a:solidFill>
                          <a:effectLst/>
                          <a:latin typeface="Arial" pitchFamily="34" charset="0"/>
                        </a:rPr>
                        <a:t>Start, D, F, G, H, C, End</a:t>
                      </a:r>
                      <a:endParaRPr kumimoji="0" lang="es-PE" sz="1500" b="0" i="0" u="none" strike="noStrike" cap="none" normalizeH="0" baseline="0">
                        <a:ln>
                          <a:noFill/>
                        </a:ln>
                        <a:solidFill>
                          <a:schemeClr val="tx2"/>
                        </a:solidFill>
                        <a:effectLst/>
                        <a:latin typeface="Arial" pitchFamily="34" charset="0"/>
                      </a:endParaRPr>
                    </a:p>
                  </a:txBody>
                  <a:tcPr marL="90000" marR="90000" marT="46816" marB="46816" horzOverflow="overflow">
                    <a:lnL w="28575" cap="flat" cmpd="sng" algn="ctr">
                      <a:solidFill>
                        <a:srgbClr val="336666"/>
                      </a:solidFill>
                      <a:prstDash val="solid"/>
                      <a:round/>
                      <a:headEnd type="none" w="med" len="med"/>
                      <a:tailEnd type="none" w="med" len="med"/>
                    </a:lnL>
                    <a:lnR w="12700" cap="flat" cmpd="sng" algn="ctr">
                      <a:solidFill>
                        <a:srgbClr val="336666"/>
                      </a:solidFill>
                      <a:prstDash val="solid"/>
                      <a:round/>
                      <a:headEnd type="none" w="med" len="med"/>
                      <a:tailEnd type="none" w="med" len="med"/>
                    </a:lnR>
                    <a:lnT w="12700" cap="flat" cmpd="sng" algn="ctr">
                      <a:solidFill>
                        <a:srgbClr val="336666"/>
                      </a:solidFill>
                      <a:prstDash val="solid"/>
                      <a:round/>
                      <a:headEnd type="none" w="med" len="med"/>
                      <a:tailEnd type="none" w="med" len="med"/>
                    </a:lnT>
                    <a:lnB w="12700" cap="flat" cmpd="sng" algn="ctr">
                      <a:solidFill>
                        <a:srgbClr val="336666"/>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defTabSz="914400" rtl="0" eaLnBrk="1" fontAlgn="base" latinLnBrk="0" hangingPunct="1">
                        <a:lnSpc>
                          <a:spcPct val="100000"/>
                        </a:lnSpc>
                        <a:spcBef>
                          <a:spcPct val="20000"/>
                        </a:spcBef>
                        <a:spcAft>
                          <a:spcPct val="0"/>
                        </a:spcAft>
                        <a:buClr>
                          <a:schemeClr val="tx1"/>
                        </a:buClr>
                        <a:buSzPct val="70000"/>
                        <a:buFont typeface="Wingdings" pitchFamily="2" charset="2"/>
                        <a:buNone/>
                        <a:tabLst/>
                      </a:pPr>
                      <a:r>
                        <a:rPr kumimoji="0" lang="es-ES" sz="1500" b="0" i="0" u="none" strike="noStrike" cap="none" normalizeH="0" baseline="0">
                          <a:ln>
                            <a:noFill/>
                          </a:ln>
                          <a:solidFill>
                            <a:schemeClr val="tx2"/>
                          </a:solidFill>
                          <a:effectLst/>
                          <a:latin typeface="Arial" pitchFamily="34" charset="0"/>
                        </a:rPr>
                        <a:t>31</a:t>
                      </a:r>
                      <a:endParaRPr kumimoji="0" lang="es-PE" sz="1500" b="0" i="0" u="none" strike="noStrike" cap="none" normalizeH="0" baseline="0">
                        <a:ln>
                          <a:noFill/>
                        </a:ln>
                        <a:solidFill>
                          <a:schemeClr val="tx2"/>
                        </a:solidFill>
                        <a:effectLst/>
                        <a:latin typeface="Arial" pitchFamily="34" charset="0"/>
                      </a:endParaRPr>
                    </a:p>
                  </a:txBody>
                  <a:tcPr marL="90000" marR="90000" marT="46816" marB="46816" horzOverflow="overflow">
                    <a:lnL w="12700" cap="flat" cmpd="sng" algn="ctr">
                      <a:solidFill>
                        <a:srgbClr val="336666"/>
                      </a:solidFill>
                      <a:prstDash val="solid"/>
                      <a:round/>
                      <a:headEnd type="none" w="med" len="med"/>
                      <a:tailEnd type="none" w="med" len="med"/>
                    </a:lnL>
                    <a:lnR w="28575" cap="flat" cmpd="sng" algn="ctr">
                      <a:solidFill>
                        <a:srgbClr val="336666"/>
                      </a:solidFill>
                      <a:prstDash val="solid"/>
                      <a:round/>
                      <a:headEnd type="none" w="med" len="med"/>
                      <a:tailEnd type="none" w="med" len="med"/>
                    </a:lnR>
                    <a:lnT w="12700" cap="flat" cmpd="sng" algn="ctr">
                      <a:solidFill>
                        <a:srgbClr val="336666"/>
                      </a:solidFill>
                      <a:prstDash val="solid"/>
                      <a:round/>
                      <a:headEnd type="none" w="med" len="med"/>
                      <a:tailEnd type="none" w="med" len="med"/>
                    </a:lnT>
                    <a:lnB w="12700" cap="flat" cmpd="sng" algn="ctr">
                      <a:solidFill>
                        <a:srgbClr val="336666"/>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2"/>
                  </a:ext>
                </a:extLst>
              </a:tr>
              <a:tr h="322313">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l" defTabSz="914400" rtl="0" eaLnBrk="1" fontAlgn="base" latinLnBrk="0" hangingPunct="1">
                        <a:lnSpc>
                          <a:spcPct val="100000"/>
                        </a:lnSpc>
                        <a:spcBef>
                          <a:spcPct val="20000"/>
                        </a:spcBef>
                        <a:spcAft>
                          <a:spcPct val="0"/>
                        </a:spcAft>
                        <a:buClr>
                          <a:schemeClr val="tx1"/>
                        </a:buClr>
                        <a:buSzPct val="70000"/>
                        <a:buFont typeface="Wingdings" pitchFamily="2" charset="2"/>
                        <a:buNone/>
                        <a:tabLst/>
                      </a:pPr>
                      <a:r>
                        <a:rPr kumimoji="0" lang="es-ES" sz="1500" b="0" i="0" u="none" strike="noStrike" cap="none" normalizeH="0" baseline="0">
                          <a:ln>
                            <a:noFill/>
                          </a:ln>
                          <a:solidFill>
                            <a:schemeClr val="tx2"/>
                          </a:solidFill>
                          <a:effectLst/>
                          <a:latin typeface="Arial" pitchFamily="34" charset="0"/>
                        </a:rPr>
                        <a:t>Start, D, F, B, End</a:t>
                      </a:r>
                      <a:endParaRPr kumimoji="0" lang="es-PE" sz="1500" b="0" i="0" u="none" strike="noStrike" cap="none" normalizeH="0" baseline="0">
                        <a:ln>
                          <a:noFill/>
                        </a:ln>
                        <a:solidFill>
                          <a:schemeClr val="tx2"/>
                        </a:solidFill>
                        <a:effectLst/>
                        <a:latin typeface="Arial" pitchFamily="34" charset="0"/>
                      </a:endParaRPr>
                    </a:p>
                  </a:txBody>
                  <a:tcPr marL="90000" marR="90000" marT="46816" marB="46816" horzOverflow="overflow">
                    <a:lnL w="28575" cap="flat" cmpd="sng" algn="ctr">
                      <a:solidFill>
                        <a:srgbClr val="336666"/>
                      </a:solidFill>
                      <a:prstDash val="solid"/>
                      <a:round/>
                      <a:headEnd type="none" w="med" len="med"/>
                      <a:tailEnd type="none" w="med" len="med"/>
                    </a:lnL>
                    <a:lnR w="12700" cap="flat" cmpd="sng" algn="ctr">
                      <a:solidFill>
                        <a:srgbClr val="336666"/>
                      </a:solidFill>
                      <a:prstDash val="solid"/>
                      <a:round/>
                      <a:headEnd type="none" w="med" len="med"/>
                      <a:tailEnd type="none" w="med" len="med"/>
                    </a:lnR>
                    <a:lnT w="12700" cap="flat" cmpd="sng" algn="ctr">
                      <a:solidFill>
                        <a:srgbClr val="336666"/>
                      </a:solidFill>
                      <a:prstDash val="solid"/>
                      <a:round/>
                      <a:headEnd type="none" w="med" len="med"/>
                      <a:tailEnd type="none" w="med" len="med"/>
                    </a:lnT>
                    <a:lnB w="12700" cap="flat" cmpd="sng" algn="ctr">
                      <a:solidFill>
                        <a:srgbClr val="336666"/>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defTabSz="914400" rtl="0" eaLnBrk="1" fontAlgn="base" latinLnBrk="0" hangingPunct="1">
                        <a:lnSpc>
                          <a:spcPct val="100000"/>
                        </a:lnSpc>
                        <a:spcBef>
                          <a:spcPct val="20000"/>
                        </a:spcBef>
                        <a:spcAft>
                          <a:spcPct val="0"/>
                        </a:spcAft>
                        <a:buClr>
                          <a:schemeClr val="tx1"/>
                        </a:buClr>
                        <a:buSzPct val="70000"/>
                        <a:buFont typeface="Wingdings" pitchFamily="2" charset="2"/>
                        <a:buNone/>
                        <a:tabLst/>
                      </a:pPr>
                      <a:r>
                        <a:rPr kumimoji="0" lang="es-ES" sz="1500" b="0" i="0" u="none" strike="noStrike" cap="none" normalizeH="0" baseline="0">
                          <a:ln>
                            <a:noFill/>
                          </a:ln>
                          <a:solidFill>
                            <a:schemeClr val="tx2"/>
                          </a:solidFill>
                          <a:effectLst/>
                          <a:latin typeface="Arial" pitchFamily="34" charset="0"/>
                        </a:rPr>
                        <a:t>16</a:t>
                      </a:r>
                      <a:endParaRPr kumimoji="0" lang="es-PE" sz="1500" b="0" i="0" u="none" strike="noStrike" cap="none" normalizeH="0" baseline="0">
                        <a:ln>
                          <a:noFill/>
                        </a:ln>
                        <a:solidFill>
                          <a:schemeClr val="tx2"/>
                        </a:solidFill>
                        <a:effectLst/>
                        <a:latin typeface="Arial" pitchFamily="34" charset="0"/>
                      </a:endParaRPr>
                    </a:p>
                  </a:txBody>
                  <a:tcPr marL="90000" marR="90000" marT="46816" marB="46816" horzOverflow="overflow">
                    <a:lnL w="12700" cap="flat" cmpd="sng" algn="ctr">
                      <a:solidFill>
                        <a:srgbClr val="336666"/>
                      </a:solidFill>
                      <a:prstDash val="solid"/>
                      <a:round/>
                      <a:headEnd type="none" w="med" len="med"/>
                      <a:tailEnd type="none" w="med" len="med"/>
                    </a:lnL>
                    <a:lnR w="28575" cap="flat" cmpd="sng" algn="ctr">
                      <a:solidFill>
                        <a:srgbClr val="336666"/>
                      </a:solidFill>
                      <a:prstDash val="solid"/>
                      <a:round/>
                      <a:headEnd type="none" w="med" len="med"/>
                      <a:tailEnd type="none" w="med" len="med"/>
                    </a:lnR>
                    <a:lnT w="12700" cap="flat" cmpd="sng" algn="ctr">
                      <a:solidFill>
                        <a:srgbClr val="336666"/>
                      </a:solidFill>
                      <a:prstDash val="solid"/>
                      <a:round/>
                      <a:headEnd type="none" w="med" len="med"/>
                      <a:tailEnd type="none" w="med" len="med"/>
                    </a:lnT>
                    <a:lnB w="12700" cap="flat" cmpd="sng" algn="ctr">
                      <a:solidFill>
                        <a:srgbClr val="336666"/>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3"/>
                  </a:ext>
                </a:extLst>
              </a:tr>
              <a:tr h="322313">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l" defTabSz="914400" rtl="0" eaLnBrk="1" fontAlgn="base" latinLnBrk="0" hangingPunct="1">
                        <a:lnSpc>
                          <a:spcPct val="100000"/>
                        </a:lnSpc>
                        <a:spcBef>
                          <a:spcPct val="20000"/>
                        </a:spcBef>
                        <a:spcAft>
                          <a:spcPct val="0"/>
                        </a:spcAft>
                        <a:buClr>
                          <a:schemeClr val="tx1"/>
                        </a:buClr>
                        <a:buSzPct val="70000"/>
                        <a:buFont typeface="Wingdings" pitchFamily="2" charset="2"/>
                        <a:buNone/>
                        <a:tabLst/>
                      </a:pPr>
                      <a:r>
                        <a:rPr kumimoji="0" lang="es-ES" sz="1500" b="0" i="0" u="none" strike="noStrike" cap="none" normalizeH="0" baseline="0" dirty="0" err="1">
                          <a:ln>
                            <a:noFill/>
                          </a:ln>
                          <a:solidFill>
                            <a:schemeClr val="tx2"/>
                          </a:solidFill>
                          <a:effectLst/>
                          <a:latin typeface="Arial" pitchFamily="34" charset="0"/>
                        </a:rPr>
                        <a:t>Start</a:t>
                      </a:r>
                      <a:r>
                        <a:rPr kumimoji="0" lang="es-ES" sz="1500" b="0" i="0" u="none" strike="noStrike" cap="none" normalizeH="0" baseline="0" dirty="0">
                          <a:ln>
                            <a:noFill/>
                          </a:ln>
                          <a:solidFill>
                            <a:schemeClr val="tx2"/>
                          </a:solidFill>
                          <a:effectLst/>
                          <a:latin typeface="Arial" pitchFamily="34" charset="0"/>
                        </a:rPr>
                        <a:t>, A, F, G, H, C, </a:t>
                      </a:r>
                      <a:r>
                        <a:rPr kumimoji="0" lang="es-ES" sz="1500" b="0" i="0" u="none" strike="noStrike" cap="none" normalizeH="0" baseline="0" dirty="0" err="1">
                          <a:ln>
                            <a:noFill/>
                          </a:ln>
                          <a:solidFill>
                            <a:schemeClr val="tx2"/>
                          </a:solidFill>
                          <a:effectLst/>
                          <a:latin typeface="Arial" pitchFamily="34" charset="0"/>
                        </a:rPr>
                        <a:t>End</a:t>
                      </a:r>
                      <a:endParaRPr kumimoji="0" lang="es-PE" sz="1500" b="0" i="0" u="none" strike="noStrike" cap="none" normalizeH="0" baseline="0" dirty="0">
                        <a:ln>
                          <a:noFill/>
                        </a:ln>
                        <a:solidFill>
                          <a:schemeClr val="tx2"/>
                        </a:solidFill>
                        <a:effectLst/>
                        <a:latin typeface="Arial" pitchFamily="34" charset="0"/>
                      </a:endParaRPr>
                    </a:p>
                  </a:txBody>
                  <a:tcPr marL="90000" marR="90000" marT="46816" marB="46816" horzOverflow="overflow">
                    <a:lnL w="28575" cap="flat" cmpd="sng" algn="ctr">
                      <a:solidFill>
                        <a:srgbClr val="336666"/>
                      </a:solidFill>
                      <a:prstDash val="solid"/>
                      <a:round/>
                      <a:headEnd type="none" w="med" len="med"/>
                      <a:tailEnd type="none" w="med" len="med"/>
                    </a:lnL>
                    <a:lnR w="12700" cap="flat" cmpd="sng" algn="ctr">
                      <a:solidFill>
                        <a:srgbClr val="336666"/>
                      </a:solidFill>
                      <a:prstDash val="solid"/>
                      <a:round/>
                      <a:headEnd type="none" w="med" len="med"/>
                      <a:tailEnd type="none" w="med" len="med"/>
                    </a:lnR>
                    <a:lnT w="12700" cap="flat" cmpd="sng" algn="ctr">
                      <a:solidFill>
                        <a:srgbClr val="336666"/>
                      </a:solidFill>
                      <a:prstDash val="solid"/>
                      <a:round/>
                      <a:headEnd type="none" w="med" len="med"/>
                      <a:tailEnd type="none" w="med" len="med"/>
                    </a:lnT>
                    <a:lnB w="12700" cap="flat" cmpd="sng" algn="ctr">
                      <a:solidFill>
                        <a:srgbClr val="336666"/>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defTabSz="914400" rtl="0" eaLnBrk="1" fontAlgn="base" latinLnBrk="0" hangingPunct="1">
                        <a:lnSpc>
                          <a:spcPct val="100000"/>
                        </a:lnSpc>
                        <a:spcBef>
                          <a:spcPct val="20000"/>
                        </a:spcBef>
                        <a:spcAft>
                          <a:spcPct val="0"/>
                        </a:spcAft>
                        <a:buClr>
                          <a:schemeClr val="tx1"/>
                        </a:buClr>
                        <a:buSzPct val="70000"/>
                        <a:buFont typeface="Wingdings" pitchFamily="2" charset="2"/>
                        <a:buNone/>
                        <a:tabLst/>
                      </a:pPr>
                      <a:r>
                        <a:rPr kumimoji="0" lang="es-ES" sz="1500" b="0" i="0" u="none" strike="noStrike" cap="none" normalizeH="0" baseline="0">
                          <a:ln>
                            <a:noFill/>
                          </a:ln>
                          <a:solidFill>
                            <a:schemeClr val="tx2"/>
                          </a:solidFill>
                          <a:effectLst/>
                          <a:latin typeface="Arial" pitchFamily="34" charset="0"/>
                        </a:rPr>
                        <a:t>33</a:t>
                      </a:r>
                      <a:endParaRPr kumimoji="0" lang="es-PE" sz="1500" b="0" i="0" u="none" strike="noStrike" cap="none" normalizeH="0" baseline="0">
                        <a:ln>
                          <a:noFill/>
                        </a:ln>
                        <a:solidFill>
                          <a:schemeClr val="tx2"/>
                        </a:solidFill>
                        <a:effectLst/>
                        <a:latin typeface="Arial" pitchFamily="34" charset="0"/>
                      </a:endParaRPr>
                    </a:p>
                  </a:txBody>
                  <a:tcPr marL="90000" marR="90000" marT="46816" marB="46816" horzOverflow="overflow">
                    <a:lnL w="12700" cap="flat" cmpd="sng" algn="ctr">
                      <a:solidFill>
                        <a:srgbClr val="336666"/>
                      </a:solidFill>
                      <a:prstDash val="solid"/>
                      <a:round/>
                      <a:headEnd type="none" w="med" len="med"/>
                      <a:tailEnd type="none" w="med" len="med"/>
                    </a:lnL>
                    <a:lnR w="28575" cap="flat" cmpd="sng" algn="ctr">
                      <a:solidFill>
                        <a:srgbClr val="336666"/>
                      </a:solidFill>
                      <a:prstDash val="solid"/>
                      <a:round/>
                      <a:headEnd type="none" w="med" len="med"/>
                      <a:tailEnd type="none" w="med" len="med"/>
                    </a:lnR>
                    <a:lnT w="12700" cap="flat" cmpd="sng" algn="ctr">
                      <a:solidFill>
                        <a:srgbClr val="336666"/>
                      </a:solidFill>
                      <a:prstDash val="solid"/>
                      <a:round/>
                      <a:headEnd type="none" w="med" len="med"/>
                      <a:tailEnd type="none" w="med" len="med"/>
                    </a:lnT>
                    <a:lnB w="12700" cap="flat" cmpd="sng" algn="ctr">
                      <a:solidFill>
                        <a:srgbClr val="336666"/>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4"/>
                  </a:ext>
                </a:extLst>
              </a:tr>
              <a:tr h="282325">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l" defTabSz="914400" rtl="0" eaLnBrk="1" fontAlgn="base" latinLnBrk="0" hangingPunct="1">
                        <a:lnSpc>
                          <a:spcPct val="100000"/>
                        </a:lnSpc>
                        <a:spcBef>
                          <a:spcPct val="20000"/>
                        </a:spcBef>
                        <a:spcAft>
                          <a:spcPct val="0"/>
                        </a:spcAft>
                        <a:buClr>
                          <a:schemeClr val="tx1"/>
                        </a:buClr>
                        <a:buSzPct val="70000"/>
                        <a:buFont typeface="Wingdings" pitchFamily="2" charset="2"/>
                        <a:buNone/>
                        <a:tabLst/>
                      </a:pPr>
                      <a:r>
                        <a:rPr kumimoji="0" lang="es-ES" sz="1500" b="0" i="0" u="none" strike="noStrike" cap="none" normalizeH="0" baseline="0">
                          <a:ln>
                            <a:noFill/>
                          </a:ln>
                          <a:solidFill>
                            <a:schemeClr val="tx2"/>
                          </a:solidFill>
                          <a:effectLst/>
                          <a:latin typeface="Arial" pitchFamily="34" charset="0"/>
                        </a:rPr>
                        <a:t>Start, A, F, B, End</a:t>
                      </a:r>
                      <a:endParaRPr kumimoji="0" lang="es-PE" sz="1500" b="0" i="0" u="none" strike="noStrike" cap="none" normalizeH="0" baseline="0">
                        <a:ln>
                          <a:noFill/>
                        </a:ln>
                        <a:solidFill>
                          <a:schemeClr val="tx2"/>
                        </a:solidFill>
                        <a:effectLst/>
                        <a:latin typeface="Arial" pitchFamily="34" charset="0"/>
                      </a:endParaRPr>
                    </a:p>
                  </a:txBody>
                  <a:tcPr marL="90000" marR="90000" marT="46816" marB="46816" horzOverflow="overflow">
                    <a:lnL w="28575" cap="flat" cmpd="sng" algn="ctr">
                      <a:solidFill>
                        <a:srgbClr val="336666"/>
                      </a:solidFill>
                      <a:prstDash val="solid"/>
                      <a:round/>
                      <a:headEnd type="none" w="med" len="med"/>
                      <a:tailEnd type="none" w="med" len="med"/>
                    </a:lnL>
                    <a:lnR w="12700" cap="flat" cmpd="sng" algn="ctr">
                      <a:solidFill>
                        <a:srgbClr val="336666"/>
                      </a:solidFill>
                      <a:prstDash val="solid"/>
                      <a:round/>
                      <a:headEnd type="none" w="med" len="med"/>
                      <a:tailEnd type="none" w="med" len="med"/>
                    </a:lnR>
                    <a:lnT w="12700" cap="flat" cmpd="sng" algn="ctr">
                      <a:solidFill>
                        <a:srgbClr val="336666"/>
                      </a:solidFill>
                      <a:prstDash val="solid"/>
                      <a:round/>
                      <a:headEnd type="none" w="med" len="med"/>
                      <a:tailEnd type="none" w="med" len="med"/>
                    </a:lnT>
                    <a:lnB w="28575" cap="flat" cmpd="sng" algn="ctr">
                      <a:solidFill>
                        <a:srgbClr val="336666"/>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defTabSz="914400" rtl="0" eaLnBrk="1" fontAlgn="base" latinLnBrk="0" hangingPunct="1">
                        <a:lnSpc>
                          <a:spcPct val="100000"/>
                        </a:lnSpc>
                        <a:spcBef>
                          <a:spcPct val="20000"/>
                        </a:spcBef>
                        <a:spcAft>
                          <a:spcPct val="0"/>
                        </a:spcAft>
                        <a:buClr>
                          <a:schemeClr val="tx1"/>
                        </a:buClr>
                        <a:buSzPct val="70000"/>
                        <a:buFont typeface="Wingdings" pitchFamily="2" charset="2"/>
                        <a:buNone/>
                        <a:tabLst/>
                      </a:pPr>
                      <a:r>
                        <a:rPr kumimoji="0" lang="es-ES" sz="1500" b="0" i="0" u="none" strike="noStrike" cap="none" normalizeH="0" baseline="0" dirty="0">
                          <a:ln>
                            <a:noFill/>
                          </a:ln>
                          <a:solidFill>
                            <a:schemeClr val="tx2"/>
                          </a:solidFill>
                          <a:effectLst/>
                          <a:latin typeface="Arial" pitchFamily="34" charset="0"/>
                        </a:rPr>
                        <a:t>18</a:t>
                      </a:r>
                      <a:endParaRPr kumimoji="0" lang="es-PE" sz="1500" b="0" i="0" u="none" strike="noStrike" cap="none" normalizeH="0" baseline="0" dirty="0">
                        <a:ln>
                          <a:noFill/>
                        </a:ln>
                        <a:solidFill>
                          <a:schemeClr val="tx2"/>
                        </a:solidFill>
                        <a:effectLst/>
                        <a:latin typeface="Arial" pitchFamily="34" charset="0"/>
                      </a:endParaRPr>
                    </a:p>
                  </a:txBody>
                  <a:tcPr marL="90000" marR="90000" marT="46816" marB="46816" horzOverflow="overflow">
                    <a:lnL w="12700" cap="flat" cmpd="sng" algn="ctr">
                      <a:solidFill>
                        <a:srgbClr val="336666"/>
                      </a:solidFill>
                      <a:prstDash val="solid"/>
                      <a:round/>
                      <a:headEnd type="none" w="med" len="med"/>
                      <a:tailEnd type="none" w="med" len="med"/>
                    </a:lnL>
                    <a:lnR w="28575" cap="flat" cmpd="sng" algn="ctr">
                      <a:solidFill>
                        <a:srgbClr val="336666"/>
                      </a:solidFill>
                      <a:prstDash val="solid"/>
                      <a:round/>
                      <a:headEnd type="none" w="med" len="med"/>
                      <a:tailEnd type="none" w="med" len="med"/>
                    </a:lnR>
                    <a:lnT w="12700" cap="flat" cmpd="sng" algn="ctr">
                      <a:solidFill>
                        <a:srgbClr val="336666"/>
                      </a:solidFill>
                      <a:prstDash val="solid"/>
                      <a:round/>
                      <a:headEnd type="none" w="med" len="med"/>
                      <a:tailEnd type="none" w="med" len="med"/>
                    </a:lnT>
                    <a:lnB w="28575" cap="flat" cmpd="sng" algn="ctr">
                      <a:solidFill>
                        <a:srgbClr val="336666"/>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5"/>
                  </a:ext>
                </a:extLst>
              </a:tr>
            </a:tbl>
          </a:graphicData>
        </a:graphic>
      </p:graphicFrame>
      <p:sp>
        <p:nvSpPr>
          <p:cNvPr id="30" name="Text Box 59"/>
          <p:cNvSpPr txBox="1">
            <a:spLocks noChangeArrowheads="1"/>
          </p:cNvSpPr>
          <p:nvPr/>
        </p:nvSpPr>
        <p:spPr bwMode="auto">
          <a:xfrm>
            <a:off x="400858" y="2414741"/>
            <a:ext cx="5454032" cy="412421"/>
          </a:xfrm>
          <a:prstGeom prst="rect">
            <a:avLst/>
          </a:prstGeom>
          <a:solidFill>
            <a:srgbClr val="FFFFFF"/>
          </a:solidFill>
          <a:ln w="3175">
            <a:noFill/>
            <a:miter lim="800000"/>
            <a:headEnd/>
            <a:tailEnd/>
          </a:ln>
        </p:spPr>
        <p:txBody>
          <a:bodyPr wrap="square">
            <a:spAutoFit/>
          </a:bodyPr>
          <a:lstStyle/>
          <a:p>
            <a:pPr marL="342900" marR="0" lvl="0" indent="-342900" defTabSz="914400" eaLnBrk="0" fontAlgn="base" latinLnBrk="0" hangingPunct="0">
              <a:lnSpc>
                <a:spcPct val="130000"/>
              </a:lnSpc>
              <a:spcBef>
                <a:spcPct val="50000"/>
              </a:spcBef>
              <a:spcAft>
                <a:spcPct val="0"/>
              </a:spcAft>
              <a:buClrTx/>
              <a:buSzTx/>
              <a:buFontTx/>
              <a:buNone/>
              <a:tabLst/>
              <a:defRPr/>
            </a:pPr>
            <a:r>
              <a:rPr kumimoji="0" lang="es-ES" sz="1600" b="1" i="0" u="none" strike="noStrike" kern="0" cap="none" spc="0" normalizeH="0" baseline="0" noProof="0" dirty="0">
                <a:ln>
                  <a:noFill/>
                </a:ln>
                <a:solidFill>
                  <a:srgbClr val="000000"/>
                </a:solidFill>
                <a:effectLst/>
                <a:uLnTx/>
                <a:uFillTx/>
                <a:latin typeface="Arial"/>
              </a:rPr>
              <a:t>No hay efectos sobre la ruta crítica. La ruta ahora es:</a:t>
            </a:r>
          </a:p>
        </p:txBody>
      </p:sp>
      <p:sp>
        <p:nvSpPr>
          <p:cNvPr id="31" name="Line 61"/>
          <p:cNvSpPr>
            <a:spLocks noChangeShapeType="1"/>
          </p:cNvSpPr>
          <p:nvPr/>
        </p:nvSpPr>
        <p:spPr bwMode="auto">
          <a:xfrm>
            <a:off x="3492992" y="4591363"/>
            <a:ext cx="1655763" cy="0"/>
          </a:xfrm>
          <a:prstGeom prst="line">
            <a:avLst/>
          </a:prstGeom>
          <a:noFill/>
          <a:ln w="317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pPr algn="ctr" eaLnBrk="0" fontAlgn="base" hangingPunct="0">
              <a:spcBef>
                <a:spcPct val="0"/>
              </a:spcBef>
              <a:spcAft>
                <a:spcPct val="0"/>
              </a:spcAft>
            </a:pPr>
            <a:endParaRPr lang="en-US" sz="1100" b="1">
              <a:solidFill>
                <a:srgbClr val="767676"/>
              </a:solidFill>
              <a:latin typeface="Verdana" pitchFamily="34" charset="0"/>
            </a:endParaRPr>
          </a:p>
        </p:txBody>
      </p:sp>
      <p:sp>
        <p:nvSpPr>
          <p:cNvPr id="32" name="Rectangle 119"/>
          <p:cNvSpPr>
            <a:spLocks noChangeArrowheads="1"/>
          </p:cNvSpPr>
          <p:nvPr/>
        </p:nvSpPr>
        <p:spPr bwMode="auto">
          <a:xfrm>
            <a:off x="414463" y="1961046"/>
            <a:ext cx="1460657" cy="412421"/>
          </a:xfrm>
          <a:prstGeom prst="rect">
            <a:avLst/>
          </a:prstGeom>
          <a:solidFill>
            <a:srgbClr val="FFFFFF"/>
          </a:solidFill>
          <a:ln>
            <a:noFill/>
          </a:ln>
          <a:extLst>
            <a:ext uri="{91240B29-F687-4F45-9708-019B960494DF}">
              <a14:hiddenLine xmlns:a14="http://schemas.microsoft.com/office/drawing/2010/main" w="3175" algn="ctr">
                <a:solidFill>
                  <a:srgbClr val="000000"/>
                </a:solidFill>
                <a:miter lim="800000"/>
                <a:headEnd/>
                <a:tailEnd/>
              </a14:hiddenLine>
            </a:ext>
          </a:extLst>
        </p:spPr>
        <p:txBody>
          <a:bodyPr wrap="none">
            <a:spAutoFit/>
          </a:bodyPr>
          <a:lstStyle/>
          <a:p>
            <a:pPr marL="0" marR="0" lvl="0" indent="0" algn="ctr" defTabSz="914400" eaLnBrk="1" fontAlgn="base" latinLnBrk="0" hangingPunct="1">
              <a:lnSpc>
                <a:spcPct val="130000"/>
              </a:lnSpc>
              <a:spcBef>
                <a:spcPct val="0"/>
              </a:spcBef>
              <a:spcAft>
                <a:spcPct val="0"/>
              </a:spcAft>
              <a:buClrTx/>
              <a:buSzTx/>
              <a:buFontTx/>
              <a:buNone/>
              <a:tabLst/>
              <a:defRPr/>
            </a:pPr>
            <a:r>
              <a:rPr lang="es-ES_tradnl" sz="1600" b="1" kern="0" dirty="0">
                <a:solidFill>
                  <a:srgbClr val="000099"/>
                </a:solidFill>
                <a:latin typeface="Arial" pitchFamily="34" charset="0"/>
                <a:cs typeface="Arial" pitchFamily="34" charset="0"/>
              </a:rPr>
              <a:t>Respuesta 2</a:t>
            </a:r>
            <a:r>
              <a:rPr kumimoji="0" lang="es-ES_tradnl" sz="1600" b="1" i="0" u="none" strike="noStrike" kern="0" cap="none" spc="0" normalizeH="0" baseline="0" noProof="0" dirty="0">
                <a:ln>
                  <a:noFill/>
                </a:ln>
                <a:solidFill>
                  <a:srgbClr val="000099"/>
                </a:solidFill>
                <a:effectLst/>
                <a:uLnTx/>
                <a:uFillTx/>
                <a:latin typeface="Arial" pitchFamily="34" charset="0"/>
                <a:cs typeface="Arial" pitchFamily="34" charset="0"/>
              </a:rPr>
              <a:t>:</a:t>
            </a:r>
          </a:p>
        </p:txBody>
      </p:sp>
      <p:sp>
        <p:nvSpPr>
          <p:cNvPr id="35" name="Título 1">
            <a:extLst>
              <a:ext uri="{FF2B5EF4-FFF2-40B4-BE49-F238E27FC236}">
                <a16:creationId xmlns:a16="http://schemas.microsoft.com/office/drawing/2014/main" id="{D128400A-5EEA-728E-5551-58F7A3787F9D}"/>
              </a:ext>
            </a:extLst>
          </p:cNvPr>
          <p:cNvSpPr>
            <a:spLocks noGrp="1"/>
          </p:cNvSpPr>
          <p:nvPr>
            <p:ph type="title"/>
          </p:nvPr>
        </p:nvSpPr>
        <p:spPr>
          <a:xfrm>
            <a:off x="292288" y="377263"/>
            <a:ext cx="9083723" cy="1325563"/>
          </a:xfrm>
        </p:spPr>
        <p:txBody>
          <a:bodyPr>
            <a:normAutofit/>
          </a:bodyPr>
          <a:lstStyle/>
          <a:p>
            <a:r>
              <a:rPr lang="es-ES" sz="4000" b="1" dirty="0"/>
              <a:t>03. ACTIVIDADES, SECUENCIAMIENTO, DURACIÓN Y HOLGURAS</a:t>
            </a:r>
            <a:endParaRPr lang="en-US" sz="4000" b="1" dirty="0"/>
          </a:p>
        </p:txBody>
      </p:sp>
      <p:pic>
        <p:nvPicPr>
          <p:cNvPr id="2" name="Imagen 1">
            <a:extLst>
              <a:ext uri="{FF2B5EF4-FFF2-40B4-BE49-F238E27FC236}">
                <a16:creationId xmlns:a16="http://schemas.microsoft.com/office/drawing/2014/main" id="{7DBF3509-DD4F-8E8A-0536-59E9FC602C61}"/>
              </a:ext>
            </a:extLst>
          </p:cNvPr>
          <p:cNvPicPr>
            <a:picLocks noChangeAspect="1"/>
          </p:cNvPicPr>
          <p:nvPr/>
        </p:nvPicPr>
        <p:blipFill>
          <a:blip r:embed="rId2"/>
          <a:stretch>
            <a:fillRect/>
          </a:stretch>
        </p:blipFill>
        <p:spPr>
          <a:xfrm>
            <a:off x="9897686" y="5907116"/>
            <a:ext cx="2033588" cy="731810"/>
          </a:xfrm>
          <a:prstGeom prst="rect">
            <a:avLst/>
          </a:prstGeom>
        </p:spPr>
      </p:pic>
    </p:spTree>
    <p:extLst>
      <p:ext uri="{BB962C8B-B14F-4D97-AF65-F5344CB8AC3E}">
        <p14:creationId xmlns:p14="http://schemas.microsoft.com/office/powerpoint/2010/main" val="9253085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77 Grupo"/>
          <p:cNvGrpSpPr/>
          <p:nvPr/>
        </p:nvGrpSpPr>
        <p:grpSpPr>
          <a:xfrm>
            <a:off x="7665231" y="2069263"/>
            <a:ext cx="1080000" cy="1453640"/>
            <a:chOff x="1802312" y="4567528"/>
            <a:chExt cx="1080000" cy="1453640"/>
          </a:xfrm>
        </p:grpSpPr>
        <p:sp>
          <p:nvSpPr>
            <p:cNvPr id="4" name="Text Box 21"/>
            <p:cNvSpPr txBox="1">
              <a:spLocks noChangeArrowheads="1"/>
            </p:cNvSpPr>
            <p:nvPr/>
          </p:nvSpPr>
          <p:spPr bwMode="auto">
            <a:xfrm>
              <a:off x="2172492" y="4567528"/>
              <a:ext cx="331788"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a:spAutoFit/>
            </a:bodyPr>
            <a:lstStyle>
              <a:lvl1pPr>
                <a:defRPr sz="1100" b="1">
                  <a:solidFill>
                    <a:srgbClr val="767676"/>
                  </a:solidFill>
                  <a:latin typeface="Verdana" pitchFamily="34" charset="0"/>
                </a:defRPr>
              </a:lvl1pPr>
              <a:lvl2pPr marL="742950" indent="-285750">
                <a:defRPr sz="1100" b="1">
                  <a:solidFill>
                    <a:srgbClr val="767676"/>
                  </a:solidFill>
                  <a:latin typeface="Verdana" pitchFamily="34" charset="0"/>
                </a:defRPr>
              </a:lvl2pPr>
              <a:lvl3pPr marL="1143000" indent="-228600">
                <a:defRPr sz="1100" b="1">
                  <a:solidFill>
                    <a:srgbClr val="767676"/>
                  </a:solidFill>
                  <a:latin typeface="Verdana" pitchFamily="34" charset="0"/>
                </a:defRPr>
              </a:lvl3pPr>
              <a:lvl4pPr marL="1600200" indent="-228600">
                <a:defRPr sz="1100" b="1">
                  <a:solidFill>
                    <a:srgbClr val="767676"/>
                  </a:solidFill>
                  <a:latin typeface="Verdana" pitchFamily="34" charset="0"/>
                </a:defRPr>
              </a:lvl4pPr>
              <a:lvl5pPr marL="2057400" indent="-228600">
                <a:defRPr sz="1100" b="1">
                  <a:solidFill>
                    <a:srgbClr val="767676"/>
                  </a:solidFill>
                  <a:latin typeface="Verdana" pitchFamily="34" charset="0"/>
                </a:defRPr>
              </a:lvl5pPr>
              <a:lvl6pPr marL="2514600" indent="-228600" algn="ctr" eaLnBrk="0" fontAlgn="base" hangingPunct="0">
                <a:spcBef>
                  <a:spcPct val="0"/>
                </a:spcBef>
                <a:spcAft>
                  <a:spcPct val="0"/>
                </a:spcAft>
                <a:defRPr sz="1100" b="1">
                  <a:solidFill>
                    <a:srgbClr val="767676"/>
                  </a:solidFill>
                  <a:latin typeface="Verdana" pitchFamily="34" charset="0"/>
                </a:defRPr>
              </a:lvl6pPr>
              <a:lvl7pPr marL="2971800" indent="-228600" algn="ctr" eaLnBrk="0" fontAlgn="base" hangingPunct="0">
                <a:spcBef>
                  <a:spcPct val="0"/>
                </a:spcBef>
                <a:spcAft>
                  <a:spcPct val="0"/>
                </a:spcAft>
                <a:defRPr sz="1100" b="1">
                  <a:solidFill>
                    <a:srgbClr val="767676"/>
                  </a:solidFill>
                  <a:latin typeface="Verdana" pitchFamily="34" charset="0"/>
                </a:defRPr>
              </a:lvl7pPr>
              <a:lvl8pPr marL="3429000" indent="-228600" algn="ctr" eaLnBrk="0" fontAlgn="base" hangingPunct="0">
                <a:spcBef>
                  <a:spcPct val="0"/>
                </a:spcBef>
                <a:spcAft>
                  <a:spcPct val="0"/>
                </a:spcAft>
                <a:defRPr sz="1100" b="1">
                  <a:solidFill>
                    <a:srgbClr val="767676"/>
                  </a:solidFill>
                  <a:latin typeface="Verdana" pitchFamily="34" charset="0"/>
                </a:defRPr>
              </a:lvl8pPr>
              <a:lvl9pPr marL="3886200" indent="-228600" algn="ctr" eaLnBrk="0" fontAlgn="base" hangingPunct="0">
                <a:spcBef>
                  <a:spcPct val="0"/>
                </a:spcBef>
                <a:spcAft>
                  <a:spcPct val="0"/>
                </a:spcAft>
                <a:defRPr sz="1100" b="1">
                  <a:solidFill>
                    <a:srgbClr val="767676"/>
                  </a:solidFill>
                  <a:latin typeface="Verdana" pitchFamily="34" charset="0"/>
                </a:defRPr>
              </a:lvl9pPr>
            </a:lstStyle>
            <a:p>
              <a:pPr marL="0" marR="0" lvl="0" indent="0" algn="ctr" defTabSz="914400" eaLnBrk="0" fontAlgn="base" latinLnBrk="0" hangingPunct="0">
                <a:lnSpc>
                  <a:spcPct val="100000"/>
                </a:lnSpc>
                <a:spcBef>
                  <a:spcPct val="50000"/>
                </a:spcBef>
                <a:spcAft>
                  <a:spcPct val="0"/>
                </a:spcAft>
                <a:buClrTx/>
                <a:buSzTx/>
                <a:buFontTx/>
                <a:buNone/>
                <a:tabLst/>
                <a:defRPr/>
              </a:pPr>
              <a:r>
                <a:rPr kumimoji="0" lang="es-PE" sz="1500" b="1" i="0" u="none" strike="noStrike" kern="0" cap="none" spc="0" normalizeH="0" baseline="0" noProof="0" dirty="0">
                  <a:ln>
                    <a:noFill/>
                  </a:ln>
                  <a:solidFill>
                    <a:srgbClr val="000000"/>
                  </a:solidFill>
                  <a:effectLst/>
                  <a:uLnTx/>
                  <a:uFillTx/>
                  <a:latin typeface="Verdana" pitchFamily="34" charset="0"/>
                </a:rPr>
                <a:t>8</a:t>
              </a:r>
            </a:p>
          </p:txBody>
        </p:sp>
        <p:grpSp>
          <p:nvGrpSpPr>
            <p:cNvPr id="5" name="79 Grupo"/>
            <p:cNvGrpSpPr/>
            <p:nvPr/>
          </p:nvGrpSpPr>
          <p:grpSpPr>
            <a:xfrm>
              <a:off x="1802312" y="4941168"/>
              <a:ext cx="1080000" cy="1080000"/>
              <a:chOff x="1802312" y="4941168"/>
              <a:chExt cx="1080000" cy="1080000"/>
            </a:xfrm>
          </p:grpSpPr>
          <p:sp>
            <p:nvSpPr>
              <p:cNvPr id="6" name="Rectangle 15"/>
              <p:cNvSpPr>
                <a:spLocks noChangeArrowheads="1"/>
              </p:cNvSpPr>
              <p:nvPr/>
            </p:nvSpPr>
            <p:spPr bwMode="auto">
              <a:xfrm>
                <a:off x="1802312" y="4941168"/>
                <a:ext cx="1080000" cy="1080000"/>
              </a:xfrm>
              <a:prstGeom prst="rect">
                <a:avLst/>
              </a:prstGeom>
              <a:solidFill>
                <a:srgbClr val="FFFFFF"/>
              </a:solidFill>
              <a:ln w="3175">
                <a:solidFill>
                  <a:srgbClr val="000000"/>
                </a:solidFill>
                <a:miter lim="800000"/>
                <a:headEnd/>
                <a:tailEnd/>
              </a:ln>
            </p:spPr>
            <p:txBody>
              <a:bodyPr wrap="none" anchor="ctr"/>
              <a:lstStyle/>
              <a:p>
                <a:pPr marL="0" marR="0" lvl="0" indent="0" algn="ctr" defTabSz="914400" eaLnBrk="0" fontAlgn="base" latinLnBrk="0" hangingPunct="0">
                  <a:lnSpc>
                    <a:spcPct val="100000"/>
                  </a:lnSpc>
                  <a:spcBef>
                    <a:spcPct val="0"/>
                  </a:spcBef>
                  <a:spcAft>
                    <a:spcPts val="600"/>
                  </a:spcAft>
                  <a:buClrTx/>
                  <a:buSzTx/>
                  <a:buFontTx/>
                  <a:buNone/>
                  <a:tabLst/>
                  <a:defRPr/>
                </a:pPr>
                <a:r>
                  <a:rPr kumimoji="0" lang="es-ES" sz="1500" b="0" i="0" u="none" strike="noStrike" kern="0" cap="none" spc="0" normalizeH="0" baseline="0" noProof="0" dirty="0">
                    <a:ln>
                      <a:noFill/>
                    </a:ln>
                    <a:solidFill>
                      <a:srgbClr val="000000"/>
                    </a:solidFill>
                    <a:effectLst/>
                    <a:uLnTx/>
                    <a:uFillTx/>
                    <a:latin typeface="Verdana" pitchFamily="34" charset="0"/>
                  </a:rPr>
                  <a:t>25       33</a:t>
                </a:r>
              </a:p>
              <a:p>
                <a:pPr marL="0" marR="0" lvl="0" indent="0" algn="ctr" defTabSz="914400" eaLnBrk="0" fontAlgn="base" latinLnBrk="0" hangingPunct="0">
                  <a:lnSpc>
                    <a:spcPct val="100000"/>
                  </a:lnSpc>
                  <a:spcBef>
                    <a:spcPct val="0"/>
                  </a:spcBef>
                  <a:spcAft>
                    <a:spcPct val="0"/>
                  </a:spcAft>
                  <a:buClrTx/>
                  <a:buSzTx/>
                  <a:buFontTx/>
                  <a:buNone/>
                  <a:tabLst/>
                  <a:defRPr/>
                </a:pPr>
                <a:r>
                  <a:rPr kumimoji="0" lang="es-ES" sz="1100" b="1" i="0" u="none" strike="noStrike" kern="0" cap="none" spc="0" normalizeH="0" baseline="0" noProof="0" dirty="0">
                    <a:ln>
                      <a:noFill/>
                    </a:ln>
                    <a:solidFill>
                      <a:srgbClr val="000000"/>
                    </a:solidFill>
                    <a:effectLst/>
                    <a:uLnTx/>
                    <a:uFillTx/>
                    <a:latin typeface="Verdana" pitchFamily="34" charset="0"/>
                  </a:rPr>
                  <a:t>C</a:t>
                </a:r>
              </a:p>
              <a:p>
                <a:pPr marL="0" marR="0" lvl="0" indent="0" algn="ctr" defTabSz="914400" eaLnBrk="0" fontAlgn="base" latinLnBrk="0" hangingPunct="0">
                  <a:lnSpc>
                    <a:spcPct val="100000"/>
                  </a:lnSpc>
                  <a:spcBef>
                    <a:spcPct val="0"/>
                  </a:spcBef>
                  <a:spcAft>
                    <a:spcPct val="0"/>
                  </a:spcAft>
                  <a:buClrTx/>
                  <a:buSzTx/>
                  <a:buFontTx/>
                  <a:buNone/>
                  <a:tabLst/>
                  <a:defRPr/>
                </a:pPr>
                <a:r>
                  <a:rPr kumimoji="0" lang="es-ES" sz="1100" b="1" i="0" u="none" strike="noStrike" kern="0" cap="none" spc="0" normalizeH="0" baseline="0" noProof="0" dirty="0">
                    <a:ln>
                      <a:noFill/>
                    </a:ln>
                    <a:solidFill>
                      <a:srgbClr val="000000"/>
                    </a:solidFill>
                    <a:effectLst/>
                    <a:uLnTx/>
                    <a:uFillTx/>
                    <a:latin typeface="Verdana" pitchFamily="34" charset="0"/>
                  </a:rPr>
                  <a:t>F= 0</a:t>
                </a:r>
              </a:p>
              <a:p>
                <a:pPr marL="0" marR="0" lvl="0" indent="0" algn="ctr" defTabSz="914400" eaLnBrk="0" fontAlgn="base" latinLnBrk="0" hangingPunct="0">
                  <a:lnSpc>
                    <a:spcPct val="100000"/>
                  </a:lnSpc>
                  <a:spcBef>
                    <a:spcPts val="600"/>
                  </a:spcBef>
                  <a:spcAft>
                    <a:spcPct val="0"/>
                  </a:spcAft>
                  <a:buClrTx/>
                  <a:buSzTx/>
                  <a:buFontTx/>
                  <a:buNone/>
                  <a:tabLst/>
                  <a:defRPr/>
                </a:pPr>
                <a:r>
                  <a:rPr kumimoji="0" lang="es-ES" sz="1500" b="0" i="0" u="none" strike="noStrike" kern="0" cap="none" spc="0" normalizeH="0" baseline="0" noProof="0" dirty="0">
                    <a:ln>
                      <a:noFill/>
                    </a:ln>
                    <a:solidFill>
                      <a:srgbClr val="000000"/>
                    </a:solidFill>
                    <a:effectLst/>
                    <a:uLnTx/>
                    <a:uFillTx/>
                    <a:latin typeface="Verdana" pitchFamily="34" charset="0"/>
                  </a:rPr>
                  <a:t>25       33</a:t>
                </a:r>
                <a:endParaRPr kumimoji="0" lang="es-PE" sz="1500" b="0" i="0" u="none" strike="noStrike" kern="0" cap="none" spc="0" normalizeH="0" baseline="0" noProof="0" dirty="0">
                  <a:ln>
                    <a:noFill/>
                  </a:ln>
                  <a:solidFill>
                    <a:srgbClr val="000000"/>
                  </a:solidFill>
                  <a:effectLst/>
                  <a:uLnTx/>
                  <a:uFillTx/>
                  <a:latin typeface="Verdana" pitchFamily="34" charset="0"/>
                </a:endParaRPr>
              </a:p>
            </p:txBody>
          </p:sp>
          <p:sp>
            <p:nvSpPr>
              <p:cNvPr id="7" name="81 Cruz"/>
              <p:cNvSpPr/>
              <p:nvPr/>
            </p:nvSpPr>
            <p:spPr bwMode="auto">
              <a:xfrm>
                <a:off x="1802312" y="4941168"/>
                <a:ext cx="1080000" cy="1080000"/>
              </a:xfrm>
              <a:prstGeom prst="plus">
                <a:avLst>
                  <a:gd name="adj" fmla="val 32056"/>
                </a:avLst>
              </a:prstGeom>
              <a:noFill/>
              <a:ln w="3175" cap="flat" cmpd="sng" algn="ctr">
                <a:solidFill>
                  <a:srgbClr val="00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100" b="1" i="0" u="none" strike="noStrike" kern="0" cap="none" spc="0" normalizeH="0" baseline="0" noProof="0">
                  <a:ln>
                    <a:noFill/>
                  </a:ln>
                  <a:solidFill>
                    <a:srgbClr val="767676"/>
                  </a:solidFill>
                  <a:effectLst/>
                  <a:uLnTx/>
                  <a:uFillTx/>
                  <a:latin typeface="Verdana" pitchFamily="34" charset="0"/>
                </a:endParaRPr>
              </a:p>
            </p:txBody>
          </p:sp>
        </p:grpSp>
      </p:grpSp>
      <p:sp>
        <p:nvSpPr>
          <p:cNvPr id="8" name="AutoShape 5"/>
          <p:cNvSpPr>
            <a:spLocks noChangeArrowheads="1"/>
          </p:cNvSpPr>
          <p:nvPr/>
        </p:nvSpPr>
        <p:spPr bwMode="auto">
          <a:xfrm>
            <a:off x="879327" y="3865959"/>
            <a:ext cx="796925" cy="863600"/>
          </a:xfrm>
          <a:prstGeom prst="diamond">
            <a:avLst/>
          </a:prstGeom>
          <a:solidFill>
            <a:srgbClr val="FFFFFF"/>
          </a:solidFill>
          <a:ln w="3175">
            <a:solidFill>
              <a:srgbClr val="000000"/>
            </a:solidFill>
            <a:miter lim="800000"/>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s-ES" sz="1100" b="1" i="0" u="none" strike="noStrike" kern="0" cap="none" spc="0" normalizeH="0" baseline="0" noProof="0" dirty="0">
                <a:ln>
                  <a:noFill/>
                </a:ln>
                <a:solidFill>
                  <a:srgbClr val="000000"/>
                </a:solidFill>
                <a:effectLst/>
                <a:uLnTx/>
                <a:uFillTx/>
                <a:latin typeface="Verdana" pitchFamily="34" charset="0"/>
              </a:rPr>
              <a:t>Inicio</a:t>
            </a:r>
            <a:endParaRPr kumimoji="0" lang="es-PE" sz="1100" b="1" i="0" u="none" strike="noStrike" kern="0" cap="none" spc="0" normalizeH="0" baseline="0" noProof="0" dirty="0">
              <a:ln>
                <a:noFill/>
              </a:ln>
              <a:solidFill>
                <a:srgbClr val="000000"/>
              </a:solidFill>
              <a:effectLst/>
              <a:uLnTx/>
              <a:uFillTx/>
              <a:latin typeface="Verdana" pitchFamily="34" charset="0"/>
            </a:endParaRPr>
          </a:p>
        </p:txBody>
      </p:sp>
      <p:sp>
        <p:nvSpPr>
          <p:cNvPr id="9" name="Line 6"/>
          <p:cNvSpPr>
            <a:spLocks noChangeShapeType="1"/>
          </p:cNvSpPr>
          <p:nvPr/>
        </p:nvSpPr>
        <p:spPr bwMode="auto">
          <a:xfrm flipV="1">
            <a:off x="1461249" y="3489631"/>
            <a:ext cx="227443" cy="520698"/>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pPr algn="ctr" eaLnBrk="0" fontAlgn="base" hangingPunct="0">
              <a:spcBef>
                <a:spcPct val="0"/>
              </a:spcBef>
              <a:spcAft>
                <a:spcPct val="0"/>
              </a:spcAft>
            </a:pPr>
            <a:endParaRPr lang="en-US" sz="1100" b="1">
              <a:solidFill>
                <a:srgbClr val="767676"/>
              </a:solidFill>
              <a:latin typeface="Verdana" pitchFamily="34" charset="0"/>
            </a:endParaRPr>
          </a:p>
        </p:txBody>
      </p:sp>
      <p:sp>
        <p:nvSpPr>
          <p:cNvPr id="10" name="Line 7"/>
          <p:cNvSpPr>
            <a:spLocks noChangeShapeType="1"/>
          </p:cNvSpPr>
          <p:nvPr/>
        </p:nvSpPr>
        <p:spPr bwMode="auto">
          <a:xfrm>
            <a:off x="1562531" y="4524871"/>
            <a:ext cx="1100890" cy="1033570"/>
          </a:xfrm>
          <a:prstGeom prst="line">
            <a:avLst/>
          </a:prstGeom>
          <a:noFill/>
          <a:ln w="508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pPr algn="ctr" eaLnBrk="0" fontAlgn="base" hangingPunct="0">
              <a:spcBef>
                <a:spcPct val="0"/>
              </a:spcBef>
              <a:spcAft>
                <a:spcPct val="0"/>
              </a:spcAft>
            </a:pPr>
            <a:endParaRPr lang="en-US" sz="1100" b="1">
              <a:solidFill>
                <a:srgbClr val="767676"/>
              </a:solidFill>
              <a:latin typeface="Verdana" pitchFamily="34" charset="0"/>
            </a:endParaRPr>
          </a:p>
        </p:txBody>
      </p:sp>
      <p:sp>
        <p:nvSpPr>
          <p:cNvPr id="11" name="Line 13"/>
          <p:cNvSpPr>
            <a:spLocks noChangeShapeType="1"/>
          </p:cNvSpPr>
          <p:nvPr/>
        </p:nvSpPr>
        <p:spPr bwMode="auto">
          <a:xfrm>
            <a:off x="5677055" y="2966831"/>
            <a:ext cx="476250" cy="0"/>
          </a:xfrm>
          <a:prstGeom prst="line">
            <a:avLst/>
          </a:prstGeom>
          <a:noFill/>
          <a:ln w="571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pPr algn="ctr" eaLnBrk="0" fontAlgn="base" hangingPunct="0">
              <a:spcBef>
                <a:spcPct val="0"/>
              </a:spcBef>
              <a:spcAft>
                <a:spcPct val="0"/>
              </a:spcAft>
            </a:pPr>
            <a:endParaRPr lang="en-US" sz="1100" b="1">
              <a:solidFill>
                <a:srgbClr val="767676"/>
              </a:solidFill>
              <a:latin typeface="Verdana" pitchFamily="34" charset="0"/>
            </a:endParaRPr>
          </a:p>
        </p:txBody>
      </p:sp>
      <p:sp>
        <p:nvSpPr>
          <p:cNvPr id="12" name="AutoShape 14"/>
          <p:cNvSpPr>
            <a:spLocks noChangeArrowheads="1"/>
          </p:cNvSpPr>
          <p:nvPr/>
        </p:nvSpPr>
        <p:spPr bwMode="auto">
          <a:xfrm>
            <a:off x="8956663" y="3372346"/>
            <a:ext cx="796925" cy="863600"/>
          </a:xfrm>
          <a:prstGeom prst="diamond">
            <a:avLst/>
          </a:prstGeom>
          <a:solidFill>
            <a:srgbClr val="FFFFFF"/>
          </a:solidFill>
          <a:ln w="3175">
            <a:solidFill>
              <a:srgbClr val="000000"/>
            </a:solidFill>
            <a:miter lim="800000"/>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s-ES" sz="1100" b="1" i="0" u="none" strike="noStrike" kern="0" cap="none" spc="0" normalizeH="0" baseline="0" noProof="0" dirty="0">
                <a:ln>
                  <a:noFill/>
                </a:ln>
                <a:solidFill>
                  <a:srgbClr val="000000"/>
                </a:solidFill>
                <a:effectLst/>
                <a:uLnTx/>
                <a:uFillTx/>
                <a:latin typeface="Verdana" pitchFamily="34" charset="0"/>
              </a:rPr>
              <a:t>Fin</a:t>
            </a:r>
            <a:endParaRPr kumimoji="0" lang="es-PE" sz="1100" b="1" i="0" u="none" strike="noStrike" kern="0" cap="none" spc="0" normalizeH="0" baseline="0" noProof="0" dirty="0">
              <a:ln>
                <a:noFill/>
              </a:ln>
              <a:solidFill>
                <a:srgbClr val="000000"/>
              </a:solidFill>
              <a:effectLst/>
              <a:uLnTx/>
              <a:uFillTx/>
              <a:latin typeface="Verdana" pitchFamily="34" charset="0"/>
            </a:endParaRPr>
          </a:p>
        </p:txBody>
      </p:sp>
      <p:sp>
        <p:nvSpPr>
          <p:cNvPr id="13" name="Line 17"/>
          <p:cNvSpPr>
            <a:spLocks noChangeShapeType="1"/>
          </p:cNvSpPr>
          <p:nvPr/>
        </p:nvSpPr>
        <p:spPr bwMode="auto">
          <a:xfrm flipV="1">
            <a:off x="3797188" y="5449771"/>
            <a:ext cx="498475" cy="142875"/>
          </a:xfrm>
          <a:prstGeom prst="line">
            <a:avLst/>
          </a:prstGeom>
          <a:noFill/>
          <a:ln w="508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pPr algn="ctr" eaLnBrk="0" fontAlgn="base" hangingPunct="0">
              <a:spcBef>
                <a:spcPct val="0"/>
              </a:spcBef>
              <a:spcAft>
                <a:spcPct val="0"/>
              </a:spcAft>
            </a:pPr>
            <a:endParaRPr lang="en-US" sz="1100" b="1">
              <a:solidFill>
                <a:srgbClr val="767676"/>
              </a:solidFill>
              <a:latin typeface="Verdana" pitchFamily="34" charset="0"/>
            </a:endParaRPr>
          </a:p>
        </p:txBody>
      </p:sp>
      <p:sp>
        <p:nvSpPr>
          <p:cNvPr id="14" name="Line 18"/>
          <p:cNvSpPr>
            <a:spLocks noChangeShapeType="1"/>
          </p:cNvSpPr>
          <p:nvPr/>
        </p:nvSpPr>
        <p:spPr bwMode="auto">
          <a:xfrm flipV="1">
            <a:off x="4903676" y="3588245"/>
            <a:ext cx="331788" cy="912658"/>
          </a:xfrm>
          <a:prstGeom prst="line">
            <a:avLst/>
          </a:prstGeom>
          <a:noFill/>
          <a:ln w="508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pPr algn="ctr" eaLnBrk="0" fontAlgn="base" hangingPunct="0">
              <a:spcBef>
                <a:spcPct val="0"/>
              </a:spcBef>
              <a:spcAft>
                <a:spcPct val="0"/>
              </a:spcAft>
            </a:pPr>
            <a:endParaRPr lang="en-US" sz="1100" b="1">
              <a:solidFill>
                <a:srgbClr val="767676"/>
              </a:solidFill>
              <a:latin typeface="Verdana" pitchFamily="34" charset="0"/>
            </a:endParaRPr>
          </a:p>
        </p:txBody>
      </p:sp>
      <p:sp>
        <p:nvSpPr>
          <p:cNvPr id="15" name="Line 27"/>
          <p:cNvSpPr>
            <a:spLocks noChangeShapeType="1"/>
          </p:cNvSpPr>
          <p:nvPr/>
        </p:nvSpPr>
        <p:spPr bwMode="auto">
          <a:xfrm>
            <a:off x="7188981" y="3011984"/>
            <a:ext cx="476250" cy="0"/>
          </a:xfrm>
          <a:prstGeom prst="line">
            <a:avLst/>
          </a:prstGeom>
          <a:noFill/>
          <a:ln w="571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pPr algn="ctr" eaLnBrk="0" fontAlgn="base" hangingPunct="0">
              <a:spcBef>
                <a:spcPct val="0"/>
              </a:spcBef>
              <a:spcAft>
                <a:spcPct val="0"/>
              </a:spcAft>
            </a:pPr>
            <a:endParaRPr lang="en-US" sz="1100" b="1">
              <a:solidFill>
                <a:srgbClr val="767676"/>
              </a:solidFill>
              <a:latin typeface="Verdana" pitchFamily="34" charset="0"/>
            </a:endParaRPr>
          </a:p>
        </p:txBody>
      </p:sp>
      <p:sp>
        <p:nvSpPr>
          <p:cNvPr id="16" name="Line 29"/>
          <p:cNvSpPr>
            <a:spLocks noChangeShapeType="1"/>
          </p:cNvSpPr>
          <p:nvPr/>
        </p:nvSpPr>
        <p:spPr bwMode="auto">
          <a:xfrm>
            <a:off x="2922977" y="3588244"/>
            <a:ext cx="1605048" cy="1233335"/>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pPr algn="ctr" eaLnBrk="0" fontAlgn="base" hangingPunct="0">
              <a:spcBef>
                <a:spcPct val="0"/>
              </a:spcBef>
              <a:spcAft>
                <a:spcPct val="0"/>
              </a:spcAft>
            </a:pPr>
            <a:endParaRPr lang="en-US" sz="1100" b="1">
              <a:solidFill>
                <a:srgbClr val="767676"/>
              </a:solidFill>
              <a:latin typeface="Verdana" pitchFamily="34" charset="0"/>
            </a:endParaRPr>
          </a:p>
        </p:txBody>
      </p:sp>
      <p:sp>
        <p:nvSpPr>
          <p:cNvPr id="17" name="Line 31"/>
          <p:cNvSpPr>
            <a:spLocks noChangeShapeType="1"/>
          </p:cNvSpPr>
          <p:nvPr/>
        </p:nvSpPr>
        <p:spPr bwMode="auto">
          <a:xfrm>
            <a:off x="5422788" y="5449771"/>
            <a:ext cx="688975" cy="0"/>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pPr algn="r" eaLnBrk="0" fontAlgn="base" hangingPunct="0">
              <a:spcBef>
                <a:spcPct val="0"/>
              </a:spcBef>
              <a:spcAft>
                <a:spcPct val="0"/>
              </a:spcAft>
            </a:pPr>
            <a:endParaRPr lang="en-US" sz="1100" b="1" dirty="0">
              <a:solidFill>
                <a:srgbClr val="767676"/>
              </a:solidFill>
              <a:latin typeface="Verdana" pitchFamily="34" charset="0"/>
            </a:endParaRPr>
          </a:p>
        </p:txBody>
      </p:sp>
      <p:sp>
        <p:nvSpPr>
          <p:cNvPr id="18" name="Line 34"/>
          <p:cNvSpPr>
            <a:spLocks noChangeShapeType="1"/>
          </p:cNvSpPr>
          <p:nvPr/>
        </p:nvSpPr>
        <p:spPr bwMode="auto">
          <a:xfrm>
            <a:off x="8746595" y="3263819"/>
            <a:ext cx="431800" cy="288925"/>
          </a:xfrm>
          <a:prstGeom prst="line">
            <a:avLst/>
          </a:prstGeom>
          <a:noFill/>
          <a:ln w="571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pPr algn="ctr" eaLnBrk="0" fontAlgn="base" hangingPunct="0">
              <a:spcBef>
                <a:spcPct val="0"/>
              </a:spcBef>
              <a:spcAft>
                <a:spcPct val="0"/>
              </a:spcAft>
            </a:pPr>
            <a:endParaRPr lang="en-US" sz="1100" b="1">
              <a:solidFill>
                <a:srgbClr val="767676"/>
              </a:solidFill>
              <a:latin typeface="Verdana" pitchFamily="34" charset="0"/>
            </a:endParaRPr>
          </a:p>
        </p:txBody>
      </p:sp>
      <p:sp>
        <p:nvSpPr>
          <p:cNvPr id="19" name="Line 61"/>
          <p:cNvSpPr>
            <a:spLocks noChangeShapeType="1"/>
          </p:cNvSpPr>
          <p:nvPr/>
        </p:nvSpPr>
        <p:spPr bwMode="auto">
          <a:xfrm flipV="1">
            <a:off x="2840820" y="2966831"/>
            <a:ext cx="224902" cy="32645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pPr algn="r" eaLnBrk="0" fontAlgn="base" hangingPunct="0">
              <a:spcBef>
                <a:spcPct val="0"/>
              </a:spcBef>
              <a:spcAft>
                <a:spcPct val="0"/>
              </a:spcAft>
            </a:pPr>
            <a:endParaRPr lang="en-US" sz="1100" b="1" dirty="0">
              <a:solidFill>
                <a:srgbClr val="767676"/>
              </a:solidFill>
              <a:latin typeface="Verdana" pitchFamily="34" charset="0"/>
            </a:endParaRPr>
          </a:p>
        </p:txBody>
      </p:sp>
      <p:grpSp>
        <p:nvGrpSpPr>
          <p:cNvPr id="20" name="30 Grupo"/>
          <p:cNvGrpSpPr/>
          <p:nvPr/>
        </p:nvGrpSpPr>
        <p:grpSpPr>
          <a:xfrm>
            <a:off x="2663420" y="4644801"/>
            <a:ext cx="1080000" cy="1453640"/>
            <a:chOff x="1802312" y="4567528"/>
            <a:chExt cx="1080000" cy="1453640"/>
          </a:xfrm>
        </p:grpSpPr>
        <p:sp>
          <p:nvSpPr>
            <p:cNvPr id="21" name="Text Box 21"/>
            <p:cNvSpPr txBox="1">
              <a:spLocks noChangeArrowheads="1"/>
            </p:cNvSpPr>
            <p:nvPr/>
          </p:nvSpPr>
          <p:spPr bwMode="auto">
            <a:xfrm>
              <a:off x="2172492" y="4567528"/>
              <a:ext cx="331788"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a:spAutoFit/>
            </a:bodyPr>
            <a:lstStyle>
              <a:lvl1pPr>
                <a:defRPr sz="1100" b="1">
                  <a:solidFill>
                    <a:srgbClr val="767676"/>
                  </a:solidFill>
                  <a:latin typeface="Verdana" pitchFamily="34" charset="0"/>
                </a:defRPr>
              </a:lvl1pPr>
              <a:lvl2pPr marL="742950" indent="-285750">
                <a:defRPr sz="1100" b="1">
                  <a:solidFill>
                    <a:srgbClr val="767676"/>
                  </a:solidFill>
                  <a:latin typeface="Verdana" pitchFamily="34" charset="0"/>
                </a:defRPr>
              </a:lvl2pPr>
              <a:lvl3pPr marL="1143000" indent="-228600">
                <a:defRPr sz="1100" b="1">
                  <a:solidFill>
                    <a:srgbClr val="767676"/>
                  </a:solidFill>
                  <a:latin typeface="Verdana" pitchFamily="34" charset="0"/>
                </a:defRPr>
              </a:lvl3pPr>
              <a:lvl4pPr marL="1600200" indent="-228600">
                <a:defRPr sz="1100" b="1">
                  <a:solidFill>
                    <a:srgbClr val="767676"/>
                  </a:solidFill>
                  <a:latin typeface="Verdana" pitchFamily="34" charset="0"/>
                </a:defRPr>
              </a:lvl4pPr>
              <a:lvl5pPr marL="2057400" indent="-228600">
                <a:defRPr sz="1100" b="1">
                  <a:solidFill>
                    <a:srgbClr val="767676"/>
                  </a:solidFill>
                  <a:latin typeface="Verdana" pitchFamily="34" charset="0"/>
                </a:defRPr>
              </a:lvl5pPr>
              <a:lvl6pPr marL="2514600" indent="-228600" algn="ctr" eaLnBrk="0" fontAlgn="base" hangingPunct="0">
                <a:spcBef>
                  <a:spcPct val="0"/>
                </a:spcBef>
                <a:spcAft>
                  <a:spcPct val="0"/>
                </a:spcAft>
                <a:defRPr sz="1100" b="1">
                  <a:solidFill>
                    <a:srgbClr val="767676"/>
                  </a:solidFill>
                  <a:latin typeface="Verdana" pitchFamily="34" charset="0"/>
                </a:defRPr>
              </a:lvl6pPr>
              <a:lvl7pPr marL="2971800" indent="-228600" algn="ctr" eaLnBrk="0" fontAlgn="base" hangingPunct="0">
                <a:spcBef>
                  <a:spcPct val="0"/>
                </a:spcBef>
                <a:spcAft>
                  <a:spcPct val="0"/>
                </a:spcAft>
                <a:defRPr sz="1100" b="1">
                  <a:solidFill>
                    <a:srgbClr val="767676"/>
                  </a:solidFill>
                  <a:latin typeface="Verdana" pitchFamily="34" charset="0"/>
                </a:defRPr>
              </a:lvl7pPr>
              <a:lvl8pPr marL="3429000" indent="-228600" algn="ctr" eaLnBrk="0" fontAlgn="base" hangingPunct="0">
                <a:spcBef>
                  <a:spcPct val="0"/>
                </a:spcBef>
                <a:spcAft>
                  <a:spcPct val="0"/>
                </a:spcAft>
                <a:defRPr sz="1100" b="1">
                  <a:solidFill>
                    <a:srgbClr val="767676"/>
                  </a:solidFill>
                  <a:latin typeface="Verdana" pitchFamily="34" charset="0"/>
                </a:defRPr>
              </a:lvl8pPr>
              <a:lvl9pPr marL="3886200" indent="-228600" algn="ctr" eaLnBrk="0" fontAlgn="base" hangingPunct="0">
                <a:spcBef>
                  <a:spcPct val="0"/>
                </a:spcBef>
                <a:spcAft>
                  <a:spcPct val="0"/>
                </a:spcAft>
                <a:defRPr sz="1100" b="1">
                  <a:solidFill>
                    <a:srgbClr val="767676"/>
                  </a:solidFill>
                  <a:latin typeface="Verdana" pitchFamily="34" charset="0"/>
                </a:defRPr>
              </a:lvl9pPr>
            </a:lstStyle>
            <a:p>
              <a:pPr marL="0" marR="0" lvl="0" indent="0" algn="ctr" defTabSz="914400" eaLnBrk="0" fontAlgn="base" latinLnBrk="0" hangingPunct="0">
                <a:lnSpc>
                  <a:spcPct val="100000"/>
                </a:lnSpc>
                <a:spcBef>
                  <a:spcPct val="50000"/>
                </a:spcBef>
                <a:spcAft>
                  <a:spcPct val="0"/>
                </a:spcAft>
                <a:buClrTx/>
                <a:buSzTx/>
                <a:buFontTx/>
                <a:buNone/>
                <a:tabLst/>
                <a:defRPr/>
              </a:pPr>
              <a:r>
                <a:rPr kumimoji="0" lang="es-ES" sz="1500" b="1" i="0" u="none" strike="noStrike" kern="0" cap="none" spc="0" normalizeH="0" baseline="0" noProof="0" dirty="0">
                  <a:ln>
                    <a:noFill/>
                  </a:ln>
                  <a:solidFill>
                    <a:srgbClr val="000000"/>
                  </a:solidFill>
                  <a:effectLst/>
                  <a:uLnTx/>
                  <a:uFillTx/>
                  <a:latin typeface="Verdana" pitchFamily="34" charset="0"/>
                </a:rPr>
                <a:t>6</a:t>
              </a:r>
              <a:endParaRPr kumimoji="0" lang="es-PE" sz="1500" b="1" i="0" u="none" strike="noStrike" kern="0" cap="none" spc="0" normalizeH="0" baseline="0" noProof="0" dirty="0">
                <a:ln>
                  <a:noFill/>
                </a:ln>
                <a:solidFill>
                  <a:srgbClr val="000000"/>
                </a:solidFill>
                <a:effectLst/>
                <a:uLnTx/>
                <a:uFillTx/>
                <a:latin typeface="Verdana" pitchFamily="34" charset="0"/>
              </a:endParaRPr>
            </a:p>
          </p:txBody>
        </p:sp>
        <p:grpSp>
          <p:nvGrpSpPr>
            <p:cNvPr id="22" name="2 Grupo"/>
            <p:cNvGrpSpPr/>
            <p:nvPr/>
          </p:nvGrpSpPr>
          <p:grpSpPr>
            <a:xfrm>
              <a:off x="1802312" y="4941168"/>
              <a:ext cx="1080000" cy="1080000"/>
              <a:chOff x="1802312" y="4941168"/>
              <a:chExt cx="1080000" cy="1080000"/>
            </a:xfrm>
          </p:grpSpPr>
          <p:sp>
            <p:nvSpPr>
              <p:cNvPr id="23" name="Rectangle 15"/>
              <p:cNvSpPr>
                <a:spLocks noChangeArrowheads="1"/>
              </p:cNvSpPr>
              <p:nvPr/>
            </p:nvSpPr>
            <p:spPr bwMode="auto">
              <a:xfrm>
                <a:off x="1802312" y="4941168"/>
                <a:ext cx="1080000" cy="1080000"/>
              </a:xfrm>
              <a:prstGeom prst="rect">
                <a:avLst/>
              </a:prstGeom>
              <a:solidFill>
                <a:srgbClr val="FFFFFF"/>
              </a:solidFill>
              <a:ln w="3175">
                <a:solidFill>
                  <a:srgbClr val="000000"/>
                </a:solidFill>
                <a:miter lim="800000"/>
                <a:headEnd/>
                <a:tailEnd/>
              </a:ln>
            </p:spPr>
            <p:txBody>
              <a:bodyPr wrap="none" anchor="ctr"/>
              <a:lstStyle/>
              <a:p>
                <a:pPr marL="0" marR="0" lvl="0" indent="0" algn="r" defTabSz="914400" eaLnBrk="0" fontAlgn="base" latinLnBrk="0" hangingPunct="0">
                  <a:lnSpc>
                    <a:spcPct val="100000"/>
                  </a:lnSpc>
                  <a:spcBef>
                    <a:spcPct val="0"/>
                  </a:spcBef>
                  <a:spcAft>
                    <a:spcPts val="600"/>
                  </a:spcAft>
                  <a:buClrTx/>
                  <a:buSzTx/>
                  <a:buFontTx/>
                  <a:buNone/>
                  <a:tabLst/>
                  <a:defRPr/>
                </a:pPr>
                <a:r>
                  <a:rPr kumimoji="0" lang="es-ES" sz="1500" b="0" i="0" u="none" strike="noStrike" kern="0" cap="none" spc="0" normalizeH="0" baseline="0" noProof="0" dirty="0">
                    <a:ln>
                      <a:noFill/>
                    </a:ln>
                    <a:solidFill>
                      <a:srgbClr val="000000"/>
                    </a:solidFill>
                    <a:effectLst/>
                    <a:uLnTx/>
                    <a:uFillTx/>
                    <a:latin typeface="Verdana" pitchFamily="34" charset="0"/>
                  </a:rPr>
                  <a:t>0         6</a:t>
                </a:r>
              </a:p>
              <a:p>
                <a:pPr marL="0" marR="0" lvl="0" indent="0" algn="ctr" defTabSz="914400" eaLnBrk="0" fontAlgn="base" latinLnBrk="0" hangingPunct="0">
                  <a:lnSpc>
                    <a:spcPct val="100000"/>
                  </a:lnSpc>
                  <a:spcBef>
                    <a:spcPct val="0"/>
                  </a:spcBef>
                  <a:spcAft>
                    <a:spcPct val="0"/>
                  </a:spcAft>
                  <a:buClrTx/>
                  <a:buSzTx/>
                  <a:buFontTx/>
                  <a:buNone/>
                  <a:tabLst/>
                  <a:defRPr/>
                </a:pPr>
                <a:r>
                  <a:rPr kumimoji="0" lang="es-ES" sz="1100" b="1" i="0" u="none" strike="noStrike" kern="0" cap="none" spc="0" normalizeH="0" baseline="0" noProof="0" dirty="0">
                    <a:ln>
                      <a:noFill/>
                    </a:ln>
                    <a:solidFill>
                      <a:srgbClr val="000000"/>
                    </a:solidFill>
                    <a:effectLst/>
                    <a:uLnTx/>
                    <a:uFillTx/>
                    <a:latin typeface="Verdana" pitchFamily="34" charset="0"/>
                  </a:rPr>
                  <a:t>A</a:t>
                </a:r>
              </a:p>
              <a:p>
                <a:pPr marL="0" marR="0" lvl="0" indent="0" algn="ctr" defTabSz="914400" eaLnBrk="0" fontAlgn="base" latinLnBrk="0" hangingPunct="0">
                  <a:lnSpc>
                    <a:spcPct val="100000"/>
                  </a:lnSpc>
                  <a:spcBef>
                    <a:spcPct val="0"/>
                  </a:spcBef>
                  <a:spcAft>
                    <a:spcPct val="0"/>
                  </a:spcAft>
                  <a:buClrTx/>
                  <a:buSzTx/>
                  <a:buFontTx/>
                  <a:buNone/>
                  <a:tabLst/>
                  <a:defRPr/>
                </a:pPr>
                <a:r>
                  <a:rPr kumimoji="0" lang="es-ES" sz="1100" b="1" i="0" u="none" strike="noStrike" kern="0" cap="none" spc="0" normalizeH="0" baseline="0" noProof="0" dirty="0">
                    <a:ln>
                      <a:noFill/>
                    </a:ln>
                    <a:solidFill>
                      <a:srgbClr val="000000"/>
                    </a:solidFill>
                    <a:effectLst/>
                    <a:uLnTx/>
                    <a:uFillTx/>
                    <a:latin typeface="Verdana" pitchFamily="34" charset="0"/>
                  </a:rPr>
                  <a:t>F = 0</a:t>
                </a:r>
              </a:p>
              <a:p>
                <a:pPr marL="0" marR="0" lvl="0" indent="0" algn="r" defTabSz="914400" eaLnBrk="0" fontAlgn="base" latinLnBrk="0" hangingPunct="0">
                  <a:lnSpc>
                    <a:spcPct val="100000"/>
                  </a:lnSpc>
                  <a:spcBef>
                    <a:spcPts val="600"/>
                  </a:spcBef>
                  <a:spcAft>
                    <a:spcPct val="0"/>
                  </a:spcAft>
                  <a:buClrTx/>
                  <a:buSzTx/>
                  <a:buFontTx/>
                  <a:buNone/>
                  <a:tabLst/>
                  <a:defRPr/>
                </a:pPr>
                <a:r>
                  <a:rPr kumimoji="0" lang="es-ES" sz="1500" b="0" i="0" u="none" strike="noStrike" kern="0" cap="none" spc="0" normalizeH="0" baseline="0" noProof="0" dirty="0">
                    <a:ln>
                      <a:noFill/>
                    </a:ln>
                    <a:solidFill>
                      <a:srgbClr val="000000"/>
                    </a:solidFill>
                    <a:effectLst/>
                    <a:uLnTx/>
                    <a:uFillTx/>
                    <a:latin typeface="Verdana" pitchFamily="34" charset="0"/>
                  </a:rPr>
                  <a:t>0         6</a:t>
                </a:r>
                <a:endParaRPr kumimoji="0" lang="es-PE" sz="1500" b="0" i="0" u="none" strike="noStrike" kern="0" cap="none" spc="0" normalizeH="0" baseline="0" noProof="0" dirty="0">
                  <a:ln>
                    <a:noFill/>
                  </a:ln>
                  <a:solidFill>
                    <a:srgbClr val="000000"/>
                  </a:solidFill>
                  <a:effectLst/>
                  <a:uLnTx/>
                  <a:uFillTx/>
                  <a:latin typeface="Verdana" pitchFamily="34" charset="0"/>
                </a:endParaRPr>
              </a:p>
            </p:txBody>
          </p:sp>
          <p:sp>
            <p:nvSpPr>
              <p:cNvPr id="24" name="1 Cruz"/>
              <p:cNvSpPr/>
              <p:nvPr/>
            </p:nvSpPr>
            <p:spPr bwMode="auto">
              <a:xfrm>
                <a:off x="1802312" y="4941168"/>
                <a:ext cx="1080000" cy="1080000"/>
              </a:xfrm>
              <a:prstGeom prst="plus">
                <a:avLst>
                  <a:gd name="adj" fmla="val 32056"/>
                </a:avLst>
              </a:prstGeom>
              <a:noFill/>
              <a:ln w="3175" cap="flat" cmpd="sng" algn="ctr">
                <a:solidFill>
                  <a:srgbClr val="00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100" b="1" i="0" u="none" strike="noStrike" kern="0" cap="none" spc="0" normalizeH="0" baseline="0" noProof="0">
                  <a:ln>
                    <a:noFill/>
                  </a:ln>
                  <a:solidFill>
                    <a:srgbClr val="767676"/>
                  </a:solidFill>
                  <a:effectLst/>
                  <a:uLnTx/>
                  <a:uFillTx/>
                  <a:latin typeface="Verdana" pitchFamily="34" charset="0"/>
                </a:endParaRPr>
              </a:p>
            </p:txBody>
          </p:sp>
        </p:grpSp>
      </p:grpSp>
      <p:grpSp>
        <p:nvGrpSpPr>
          <p:cNvPr id="25" name="60 Grupo"/>
          <p:cNvGrpSpPr/>
          <p:nvPr/>
        </p:nvGrpSpPr>
        <p:grpSpPr>
          <a:xfrm>
            <a:off x="1746134" y="2432610"/>
            <a:ext cx="1080000" cy="1453640"/>
            <a:chOff x="1802312" y="4567528"/>
            <a:chExt cx="1080000" cy="1453640"/>
          </a:xfrm>
        </p:grpSpPr>
        <p:sp>
          <p:nvSpPr>
            <p:cNvPr id="26" name="Text Box 21"/>
            <p:cNvSpPr txBox="1">
              <a:spLocks noChangeArrowheads="1"/>
            </p:cNvSpPr>
            <p:nvPr/>
          </p:nvSpPr>
          <p:spPr bwMode="auto">
            <a:xfrm>
              <a:off x="2172492" y="4567528"/>
              <a:ext cx="331788"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a:spAutoFit/>
            </a:bodyPr>
            <a:lstStyle>
              <a:lvl1pPr>
                <a:defRPr sz="1100" b="1">
                  <a:solidFill>
                    <a:srgbClr val="767676"/>
                  </a:solidFill>
                  <a:latin typeface="Verdana" pitchFamily="34" charset="0"/>
                </a:defRPr>
              </a:lvl1pPr>
              <a:lvl2pPr marL="742950" indent="-285750">
                <a:defRPr sz="1100" b="1">
                  <a:solidFill>
                    <a:srgbClr val="767676"/>
                  </a:solidFill>
                  <a:latin typeface="Verdana" pitchFamily="34" charset="0"/>
                </a:defRPr>
              </a:lvl2pPr>
              <a:lvl3pPr marL="1143000" indent="-228600">
                <a:defRPr sz="1100" b="1">
                  <a:solidFill>
                    <a:srgbClr val="767676"/>
                  </a:solidFill>
                  <a:latin typeface="Verdana" pitchFamily="34" charset="0"/>
                </a:defRPr>
              </a:lvl3pPr>
              <a:lvl4pPr marL="1600200" indent="-228600">
                <a:defRPr sz="1100" b="1">
                  <a:solidFill>
                    <a:srgbClr val="767676"/>
                  </a:solidFill>
                  <a:latin typeface="Verdana" pitchFamily="34" charset="0"/>
                </a:defRPr>
              </a:lvl4pPr>
              <a:lvl5pPr marL="2057400" indent="-228600">
                <a:defRPr sz="1100" b="1">
                  <a:solidFill>
                    <a:srgbClr val="767676"/>
                  </a:solidFill>
                  <a:latin typeface="Verdana" pitchFamily="34" charset="0"/>
                </a:defRPr>
              </a:lvl5pPr>
              <a:lvl6pPr marL="2514600" indent="-228600" algn="ctr" eaLnBrk="0" fontAlgn="base" hangingPunct="0">
                <a:spcBef>
                  <a:spcPct val="0"/>
                </a:spcBef>
                <a:spcAft>
                  <a:spcPct val="0"/>
                </a:spcAft>
                <a:defRPr sz="1100" b="1">
                  <a:solidFill>
                    <a:srgbClr val="767676"/>
                  </a:solidFill>
                  <a:latin typeface="Verdana" pitchFamily="34" charset="0"/>
                </a:defRPr>
              </a:lvl6pPr>
              <a:lvl7pPr marL="2971800" indent="-228600" algn="ctr" eaLnBrk="0" fontAlgn="base" hangingPunct="0">
                <a:spcBef>
                  <a:spcPct val="0"/>
                </a:spcBef>
                <a:spcAft>
                  <a:spcPct val="0"/>
                </a:spcAft>
                <a:defRPr sz="1100" b="1">
                  <a:solidFill>
                    <a:srgbClr val="767676"/>
                  </a:solidFill>
                  <a:latin typeface="Verdana" pitchFamily="34" charset="0"/>
                </a:defRPr>
              </a:lvl7pPr>
              <a:lvl8pPr marL="3429000" indent="-228600" algn="ctr" eaLnBrk="0" fontAlgn="base" hangingPunct="0">
                <a:spcBef>
                  <a:spcPct val="0"/>
                </a:spcBef>
                <a:spcAft>
                  <a:spcPct val="0"/>
                </a:spcAft>
                <a:defRPr sz="1100" b="1">
                  <a:solidFill>
                    <a:srgbClr val="767676"/>
                  </a:solidFill>
                  <a:latin typeface="Verdana" pitchFamily="34" charset="0"/>
                </a:defRPr>
              </a:lvl8pPr>
              <a:lvl9pPr marL="3886200" indent="-228600" algn="ctr" eaLnBrk="0" fontAlgn="base" hangingPunct="0">
                <a:spcBef>
                  <a:spcPct val="0"/>
                </a:spcBef>
                <a:spcAft>
                  <a:spcPct val="0"/>
                </a:spcAft>
                <a:defRPr sz="1100" b="1">
                  <a:solidFill>
                    <a:srgbClr val="767676"/>
                  </a:solidFill>
                  <a:latin typeface="Verdana" pitchFamily="34" charset="0"/>
                </a:defRPr>
              </a:lvl9pPr>
            </a:lstStyle>
            <a:p>
              <a:pPr marL="0" marR="0" lvl="0" indent="0" algn="ctr" defTabSz="914400" eaLnBrk="0" fontAlgn="base" latinLnBrk="0" hangingPunct="0">
                <a:lnSpc>
                  <a:spcPct val="100000"/>
                </a:lnSpc>
                <a:spcBef>
                  <a:spcPct val="50000"/>
                </a:spcBef>
                <a:spcAft>
                  <a:spcPct val="0"/>
                </a:spcAft>
                <a:buClrTx/>
                <a:buSzTx/>
                <a:buFontTx/>
                <a:buNone/>
                <a:tabLst/>
                <a:defRPr/>
              </a:pPr>
              <a:r>
                <a:rPr kumimoji="0" lang="es-PE" sz="1500" b="1" i="0" u="none" strike="noStrike" kern="0" cap="none" spc="0" normalizeH="0" baseline="0" noProof="0" dirty="0">
                  <a:ln>
                    <a:noFill/>
                  </a:ln>
                  <a:solidFill>
                    <a:srgbClr val="000000"/>
                  </a:solidFill>
                  <a:effectLst/>
                  <a:uLnTx/>
                  <a:uFillTx/>
                  <a:latin typeface="Verdana" pitchFamily="34" charset="0"/>
                </a:rPr>
                <a:t>4</a:t>
              </a:r>
            </a:p>
          </p:txBody>
        </p:sp>
        <p:grpSp>
          <p:nvGrpSpPr>
            <p:cNvPr id="27" name="62 Grupo"/>
            <p:cNvGrpSpPr/>
            <p:nvPr/>
          </p:nvGrpSpPr>
          <p:grpSpPr>
            <a:xfrm>
              <a:off x="1802312" y="4941168"/>
              <a:ext cx="1080000" cy="1080000"/>
              <a:chOff x="1802312" y="4941168"/>
              <a:chExt cx="1080000" cy="1080000"/>
            </a:xfrm>
          </p:grpSpPr>
          <p:sp>
            <p:nvSpPr>
              <p:cNvPr id="28" name="Rectangle 15"/>
              <p:cNvSpPr>
                <a:spLocks noChangeArrowheads="1"/>
              </p:cNvSpPr>
              <p:nvPr/>
            </p:nvSpPr>
            <p:spPr bwMode="auto">
              <a:xfrm>
                <a:off x="1802312" y="4941168"/>
                <a:ext cx="1080000" cy="1080000"/>
              </a:xfrm>
              <a:prstGeom prst="rect">
                <a:avLst/>
              </a:prstGeom>
              <a:solidFill>
                <a:srgbClr val="FFFFFF"/>
              </a:solidFill>
              <a:ln w="3175">
                <a:solidFill>
                  <a:srgbClr val="000000"/>
                </a:solidFill>
                <a:miter lim="800000"/>
                <a:headEnd/>
                <a:tailEnd/>
              </a:ln>
            </p:spPr>
            <p:txBody>
              <a:bodyPr wrap="none" anchor="ctr"/>
              <a:lstStyle/>
              <a:p>
                <a:pPr marL="0" marR="0" lvl="0" indent="0" algn="r" defTabSz="914400" eaLnBrk="0" fontAlgn="base" latinLnBrk="0" hangingPunct="0">
                  <a:lnSpc>
                    <a:spcPct val="100000"/>
                  </a:lnSpc>
                  <a:spcBef>
                    <a:spcPct val="0"/>
                  </a:spcBef>
                  <a:spcAft>
                    <a:spcPts val="600"/>
                  </a:spcAft>
                  <a:buClrTx/>
                  <a:buSzTx/>
                  <a:buFontTx/>
                  <a:buNone/>
                  <a:tabLst/>
                  <a:defRPr/>
                </a:pPr>
                <a:r>
                  <a:rPr kumimoji="0" lang="es-ES" sz="1500" b="0" i="0" u="none" strike="noStrike" kern="0" cap="none" spc="0" normalizeH="0" baseline="0" noProof="0" dirty="0">
                    <a:ln>
                      <a:noFill/>
                    </a:ln>
                    <a:solidFill>
                      <a:srgbClr val="000000"/>
                    </a:solidFill>
                    <a:effectLst/>
                    <a:uLnTx/>
                    <a:uFillTx/>
                    <a:latin typeface="Verdana" pitchFamily="34" charset="0"/>
                  </a:rPr>
                  <a:t>0         4</a:t>
                </a:r>
              </a:p>
              <a:p>
                <a:pPr marL="0" marR="0" lvl="0" indent="0" algn="ctr" defTabSz="914400" eaLnBrk="0" fontAlgn="base" latinLnBrk="0" hangingPunct="0">
                  <a:lnSpc>
                    <a:spcPct val="100000"/>
                  </a:lnSpc>
                  <a:spcBef>
                    <a:spcPct val="0"/>
                  </a:spcBef>
                  <a:spcAft>
                    <a:spcPct val="0"/>
                  </a:spcAft>
                  <a:buClrTx/>
                  <a:buSzTx/>
                  <a:buFontTx/>
                  <a:buNone/>
                  <a:tabLst/>
                  <a:defRPr/>
                </a:pPr>
                <a:r>
                  <a:rPr kumimoji="0" lang="es-ES" sz="1100" b="1" i="0" u="none" strike="noStrike" kern="0" cap="none" spc="0" normalizeH="0" baseline="0" noProof="0" dirty="0">
                    <a:ln>
                      <a:noFill/>
                    </a:ln>
                    <a:solidFill>
                      <a:srgbClr val="000000"/>
                    </a:solidFill>
                    <a:effectLst/>
                    <a:uLnTx/>
                    <a:uFillTx/>
                    <a:latin typeface="Verdana" pitchFamily="34" charset="0"/>
                  </a:rPr>
                  <a:t>D</a:t>
                </a:r>
              </a:p>
              <a:p>
                <a:pPr marL="0" marR="0" lvl="0" indent="0" algn="ctr" defTabSz="914400" eaLnBrk="0" fontAlgn="base" latinLnBrk="0" hangingPunct="0">
                  <a:lnSpc>
                    <a:spcPct val="100000"/>
                  </a:lnSpc>
                  <a:spcBef>
                    <a:spcPct val="0"/>
                  </a:spcBef>
                  <a:spcAft>
                    <a:spcPct val="0"/>
                  </a:spcAft>
                  <a:buClrTx/>
                  <a:buSzTx/>
                  <a:buFontTx/>
                  <a:buNone/>
                  <a:tabLst/>
                  <a:defRPr/>
                </a:pPr>
                <a:r>
                  <a:rPr kumimoji="0" lang="es-ES" sz="1100" b="1" i="0" u="none" strike="noStrike" kern="0" cap="none" spc="0" normalizeH="0" baseline="0" noProof="0" dirty="0">
                    <a:ln>
                      <a:noFill/>
                    </a:ln>
                    <a:solidFill>
                      <a:srgbClr val="000000"/>
                    </a:solidFill>
                    <a:effectLst/>
                    <a:uLnTx/>
                    <a:uFillTx/>
                    <a:latin typeface="Verdana" pitchFamily="34" charset="0"/>
                  </a:rPr>
                  <a:t>F= 1</a:t>
                </a:r>
              </a:p>
              <a:p>
                <a:pPr marL="0" marR="0" lvl="0" indent="0" algn="r" defTabSz="914400" eaLnBrk="0" fontAlgn="base" latinLnBrk="0" hangingPunct="0">
                  <a:lnSpc>
                    <a:spcPct val="100000"/>
                  </a:lnSpc>
                  <a:spcBef>
                    <a:spcPts val="600"/>
                  </a:spcBef>
                  <a:spcAft>
                    <a:spcPct val="0"/>
                  </a:spcAft>
                  <a:buClrTx/>
                  <a:buSzTx/>
                  <a:buFontTx/>
                  <a:buNone/>
                  <a:tabLst/>
                  <a:defRPr/>
                </a:pPr>
                <a:r>
                  <a:rPr kumimoji="0" lang="es-ES" sz="1500" b="0" i="0" u="none" strike="noStrike" kern="0" cap="none" spc="0" normalizeH="0" baseline="0" noProof="0" dirty="0">
                    <a:ln>
                      <a:noFill/>
                    </a:ln>
                    <a:solidFill>
                      <a:srgbClr val="000000"/>
                    </a:solidFill>
                    <a:effectLst/>
                    <a:uLnTx/>
                    <a:uFillTx/>
                    <a:latin typeface="Verdana" pitchFamily="34" charset="0"/>
                  </a:rPr>
                  <a:t>1         5</a:t>
                </a:r>
                <a:endParaRPr kumimoji="0" lang="es-PE" sz="1500" b="0" i="0" u="none" strike="noStrike" kern="0" cap="none" spc="0" normalizeH="0" baseline="0" noProof="0" dirty="0">
                  <a:ln>
                    <a:noFill/>
                  </a:ln>
                  <a:solidFill>
                    <a:srgbClr val="000000"/>
                  </a:solidFill>
                  <a:effectLst/>
                  <a:uLnTx/>
                  <a:uFillTx/>
                  <a:latin typeface="Verdana" pitchFamily="34" charset="0"/>
                </a:endParaRPr>
              </a:p>
            </p:txBody>
          </p:sp>
          <p:sp>
            <p:nvSpPr>
              <p:cNvPr id="29" name="64 Cruz"/>
              <p:cNvSpPr/>
              <p:nvPr/>
            </p:nvSpPr>
            <p:spPr bwMode="auto">
              <a:xfrm>
                <a:off x="1802312" y="4941168"/>
                <a:ext cx="1080000" cy="1080000"/>
              </a:xfrm>
              <a:prstGeom prst="plus">
                <a:avLst>
                  <a:gd name="adj" fmla="val 32056"/>
                </a:avLst>
              </a:prstGeom>
              <a:noFill/>
              <a:ln w="3175" cap="flat" cmpd="sng" algn="ctr">
                <a:solidFill>
                  <a:srgbClr val="00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100" b="1" i="0" u="none" strike="noStrike" kern="0" cap="none" spc="0" normalizeH="0" baseline="0" noProof="0">
                  <a:ln>
                    <a:noFill/>
                  </a:ln>
                  <a:solidFill>
                    <a:srgbClr val="767676"/>
                  </a:solidFill>
                  <a:effectLst/>
                  <a:uLnTx/>
                  <a:uFillTx/>
                  <a:latin typeface="Verdana" pitchFamily="34" charset="0"/>
                </a:endParaRPr>
              </a:p>
            </p:txBody>
          </p:sp>
        </p:grpSp>
      </p:grpSp>
      <p:grpSp>
        <p:nvGrpSpPr>
          <p:cNvPr id="30" name="65 Grupo"/>
          <p:cNvGrpSpPr/>
          <p:nvPr/>
        </p:nvGrpSpPr>
        <p:grpSpPr>
          <a:xfrm>
            <a:off x="4281100" y="4500905"/>
            <a:ext cx="1080000" cy="1453640"/>
            <a:chOff x="1802312" y="4567528"/>
            <a:chExt cx="1080000" cy="1453640"/>
          </a:xfrm>
        </p:grpSpPr>
        <p:sp>
          <p:nvSpPr>
            <p:cNvPr id="31" name="Text Box 21"/>
            <p:cNvSpPr txBox="1">
              <a:spLocks noChangeArrowheads="1"/>
            </p:cNvSpPr>
            <p:nvPr/>
          </p:nvSpPr>
          <p:spPr bwMode="auto">
            <a:xfrm>
              <a:off x="2172492" y="4567528"/>
              <a:ext cx="331788"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a:spAutoFit/>
            </a:bodyPr>
            <a:lstStyle>
              <a:lvl1pPr>
                <a:defRPr sz="1100" b="1">
                  <a:solidFill>
                    <a:srgbClr val="767676"/>
                  </a:solidFill>
                  <a:latin typeface="Verdana" pitchFamily="34" charset="0"/>
                </a:defRPr>
              </a:lvl1pPr>
              <a:lvl2pPr marL="742950" indent="-285750">
                <a:defRPr sz="1100" b="1">
                  <a:solidFill>
                    <a:srgbClr val="767676"/>
                  </a:solidFill>
                  <a:latin typeface="Verdana" pitchFamily="34" charset="0"/>
                </a:defRPr>
              </a:lvl2pPr>
              <a:lvl3pPr marL="1143000" indent="-228600">
                <a:defRPr sz="1100" b="1">
                  <a:solidFill>
                    <a:srgbClr val="767676"/>
                  </a:solidFill>
                  <a:latin typeface="Verdana" pitchFamily="34" charset="0"/>
                </a:defRPr>
              </a:lvl3pPr>
              <a:lvl4pPr marL="1600200" indent="-228600">
                <a:defRPr sz="1100" b="1">
                  <a:solidFill>
                    <a:srgbClr val="767676"/>
                  </a:solidFill>
                  <a:latin typeface="Verdana" pitchFamily="34" charset="0"/>
                </a:defRPr>
              </a:lvl4pPr>
              <a:lvl5pPr marL="2057400" indent="-228600">
                <a:defRPr sz="1100" b="1">
                  <a:solidFill>
                    <a:srgbClr val="767676"/>
                  </a:solidFill>
                  <a:latin typeface="Verdana" pitchFamily="34" charset="0"/>
                </a:defRPr>
              </a:lvl5pPr>
              <a:lvl6pPr marL="2514600" indent="-228600" algn="ctr" eaLnBrk="0" fontAlgn="base" hangingPunct="0">
                <a:spcBef>
                  <a:spcPct val="0"/>
                </a:spcBef>
                <a:spcAft>
                  <a:spcPct val="0"/>
                </a:spcAft>
                <a:defRPr sz="1100" b="1">
                  <a:solidFill>
                    <a:srgbClr val="767676"/>
                  </a:solidFill>
                  <a:latin typeface="Verdana" pitchFamily="34" charset="0"/>
                </a:defRPr>
              </a:lvl6pPr>
              <a:lvl7pPr marL="2971800" indent="-228600" algn="ctr" eaLnBrk="0" fontAlgn="base" hangingPunct="0">
                <a:spcBef>
                  <a:spcPct val="0"/>
                </a:spcBef>
                <a:spcAft>
                  <a:spcPct val="0"/>
                </a:spcAft>
                <a:defRPr sz="1100" b="1">
                  <a:solidFill>
                    <a:srgbClr val="767676"/>
                  </a:solidFill>
                  <a:latin typeface="Verdana" pitchFamily="34" charset="0"/>
                </a:defRPr>
              </a:lvl7pPr>
              <a:lvl8pPr marL="3429000" indent="-228600" algn="ctr" eaLnBrk="0" fontAlgn="base" hangingPunct="0">
                <a:spcBef>
                  <a:spcPct val="0"/>
                </a:spcBef>
                <a:spcAft>
                  <a:spcPct val="0"/>
                </a:spcAft>
                <a:defRPr sz="1100" b="1">
                  <a:solidFill>
                    <a:srgbClr val="767676"/>
                  </a:solidFill>
                  <a:latin typeface="Verdana" pitchFamily="34" charset="0"/>
                </a:defRPr>
              </a:lvl8pPr>
              <a:lvl9pPr marL="3886200" indent="-228600" algn="ctr" eaLnBrk="0" fontAlgn="base" hangingPunct="0">
                <a:spcBef>
                  <a:spcPct val="0"/>
                </a:spcBef>
                <a:spcAft>
                  <a:spcPct val="0"/>
                </a:spcAft>
                <a:defRPr sz="1100" b="1">
                  <a:solidFill>
                    <a:srgbClr val="767676"/>
                  </a:solidFill>
                  <a:latin typeface="Verdana" pitchFamily="34" charset="0"/>
                </a:defRPr>
              </a:lvl9pPr>
            </a:lstStyle>
            <a:p>
              <a:pPr marL="0" marR="0" lvl="0" indent="0" algn="ctr" defTabSz="914400" eaLnBrk="0" fontAlgn="base" latinLnBrk="0" hangingPunct="0">
                <a:lnSpc>
                  <a:spcPct val="100000"/>
                </a:lnSpc>
                <a:spcBef>
                  <a:spcPct val="50000"/>
                </a:spcBef>
                <a:spcAft>
                  <a:spcPct val="0"/>
                </a:spcAft>
                <a:buClrTx/>
                <a:buSzTx/>
                <a:buFontTx/>
                <a:buNone/>
                <a:tabLst/>
                <a:defRPr/>
              </a:pPr>
              <a:r>
                <a:rPr kumimoji="0" lang="es-PE" sz="1500" b="1" i="0" u="none" strike="noStrike" kern="0" cap="none" spc="0" normalizeH="0" baseline="0" noProof="0" dirty="0">
                  <a:ln>
                    <a:noFill/>
                  </a:ln>
                  <a:solidFill>
                    <a:srgbClr val="000000"/>
                  </a:solidFill>
                  <a:effectLst/>
                  <a:uLnTx/>
                  <a:uFillTx/>
                  <a:latin typeface="Verdana" pitchFamily="34" charset="0"/>
                </a:rPr>
                <a:t>7</a:t>
              </a:r>
            </a:p>
          </p:txBody>
        </p:sp>
        <p:grpSp>
          <p:nvGrpSpPr>
            <p:cNvPr id="32" name="67 Grupo"/>
            <p:cNvGrpSpPr/>
            <p:nvPr/>
          </p:nvGrpSpPr>
          <p:grpSpPr>
            <a:xfrm>
              <a:off x="1802312" y="4941168"/>
              <a:ext cx="1080000" cy="1080000"/>
              <a:chOff x="1802312" y="4941168"/>
              <a:chExt cx="1080000" cy="1080000"/>
            </a:xfrm>
          </p:grpSpPr>
          <p:sp>
            <p:nvSpPr>
              <p:cNvPr id="33" name="Rectangle 15"/>
              <p:cNvSpPr>
                <a:spLocks noChangeArrowheads="1"/>
              </p:cNvSpPr>
              <p:nvPr/>
            </p:nvSpPr>
            <p:spPr bwMode="auto">
              <a:xfrm>
                <a:off x="1802312" y="4941168"/>
                <a:ext cx="1080000" cy="1080000"/>
              </a:xfrm>
              <a:prstGeom prst="rect">
                <a:avLst/>
              </a:prstGeom>
              <a:solidFill>
                <a:srgbClr val="FFFFFF"/>
              </a:solidFill>
              <a:ln w="3175">
                <a:solidFill>
                  <a:srgbClr val="000000"/>
                </a:solidFill>
                <a:miter lim="800000"/>
                <a:headEnd/>
                <a:tailEnd/>
              </a:ln>
            </p:spPr>
            <p:txBody>
              <a:bodyPr wrap="none" anchor="ctr"/>
              <a:lstStyle/>
              <a:p>
                <a:pPr marL="0" marR="0" lvl="0" indent="0" algn="ctr" defTabSz="914400" eaLnBrk="0" fontAlgn="base" latinLnBrk="0" hangingPunct="0">
                  <a:lnSpc>
                    <a:spcPct val="100000"/>
                  </a:lnSpc>
                  <a:spcBef>
                    <a:spcPct val="0"/>
                  </a:spcBef>
                  <a:spcAft>
                    <a:spcPts val="600"/>
                  </a:spcAft>
                  <a:buClrTx/>
                  <a:buSzTx/>
                  <a:buFontTx/>
                  <a:buNone/>
                  <a:tabLst/>
                  <a:defRPr/>
                </a:pPr>
                <a:r>
                  <a:rPr kumimoji="0" lang="es-ES" sz="1500" b="0" i="0" u="none" strike="noStrike" kern="0" cap="none" spc="0" normalizeH="0" baseline="0" noProof="0" dirty="0">
                    <a:ln>
                      <a:noFill/>
                    </a:ln>
                    <a:solidFill>
                      <a:srgbClr val="000000"/>
                    </a:solidFill>
                    <a:effectLst/>
                    <a:uLnTx/>
                    <a:uFillTx/>
                    <a:latin typeface="Verdana" pitchFamily="34" charset="0"/>
                  </a:rPr>
                  <a:t>6        13</a:t>
                </a:r>
              </a:p>
              <a:p>
                <a:pPr marL="0" marR="0" lvl="0" indent="0" algn="ctr" defTabSz="914400" eaLnBrk="0" fontAlgn="base" latinLnBrk="0" hangingPunct="0">
                  <a:lnSpc>
                    <a:spcPct val="100000"/>
                  </a:lnSpc>
                  <a:spcBef>
                    <a:spcPct val="0"/>
                  </a:spcBef>
                  <a:spcAft>
                    <a:spcPct val="0"/>
                  </a:spcAft>
                  <a:buClrTx/>
                  <a:buSzTx/>
                  <a:buFontTx/>
                  <a:buNone/>
                  <a:tabLst/>
                  <a:defRPr/>
                </a:pPr>
                <a:r>
                  <a:rPr kumimoji="0" lang="es-ES" sz="1100" b="1" i="0" u="none" strike="noStrike" kern="0" cap="none" spc="0" normalizeH="0" baseline="0" noProof="0" dirty="0">
                    <a:ln>
                      <a:noFill/>
                    </a:ln>
                    <a:solidFill>
                      <a:srgbClr val="000000"/>
                    </a:solidFill>
                    <a:effectLst/>
                    <a:uLnTx/>
                    <a:uFillTx/>
                    <a:latin typeface="Verdana" pitchFamily="34" charset="0"/>
                  </a:rPr>
                  <a:t>F</a:t>
                </a:r>
              </a:p>
              <a:p>
                <a:pPr marL="0" marR="0" lvl="0" indent="0" algn="ctr" defTabSz="914400" eaLnBrk="0" fontAlgn="base" latinLnBrk="0" hangingPunct="0">
                  <a:lnSpc>
                    <a:spcPct val="100000"/>
                  </a:lnSpc>
                  <a:spcBef>
                    <a:spcPct val="0"/>
                  </a:spcBef>
                  <a:spcAft>
                    <a:spcPct val="0"/>
                  </a:spcAft>
                  <a:buClrTx/>
                  <a:buSzTx/>
                  <a:buFontTx/>
                  <a:buNone/>
                  <a:tabLst/>
                  <a:defRPr/>
                </a:pPr>
                <a:r>
                  <a:rPr kumimoji="0" lang="es-ES" sz="1100" b="1" i="0" u="none" strike="noStrike" kern="0" cap="none" spc="0" normalizeH="0" baseline="0" noProof="0" dirty="0">
                    <a:ln>
                      <a:noFill/>
                    </a:ln>
                    <a:solidFill>
                      <a:srgbClr val="000000"/>
                    </a:solidFill>
                    <a:effectLst/>
                    <a:uLnTx/>
                    <a:uFillTx/>
                    <a:latin typeface="Verdana" pitchFamily="34" charset="0"/>
                  </a:rPr>
                  <a:t>F= 0</a:t>
                </a:r>
              </a:p>
              <a:p>
                <a:pPr marL="0" marR="0" lvl="0" indent="0" algn="ctr" defTabSz="914400" eaLnBrk="0" fontAlgn="base" latinLnBrk="0" hangingPunct="0">
                  <a:lnSpc>
                    <a:spcPct val="100000"/>
                  </a:lnSpc>
                  <a:spcBef>
                    <a:spcPts val="600"/>
                  </a:spcBef>
                  <a:spcAft>
                    <a:spcPct val="0"/>
                  </a:spcAft>
                  <a:buClrTx/>
                  <a:buSzTx/>
                  <a:buFontTx/>
                  <a:buNone/>
                  <a:tabLst/>
                  <a:defRPr/>
                </a:pPr>
                <a:r>
                  <a:rPr kumimoji="0" lang="es-ES" sz="1500" b="0" i="0" u="none" strike="noStrike" kern="0" cap="none" spc="0" normalizeH="0" baseline="0" noProof="0" dirty="0">
                    <a:ln>
                      <a:noFill/>
                    </a:ln>
                    <a:solidFill>
                      <a:srgbClr val="000000"/>
                    </a:solidFill>
                    <a:effectLst/>
                    <a:uLnTx/>
                    <a:uFillTx/>
                    <a:latin typeface="Verdana" pitchFamily="34" charset="0"/>
                  </a:rPr>
                  <a:t>6         13</a:t>
                </a:r>
                <a:endParaRPr kumimoji="0" lang="es-PE" sz="1500" b="0" i="0" u="none" strike="noStrike" kern="0" cap="none" spc="0" normalizeH="0" baseline="0" noProof="0" dirty="0">
                  <a:ln>
                    <a:noFill/>
                  </a:ln>
                  <a:solidFill>
                    <a:srgbClr val="000000"/>
                  </a:solidFill>
                  <a:effectLst/>
                  <a:uLnTx/>
                  <a:uFillTx/>
                  <a:latin typeface="Verdana" pitchFamily="34" charset="0"/>
                </a:endParaRPr>
              </a:p>
            </p:txBody>
          </p:sp>
          <p:sp>
            <p:nvSpPr>
              <p:cNvPr id="34" name="69 Cruz"/>
              <p:cNvSpPr/>
              <p:nvPr/>
            </p:nvSpPr>
            <p:spPr bwMode="auto">
              <a:xfrm>
                <a:off x="1802312" y="4941168"/>
                <a:ext cx="1080000" cy="1080000"/>
              </a:xfrm>
              <a:prstGeom prst="plus">
                <a:avLst>
                  <a:gd name="adj" fmla="val 32056"/>
                </a:avLst>
              </a:prstGeom>
              <a:noFill/>
              <a:ln w="3175" cap="flat" cmpd="sng" algn="ctr">
                <a:solidFill>
                  <a:srgbClr val="00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100" b="1" i="0" u="none" strike="noStrike" kern="0" cap="none" spc="0" normalizeH="0" baseline="0" noProof="0">
                  <a:ln>
                    <a:noFill/>
                  </a:ln>
                  <a:solidFill>
                    <a:srgbClr val="767676"/>
                  </a:solidFill>
                  <a:effectLst/>
                  <a:uLnTx/>
                  <a:uFillTx/>
                  <a:latin typeface="Verdana" pitchFamily="34" charset="0"/>
                </a:endParaRPr>
              </a:p>
            </p:txBody>
          </p:sp>
        </p:grpSp>
      </p:grpSp>
      <p:grpSp>
        <p:nvGrpSpPr>
          <p:cNvPr id="35" name="70 Grupo"/>
          <p:cNvGrpSpPr/>
          <p:nvPr/>
        </p:nvGrpSpPr>
        <p:grpSpPr>
          <a:xfrm>
            <a:off x="6153308" y="4500905"/>
            <a:ext cx="1080000" cy="1453640"/>
            <a:chOff x="1802312" y="4567528"/>
            <a:chExt cx="1080000" cy="1453640"/>
          </a:xfrm>
        </p:grpSpPr>
        <p:sp>
          <p:nvSpPr>
            <p:cNvPr id="36" name="Text Box 21"/>
            <p:cNvSpPr txBox="1">
              <a:spLocks noChangeArrowheads="1"/>
            </p:cNvSpPr>
            <p:nvPr/>
          </p:nvSpPr>
          <p:spPr bwMode="auto">
            <a:xfrm>
              <a:off x="2172492" y="4567528"/>
              <a:ext cx="331788"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a:spAutoFit/>
            </a:bodyPr>
            <a:lstStyle>
              <a:lvl1pPr>
                <a:defRPr sz="1100" b="1">
                  <a:solidFill>
                    <a:srgbClr val="767676"/>
                  </a:solidFill>
                  <a:latin typeface="Verdana" pitchFamily="34" charset="0"/>
                </a:defRPr>
              </a:lvl1pPr>
              <a:lvl2pPr marL="742950" indent="-285750">
                <a:defRPr sz="1100" b="1">
                  <a:solidFill>
                    <a:srgbClr val="767676"/>
                  </a:solidFill>
                  <a:latin typeface="Verdana" pitchFamily="34" charset="0"/>
                </a:defRPr>
              </a:lvl2pPr>
              <a:lvl3pPr marL="1143000" indent="-228600">
                <a:defRPr sz="1100" b="1">
                  <a:solidFill>
                    <a:srgbClr val="767676"/>
                  </a:solidFill>
                  <a:latin typeface="Verdana" pitchFamily="34" charset="0"/>
                </a:defRPr>
              </a:lvl3pPr>
              <a:lvl4pPr marL="1600200" indent="-228600">
                <a:defRPr sz="1100" b="1">
                  <a:solidFill>
                    <a:srgbClr val="767676"/>
                  </a:solidFill>
                  <a:latin typeface="Verdana" pitchFamily="34" charset="0"/>
                </a:defRPr>
              </a:lvl4pPr>
              <a:lvl5pPr marL="2057400" indent="-228600">
                <a:defRPr sz="1100" b="1">
                  <a:solidFill>
                    <a:srgbClr val="767676"/>
                  </a:solidFill>
                  <a:latin typeface="Verdana" pitchFamily="34" charset="0"/>
                </a:defRPr>
              </a:lvl5pPr>
              <a:lvl6pPr marL="2514600" indent="-228600" algn="ctr" eaLnBrk="0" fontAlgn="base" hangingPunct="0">
                <a:spcBef>
                  <a:spcPct val="0"/>
                </a:spcBef>
                <a:spcAft>
                  <a:spcPct val="0"/>
                </a:spcAft>
                <a:defRPr sz="1100" b="1">
                  <a:solidFill>
                    <a:srgbClr val="767676"/>
                  </a:solidFill>
                  <a:latin typeface="Verdana" pitchFamily="34" charset="0"/>
                </a:defRPr>
              </a:lvl6pPr>
              <a:lvl7pPr marL="2971800" indent="-228600" algn="ctr" eaLnBrk="0" fontAlgn="base" hangingPunct="0">
                <a:spcBef>
                  <a:spcPct val="0"/>
                </a:spcBef>
                <a:spcAft>
                  <a:spcPct val="0"/>
                </a:spcAft>
                <a:defRPr sz="1100" b="1">
                  <a:solidFill>
                    <a:srgbClr val="767676"/>
                  </a:solidFill>
                  <a:latin typeface="Verdana" pitchFamily="34" charset="0"/>
                </a:defRPr>
              </a:lvl7pPr>
              <a:lvl8pPr marL="3429000" indent="-228600" algn="ctr" eaLnBrk="0" fontAlgn="base" hangingPunct="0">
                <a:spcBef>
                  <a:spcPct val="0"/>
                </a:spcBef>
                <a:spcAft>
                  <a:spcPct val="0"/>
                </a:spcAft>
                <a:defRPr sz="1100" b="1">
                  <a:solidFill>
                    <a:srgbClr val="767676"/>
                  </a:solidFill>
                  <a:latin typeface="Verdana" pitchFamily="34" charset="0"/>
                </a:defRPr>
              </a:lvl8pPr>
              <a:lvl9pPr marL="3886200" indent="-228600" algn="ctr" eaLnBrk="0" fontAlgn="base" hangingPunct="0">
                <a:spcBef>
                  <a:spcPct val="0"/>
                </a:spcBef>
                <a:spcAft>
                  <a:spcPct val="0"/>
                </a:spcAft>
                <a:defRPr sz="1100" b="1">
                  <a:solidFill>
                    <a:srgbClr val="767676"/>
                  </a:solidFill>
                  <a:latin typeface="Verdana" pitchFamily="34" charset="0"/>
                </a:defRPr>
              </a:lvl9pPr>
            </a:lstStyle>
            <a:p>
              <a:pPr marL="0" marR="0" lvl="0" indent="0" algn="ctr" defTabSz="914400" eaLnBrk="0" fontAlgn="base" latinLnBrk="0" hangingPunct="0">
                <a:lnSpc>
                  <a:spcPct val="100000"/>
                </a:lnSpc>
                <a:spcBef>
                  <a:spcPct val="50000"/>
                </a:spcBef>
                <a:spcAft>
                  <a:spcPct val="0"/>
                </a:spcAft>
                <a:buClrTx/>
                <a:buSzTx/>
                <a:buFontTx/>
                <a:buNone/>
                <a:tabLst/>
                <a:defRPr/>
              </a:pPr>
              <a:r>
                <a:rPr kumimoji="0" lang="es-PE" sz="1500" b="1" i="0" u="none" strike="noStrike" kern="0" cap="none" spc="0" normalizeH="0" baseline="0" noProof="0" dirty="0">
                  <a:ln>
                    <a:noFill/>
                  </a:ln>
                  <a:solidFill>
                    <a:srgbClr val="000000"/>
                  </a:solidFill>
                  <a:effectLst/>
                  <a:uLnTx/>
                  <a:uFillTx/>
                  <a:latin typeface="Verdana" pitchFamily="34" charset="0"/>
                </a:rPr>
                <a:t>5</a:t>
              </a:r>
            </a:p>
          </p:txBody>
        </p:sp>
        <p:grpSp>
          <p:nvGrpSpPr>
            <p:cNvPr id="37" name="72 Grupo"/>
            <p:cNvGrpSpPr/>
            <p:nvPr/>
          </p:nvGrpSpPr>
          <p:grpSpPr>
            <a:xfrm>
              <a:off x="1802312" y="4941168"/>
              <a:ext cx="1080000" cy="1080000"/>
              <a:chOff x="1802312" y="4941168"/>
              <a:chExt cx="1080000" cy="1080000"/>
            </a:xfrm>
          </p:grpSpPr>
          <p:sp>
            <p:nvSpPr>
              <p:cNvPr id="38" name="Rectangle 15"/>
              <p:cNvSpPr>
                <a:spLocks noChangeArrowheads="1"/>
              </p:cNvSpPr>
              <p:nvPr/>
            </p:nvSpPr>
            <p:spPr bwMode="auto">
              <a:xfrm>
                <a:off x="1802312" y="4941168"/>
                <a:ext cx="1080000" cy="1080000"/>
              </a:xfrm>
              <a:prstGeom prst="rect">
                <a:avLst/>
              </a:prstGeom>
              <a:solidFill>
                <a:srgbClr val="FFFFFF"/>
              </a:solidFill>
              <a:ln w="3175">
                <a:solidFill>
                  <a:srgbClr val="000000"/>
                </a:solidFill>
                <a:miter lim="800000"/>
                <a:headEnd/>
                <a:tailEnd/>
              </a:ln>
            </p:spPr>
            <p:txBody>
              <a:bodyPr wrap="none" anchor="ctr"/>
              <a:lstStyle/>
              <a:p>
                <a:pPr marL="0" marR="0" lvl="0" indent="0" algn="ctr" defTabSz="914400" eaLnBrk="0" fontAlgn="base" latinLnBrk="0" hangingPunct="0">
                  <a:lnSpc>
                    <a:spcPct val="100000"/>
                  </a:lnSpc>
                  <a:spcBef>
                    <a:spcPct val="0"/>
                  </a:spcBef>
                  <a:spcAft>
                    <a:spcPts val="600"/>
                  </a:spcAft>
                  <a:buClrTx/>
                  <a:buSzTx/>
                  <a:buFontTx/>
                  <a:buNone/>
                  <a:tabLst/>
                  <a:defRPr/>
                </a:pPr>
                <a:r>
                  <a:rPr kumimoji="0" lang="es-ES" sz="1500" b="0" i="0" u="none" strike="noStrike" kern="0" cap="none" spc="0" normalizeH="0" baseline="0" noProof="0" dirty="0">
                    <a:ln>
                      <a:noFill/>
                    </a:ln>
                    <a:solidFill>
                      <a:srgbClr val="000000"/>
                    </a:solidFill>
                    <a:effectLst/>
                    <a:uLnTx/>
                    <a:uFillTx/>
                    <a:latin typeface="Verdana" pitchFamily="34" charset="0"/>
                  </a:rPr>
                  <a:t>13        18</a:t>
                </a:r>
              </a:p>
              <a:p>
                <a:pPr marL="0" marR="0" lvl="0" indent="0" algn="ctr" defTabSz="914400" eaLnBrk="0" fontAlgn="base" latinLnBrk="0" hangingPunct="0">
                  <a:lnSpc>
                    <a:spcPct val="100000"/>
                  </a:lnSpc>
                  <a:spcBef>
                    <a:spcPct val="0"/>
                  </a:spcBef>
                  <a:spcAft>
                    <a:spcPct val="0"/>
                  </a:spcAft>
                  <a:buClrTx/>
                  <a:buSzTx/>
                  <a:buFontTx/>
                  <a:buNone/>
                  <a:tabLst/>
                  <a:defRPr/>
                </a:pPr>
                <a:r>
                  <a:rPr kumimoji="0" lang="es-ES" sz="1100" b="1" i="0" u="none" strike="noStrike" kern="0" cap="none" spc="0" normalizeH="0" baseline="0" noProof="0" dirty="0">
                    <a:ln>
                      <a:noFill/>
                    </a:ln>
                    <a:solidFill>
                      <a:srgbClr val="000000"/>
                    </a:solidFill>
                    <a:effectLst/>
                    <a:uLnTx/>
                    <a:uFillTx/>
                    <a:latin typeface="Verdana" pitchFamily="34" charset="0"/>
                  </a:rPr>
                  <a:t>B</a:t>
                </a:r>
              </a:p>
              <a:p>
                <a:pPr marL="0" marR="0" lvl="0" indent="0" algn="ctr" defTabSz="914400" eaLnBrk="0" fontAlgn="base" latinLnBrk="0" hangingPunct="0">
                  <a:lnSpc>
                    <a:spcPct val="100000"/>
                  </a:lnSpc>
                  <a:spcBef>
                    <a:spcPct val="0"/>
                  </a:spcBef>
                  <a:spcAft>
                    <a:spcPct val="0"/>
                  </a:spcAft>
                  <a:buClrTx/>
                  <a:buSzTx/>
                  <a:buFontTx/>
                  <a:buNone/>
                  <a:tabLst/>
                  <a:defRPr/>
                </a:pPr>
                <a:r>
                  <a:rPr kumimoji="0" lang="es-ES" sz="1100" b="1" i="0" u="none" strike="noStrike" kern="0" cap="none" spc="0" normalizeH="0" baseline="0" noProof="0" dirty="0">
                    <a:ln>
                      <a:noFill/>
                    </a:ln>
                    <a:solidFill>
                      <a:srgbClr val="000000"/>
                    </a:solidFill>
                    <a:effectLst/>
                    <a:uLnTx/>
                    <a:uFillTx/>
                    <a:latin typeface="Verdana" pitchFamily="34" charset="0"/>
                  </a:rPr>
                  <a:t>F= 15</a:t>
                </a:r>
              </a:p>
              <a:p>
                <a:pPr marL="0" marR="0" lvl="0" indent="0" algn="ctr" defTabSz="914400" eaLnBrk="0" fontAlgn="base" latinLnBrk="0" hangingPunct="0">
                  <a:lnSpc>
                    <a:spcPct val="100000"/>
                  </a:lnSpc>
                  <a:spcBef>
                    <a:spcPts val="600"/>
                  </a:spcBef>
                  <a:spcAft>
                    <a:spcPct val="0"/>
                  </a:spcAft>
                  <a:buClrTx/>
                  <a:buSzTx/>
                  <a:buFontTx/>
                  <a:buNone/>
                  <a:tabLst/>
                  <a:defRPr/>
                </a:pPr>
                <a:r>
                  <a:rPr kumimoji="0" lang="es-ES" sz="1500" b="0" i="0" u="none" strike="noStrike" kern="0" cap="none" spc="0" normalizeH="0" baseline="0" noProof="0" dirty="0">
                    <a:ln>
                      <a:noFill/>
                    </a:ln>
                    <a:solidFill>
                      <a:srgbClr val="000000"/>
                    </a:solidFill>
                    <a:effectLst/>
                    <a:uLnTx/>
                    <a:uFillTx/>
                    <a:latin typeface="Verdana" pitchFamily="34" charset="0"/>
                  </a:rPr>
                  <a:t>28        33</a:t>
                </a:r>
                <a:endParaRPr kumimoji="0" lang="es-PE" sz="1500" b="0" i="0" u="none" strike="noStrike" kern="0" cap="none" spc="0" normalizeH="0" baseline="0" noProof="0" dirty="0">
                  <a:ln>
                    <a:noFill/>
                  </a:ln>
                  <a:solidFill>
                    <a:srgbClr val="000000"/>
                  </a:solidFill>
                  <a:effectLst/>
                  <a:uLnTx/>
                  <a:uFillTx/>
                  <a:latin typeface="Verdana" pitchFamily="34" charset="0"/>
                </a:endParaRPr>
              </a:p>
            </p:txBody>
          </p:sp>
          <p:sp>
            <p:nvSpPr>
              <p:cNvPr id="39" name="74 Cruz"/>
              <p:cNvSpPr/>
              <p:nvPr/>
            </p:nvSpPr>
            <p:spPr bwMode="auto">
              <a:xfrm>
                <a:off x="1802312" y="4941168"/>
                <a:ext cx="1080000" cy="1080000"/>
              </a:xfrm>
              <a:prstGeom prst="plus">
                <a:avLst>
                  <a:gd name="adj" fmla="val 32056"/>
                </a:avLst>
              </a:prstGeom>
              <a:noFill/>
              <a:ln w="3175" cap="flat" cmpd="sng" algn="ctr">
                <a:solidFill>
                  <a:srgbClr val="00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100" b="1" i="0" u="none" strike="noStrike" kern="0" cap="none" spc="0" normalizeH="0" baseline="0" noProof="0">
                  <a:ln>
                    <a:noFill/>
                  </a:ln>
                  <a:solidFill>
                    <a:srgbClr val="767676"/>
                  </a:solidFill>
                  <a:effectLst/>
                  <a:uLnTx/>
                  <a:uFillTx/>
                  <a:latin typeface="Verdana" pitchFamily="34" charset="0"/>
                </a:endParaRPr>
              </a:p>
            </p:txBody>
          </p:sp>
        </p:grpSp>
      </p:grpSp>
      <p:sp>
        <p:nvSpPr>
          <p:cNvPr id="40" name="Rectangle 28"/>
          <p:cNvSpPr>
            <a:spLocks noChangeArrowheads="1"/>
          </p:cNvSpPr>
          <p:nvPr/>
        </p:nvSpPr>
        <p:spPr bwMode="auto">
          <a:xfrm>
            <a:off x="8035411" y="5192423"/>
            <a:ext cx="2959323" cy="504825"/>
          </a:xfrm>
          <a:prstGeom prst="rect">
            <a:avLst/>
          </a:prstGeom>
          <a:solidFill>
            <a:srgbClr val="FFFFFF"/>
          </a:solidFill>
          <a:ln w="3175">
            <a:solidFill>
              <a:srgbClr val="000000"/>
            </a:solidFill>
            <a:miter lim="800000"/>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r>
              <a:rPr lang="es-ES" sz="1200" b="1" kern="0" dirty="0">
                <a:solidFill>
                  <a:srgbClr val="000000"/>
                </a:solidFill>
                <a:latin typeface="Verdana" pitchFamily="34" charset="0"/>
              </a:rPr>
              <a:t>Duración total</a:t>
            </a:r>
            <a:r>
              <a:rPr kumimoji="0" lang="es-ES" sz="1200" b="1" i="0" u="none" strike="noStrike" kern="0" cap="none" spc="0" normalizeH="0" baseline="0" noProof="0" dirty="0">
                <a:ln>
                  <a:noFill/>
                </a:ln>
                <a:solidFill>
                  <a:srgbClr val="000000"/>
                </a:solidFill>
                <a:effectLst/>
                <a:uLnTx/>
                <a:uFillTx/>
                <a:latin typeface="Verdana" pitchFamily="34" charset="0"/>
              </a:rPr>
              <a:t>: 33 meses</a:t>
            </a:r>
            <a:endParaRPr kumimoji="0" lang="es-PE" sz="1200" b="1" i="0" u="none" strike="noStrike" kern="0" cap="none" spc="0" normalizeH="0" baseline="0" noProof="0" dirty="0">
              <a:ln>
                <a:noFill/>
              </a:ln>
              <a:solidFill>
                <a:srgbClr val="000000"/>
              </a:solidFill>
              <a:effectLst/>
              <a:uLnTx/>
              <a:uFillTx/>
              <a:latin typeface="Verdana" pitchFamily="34" charset="0"/>
            </a:endParaRPr>
          </a:p>
        </p:txBody>
      </p:sp>
      <p:sp>
        <p:nvSpPr>
          <p:cNvPr id="41" name="Line 31"/>
          <p:cNvSpPr>
            <a:spLocks noChangeShapeType="1"/>
          </p:cNvSpPr>
          <p:nvPr/>
        </p:nvSpPr>
        <p:spPr bwMode="auto">
          <a:xfrm flipV="1">
            <a:off x="7305316" y="4044574"/>
            <a:ext cx="1855369" cy="1369971"/>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pPr algn="r" eaLnBrk="0" fontAlgn="base" hangingPunct="0">
              <a:spcBef>
                <a:spcPct val="0"/>
              </a:spcBef>
              <a:spcAft>
                <a:spcPct val="0"/>
              </a:spcAft>
            </a:pPr>
            <a:endParaRPr lang="en-US" sz="1100" b="1" dirty="0">
              <a:solidFill>
                <a:srgbClr val="767676"/>
              </a:solidFill>
              <a:latin typeface="Verdana" pitchFamily="34" charset="0"/>
            </a:endParaRPr>
          </a:p>
        </p:txBody>
      </p:sp>
      <p:grpSp>
        <p:nvGrpSpPr>
          <p:cNvPr id="42" name="82 Grupo"/>
          <p:cNvGrpSpPr/>
          <p:nvPr/>
        </p:nvGrpSpPr>
        <p:grpSpPr>
          <a:xfrm>
            <a:off x="3098015" y="1963013"/>
            <a:ext cx="1080000" cy="1453640"/>
            <a:chOff x="1802312" y="4567528"/>
            <a:chExt cx="1080000" cy="1453640"/>
          </a:xfrm>
        </p:grpSpPr>
        <p:sp>
          <p:nvSpPr>
            <p:cNvPr id="43" name="Text Box 21"/>
            <p:cNvSpPr txBox="1">
              <a:spLocks noChangeArrowheads="1"/>
            </p:cNvSpPr>
            <p:nvPr/>
          </p:nvSpPr>
          <p:spPr bwMode="auto">
            <a:xfrm>
              <a:off x="2172492" y="4567528"/>
              <a:ext cx="331788"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a:spAutoFit/>
            </a:bodyPr>
            <a:lstStyle>
              <a:lvl1pPr>
                <a:defRPr sz="1100" b="1">
                  <a:solidFill>
                    <a:srgbClr val="767676"/>
                  </a:solidFill>
                  <a:latin typeface="Verdana" pitchFamily="34" charset="0"/>
                </a:defRPr>
              </a:lvl1pPr>
              <a:lvl2pPr marL="742950" indent="-285750">
                <a:defRPr sz="1100" b="1">
                  <a:solidFill>
                    <a:srgbClr val="767676"/>
                  </a:solidFill>
                  <a:latin typeface="Verdana" pitchFamily="34" charset="0"/>
                </a:defRPr>
              </a:lvl2pPr>
              <a:lvl3pPr marL="1143000" indent="-228600">
                <a:defRPr sz="1100" b="1">
                  <a:solidFill>
                    <a:srgbClr val="767676"/>
                  </a:solidFill>
                  <a:latin typeface="Verdana" pitchFamily="34" charset="0"/>
                </a:defRPr>
              </a:lvl3pPr>
              <a:lvl4pPr marL="1600200" indent="-228600">
                <a:defRPr sz="1100" b="1">
                  <a:solidFill>
                    <a:srgbClr val="767676"/>
                  </a:solidFill>
                  <a:latin typeface="Verdana" pitchFamily="34" charset="0"/>
                </a:defRPr>
              </a:lvl4pPr>
              <a:lvl5pPr marL="2057400" indent="-228600">
                <a:defRPr sz="1100" b="1">
                  <a:solidFill>
                    <a:srgbClr val="767676"/>
                  </a:solidFill>
                  <a:latin typeface="Verdana" pitchFamily="34" charset="0"/>
                </a:defRPr>
              </a:lvl5pPr>
              <a:lvl6pPr marL="2514600" indent="-228600" algn="ctr" eaLnBrk="0" fontAlgn="base" hangingPunct="0">
                <a:spcBef>
                  <a:spcPct val="0"/>
                </a:spcBef>
                <a:spcAft>
                  <a:spcPct val="0"/>
                </a:spcAft>
                <a:defRPr sz="1100" b="1">
                  <a:solidFill>
                    <a:srgbClr val="767676"/>
                  </a:solidFill>
                  <a:latin typeface="Verdana" pitchFamily="34" charset="0"/>
                </a:defRPr>
              </a:lvl6pPr>
              <a:lvl7pPr marL="2971800" indent="-228600" algn="ctr" eaLnBrk="0" fontAlgn="base" hangingPunct="0">
                <a:spcBef>
                  <a:spcPct val="0"/>
                </a:spcBef>
                <a:spcAft>
                  <a:spcPct val="0"/>
                </a:spcAft>
                <a:defRPr sz="1100" b="1">
                  <a:solidFill>
                    <a:srgbClr val="767676"/>
                  </a:solidFill>
                  <a:latin typeface="Verdana" pitchFamily="34" charset="0"/>
                </a:defRPr>
              </a:lvl7pPr>
              <a:lvl8pPr marL="3429000" indent="-228600" algn="ctr" eaLnBrk="0" fontAlgn="base" hangingPunct="0">
                <a:spcBef>
                  <a:spcPct val="0"/>
                </a:spcBef>
                <a:spcAft>
                  <a:spcPct val="0"/>
                </a:spcAft>
                <a:defRPr sz="1100" b="1">
                  <a:solidFill>
                    <a:srgbClr val="767676"/>
                  </a:solidFill>
                  <a:latin typeface="Verdana" pitchFamily="34" charset="0"/>
                </a:defRPr>
              </a:lvl8pPr>
              <a:lvl9pPr marL="3886200" indent="-228600" algn="ctr" eaLnBrk="0" fontAlgn="base" hangingPunct="0">
                <a:spcBef>
                  <a:spcPct val="0"/>
                </a:spcBef>
                <a:spcAft>
                  <a:spcPct val="0"/>
                </a:spcAft>
                <a:defRPr sz="1100" b="1">
                  <a:solidFill>
                    <a:srgbClr val="767676"/>
                  </a:solidFill>
                  <a:latin typeface="Verdana" pitchFamily="34" charset="0"/>
                </a:defRPr>
              </a:lvl9pPr>
            </a:lstStyle>
            <a:p>
              <a:pPr marL="0" marR="0" lvl="0" indent="0" algn="ctr" defTabSz="914400" eaLnBrk="0" fontAlgn="base" latinLnBrk="0" hangingPunct="0">
                <a:lnSpc>
                  <a:spcPct val="100000"/>
                </a:lnSpc>
                <a:spcBef>
                  <a:spcPct val="50000"/>
                </a:spcBef>
                <a:spcAft>
                  <a:spcPct val="0"/>
                </a:spcAft>
                <a:buClrTx/>
                <a:buSzTx/>
                <a:buFontTx/>
                <a:buNone/>
                <a:tabLst/>
                <a:defRPr/>
              </a:pPr>
              <a:r>
                <a:rPr kumimoji="0" lang="es-PE" sz="1500" b="1" i="0" u="none" strike="noStrike" kern="0" cap="none" spc="0" normalizeH="0" baseline="0" noProof="0" dirty="0">
                  <a:ln>
                    <a:noFill/>
                  </a:ln>
                  <a:solidFill>
                    <a:srgbClr val="000000"/>
                  </a:solidFill>
                  <a:effectLst/>
                  <a:uLnTx/>
                  <a:uFillTx/>
                  <a:latin typeface="Verdana" pitchFamily="34" charset="0"/>
                </a:rPr>
                <a:t>8</a:t>
              </a:r>
            </a:p>
          </p:txBody>
        </p:sp>
        <p:grpSp>
          <p:nvGrpSpPr>
            <p:cNvPr id="44" name="84 Grupo"/>
            <p:cNvGrpSpPr/>
            <p:nvPr/>
          </p:nvGrpSpPr>
          <p:grpSpPr>
            <a:xfrm>
              <a:off x="1802312" y="4941168"/>
              <a:ext cx="1080000" cy="1080000"/>
              <a:chOff x="1802312" y="4941168"/>
              <a:chExt cx="1080000" cy="1080000"/>
            </a:xfrm>
          </p:grpSpPr>
          <p:sp>
            <p:nvSpPr>
              <p:cNvPr id="45" name="Rectangle 15"/>
              <p:cNvSpPr>
                <a:spLocks noChangeArrowheads="1"/>
              </p:cNvSpPr>
              <p:nvPr/>
            </p:nvSpPr>
            <p:spPr bwMode="auto">
              <a:xfrm>
                <a:off x="1802312" y="4941168"/>
                <a:ext cx="1080000" cy="1080000"/>
              </a:xfrm>
              <a:prstGeom prst="rect">
                <a:avLst/>
              </a:prstGeom>
              <a:solidFill>
                <a:srgbClr val="FFFFFF"/>
              </a:solidFill>
              <a:ln w="3175">
                <a:solidFill>
                  <a:srgbClr val="000000"/>
                </a:solidFill>
                <a:miter lim="800000"/>
                <a:headEnd/>
                <a:tailEnd/>
              </a:ln>
            </p:spPr>
            <p:txBody>
              <a:bodyPr wrap="none" anchor="ctr"/>
              <a:lstStyle/>
              <a:p>
                <a:pPr marL="0" marR="0" lvl="0" indent="0" algn="r" defTabSz="914400" eaLnBrk="0" fontAlgn="base" latinLnBrk="0" hangingPunct="0">
                  <a:lnSpc>
                    <a:spcPct val="100000"/>
                  </a:lnSpc>
                  <a:spcBef>
                    <a:spcPct val="0"/>
                  </a:spcBef>
                  <a:spcAft>
                    <a:spcPts val="600"/>
                  </a:spcAft>
                  <a:buClrTx/>
                  <a:buSzTx/>
                  <a:buFontTx/>
                  <a:buNone/>
                  <a:tabLst/>
                  <a:defRPr/>
                </a:pPr>
                <a:r>
                  <a:rPr kumimoji="0" lang="es-ES" sz="1500" b="0" i="0" u="none" strike="noStrike" kern="0" cap="none" spc="0" normalizeH="0" baseline="0" noProof="0" dirty="0">
                    <a:ln>
                      <a:noFill/>
                    </a:ln>
                    <a:solidFill>
                      <a:srgbClr val="000000"/>
                    </a:solidFill>
                    <a:effectLst/>
                    <a:uLnTx/>
                    <a:uFillTx/>
                    <a:latin typeface="Verdana" pitchFamily="34" charset="0"/>
                  </a:rPr>
                  <a:t>4        12</a:t>
                </a:r>
              </a:p>
              <a:p>
                <a:pPr marL="0" marR="0" lvl="0" indent="0" algn="ctr" defTabSz="914400" eaLnBrk="0" fontAlgn="base" latinLnBrk="0" hangingPunct="0">
                  <a:lnSpc>
                    <a:spcPct val="100000"/>
                  </a:lnSpc>
                  <a:spcBef>
                    <a:spcPct val="0"/>
                  </a:spcBef>
                  <a:spcAft>
                    <a:spcPct val="0"/>
                  </a:spcAft>
                  <a:buClrTx/>
                  <a:buSzTx/>
                  <a:buFontTx/>
                  <a:buNone/>
                  <a:tabLst/>
                  <a:defRPr/>
                </a:pPr>
                <a:r>
                  <a:rPr kumimoji="0" lang="es-ES" sz="1100" b="1" i="0" u="none" strike="noStrike" kern="0" cap="none" spc="0" normalizeH="0" baseline="0" noProof="0" dirty="0">
                    <a:ln>
                      <a:noFill/>
                    </a:ln>
                    <a:solidFill>
                      <a:srgbClr val="000000"/>
                    </a:solidFill>
                    <a:effectLst/>
                    <a:uLnTx/>
                    <a:uFillTx/>
                    <a:latin typeface="Verdana" pitchFamily="34" charset="0"/>
                  </a:rPr>
                  <a:t>E</a:t>
                </a:r>
              </a:p>
              <a:p>
                <a:pPr marL="0" marR="0" lvl="0" indent="0" algn="ctr" defTabSz="914400" eaLnBrk="0" fontAlgn="base" latinLnBrk="0" hangingPunct="0">
                  <a:lnSpc>
                    <a:spcPct val="100000"/>
                  </a:lnSpc>
                  <a:spcBef>
                    <a:spcPct val="0"/>
                  </a:spcBef>
                  <a:spcAft>
                    <a:spcPct val="0"/>
                  </a:spcAft>
                  <a:buClrTx/>
                  <a:buSzTx/>
                  <a:buFontTx/>
                  <a:buNone/>
                  <a:tabLst/>
                  <a:defRPr/>
                </a:pPr>
                <a:r>
                  <a:rPr kumimoji="0" lang="es-ES" sz="1100" b="1" i="0" u="none" strike="noStrike" kern="0" cap="none" spc="0" normalizeH="0" baseline="0" noProof="0" dirty="0">
                    <a:ln>
                      <a:noFill/>
                    </a:ln>
                    <a:solidFill>
                      <a:srgbClr val="000000"/>
                    </a:solidFill>
                    <a:effectLst/>
                    <a:uLnTx/>
                    <a:uFillTx/>
                    <a:latin typeface="Verdana" pitchFamily="34" charset="0"/>
                  </a:rPr>
                  <a:t>F= 1</a:t>
                </a:r>
              </a:p>
              <a:p>
                <a:pPr marL="0" marR="0" lvl="0" indent="0" algn="r" defTabSz="914400" eaLnBrk="0" fontAlgn="base" latinLnBrk="0" hangingPunct="0">
                  <a:lnSpc>
                    <a:spcPct val="100000"/>
                  </a:lnSpc>
                  <a:spcBef>
                    <a:spcPts val="600"/>
                  </a:spcBef>
                  <a:spcAft>
                    <a:spcPct val="0"/>
                  </a:spcAft>
                  <a:buClrTx/>
                  <a:buSzTx/>
                  <a:buFontTx/>
                  <a:buNone/>
                  <a:tabLst/>
                  <a:defRPr/>
                </a:pPr>
                <a:r>
                  <a:rPr kumimoji="0" lang="es-ES" sz="1500" b="0" i="0" u="none" strike="noStrike" kern="0" cap="none" spc="0" normalizeH="0" baseline="0" noProof="0" dirty="0">
                    <a:ln>
                      <a:noFill/>
                    </a:ln>
                    <a:solidFill>
                      <a:srgbClr val="000000"/>
                    </a:solidFill>
                    <a:effectLst/>
                    <a:uLnTx/>
                    <a:uFillTx/>
                    <a:latin typeface="Verdana" pitchFamily="34" charset="0"/>
                  </a:rPr>
                  <a:t>    5        13</a:t>
                </a:r>
                <a:endParaRPr kumimoji="0" lang="es-PE" sz="1500" b="0" i="0" u="none" strike="noStrike" kern="0" cap="none" spc="0" normalizeH="0" baseline="0" noProof="0" dirty="0">
                  <a:ln>
                    <a:noFill/>
                  </a:ln>
                  <a:solidFill>
                    <a:srgbClr val="000000"/>
                  </a:solidFill>
                  <a:effectLst/>
                  <a:uLnTx/>
                  <a:uFillTx/>
                  <a:latin typeface="Verdana" pitchFamily="34" charset="0"/>
                </a:endParaRPr>
              </a:p>
            </p:txBody>
          </p:sp>
          <p:sp>
            <p:nvSpPr>
              <p:cNvPr id="46" name="86 Cruz"/>
              <p:cNvSpPr/>
              <p:nvPr/>
            </p:nvSpPr>
            <p:spPr bwMode="auto">
              <a:xfrm>
                <a:off x="1802312" y="4941168"/>
                <a:ext cx="1080000" cy="1080000"/>
              </a:xfrm>
              <a:prstGeom prst="plus">
                <a:avLst>
                  <a:gd name="adj" fmla="val 32056"/>
                </a:avLst>
              </a:prstGeom>
              <a:noFill/>
              <a:ln w="3175" cap="flat" cmpd="sng" algn="ctr">
                <a:solidFill>
                  <a:srgbClr val="00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100" b="1" i="0" u="none" strike="noStrike" kern="0" cap="none" spc="0" normalizeH="0" baseline="0" noProof="0">
                  <a:ln>
                    <a:noFill/>
                  </a:ln>
                  <a:solidFill>
                    <a:srgbClr val="767676"/>
                  </a:solidFill>
                  <a:effectLst/>
                  <a:uLnTx/>
                  <a:uFillTx/>
                  <a:latin typeface="Verdana" pitchFamily="34" charset="0"/>
                </a:endParaRPr>
              </a:p>
            </p:txBody>
          </p:sp>
        </p:grpSp>
      </p:grpSp>
      <p:grpSp>
        <p:nvGrpSpPr>
          <p:cNvPr id="47" name="87 Grupo"/>
          <p:cNvGrpSpPr/>
          <p:nvPr/>
        </p:nvGrpSpPr>
        <p:grpSpPr>
          <a:xfrm>
            <a:off x="6194501" y="2010205"/>
            <a:ext cx="1080000" cy="1453640"/>
            <a:chOff x="1802312" y="4567528"/>
            <a:chExt cx="1080000" cy="1453640"/>
          </a:xfrm>
        </p:grpSpPr>
        <p:sp>
          <p:nvSpPr>
            <p:cNvPr id="48" name="Text Box 21"/>
            <p:cNvSpPr txBox="1">
              <a:spLocks noChangeArrowheads="1"/>
            </p:cNvSpPr>
            <p:nvPr/>
          </p:nvSpPr>
          <p:spPr bwMode="auto">
            <a:xfrm>
              <a:off x="2172492" y="4567528"/>
              <a:ext cx="331788"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a:spAutoFit/>
            </a:bodyPr>
            <a:lstStyle>
              <a:lvl1pPr>
                <a:defRPr sz="1100" b="1">
                  <a:solidFill>
                    <a:srgbClr val="767676"/>
                  </a:solidFill>
                  <a:latin typeface="Verdana" pitchFamily="34" charset="0"/>
                </a:defRPr>
              </a:lvl1pPr>
              <a:lvl2pPr marL="742950" indent="-285750">
                <a:defRPr sz="1100" b="1">
                  <a:solidFill>
                    <a:srgbClr val="767676"/>
                  </a:solidFill>
                  <a:latin typeface="Verdana" pitchFamily="34" charset="0"/>
                </a:defRPr>
              </a:lvl2pPr>
              <a:lvl3pPr marL="1143000" indent="-228600">
                <a:defRPr sz="1100" b="1">
                  <a:solidFill>
                    <a:srgbClr val="767676"/>
                  </a:solidFill>
                  <a:latin typeface="Verdana" pitchFamily="34" charset="0"/>
                </a:defRPr>
              </a:lvl3pPr>
              <a:lvl4pPr marL="1600200" indent="-228600">
                <a:defRPr sz="1100" b="1">
                  <a:solidFill>
                    <a:srgbClr val="767676"/>
                  </a:solidFill>
                  <a:latin typeface="Verdana" pitchFamily="34" charset="0"/>
                </a:defRPr>
              </a:lvl4pPr>
              <a:lvl5pPr marL="2057400" indent="-228600">
                <a:defRPr sz="1100" b="1">
                  <a:solidFill>
                    <a:srgbClr val="767676"/>
                  </a:solidFill>
                  <a:latin typeface="Verdana" pitchFamily="34" charset="0"/>
                </a:defRPr>
              </a:lvl5pPr>
              <a:lvl6pPr marL="2514600" indent="-228600" algn="ctr" eaLnBrk="0" fontAlgn="base" hangingPunct="0">
                <a:spcBef>
                  <a:spcPct val="0"/>
                </a:spcBef>
                <a:spcAft>
                  <a:spcPct val="0"/>
                </a:spcAft>
                <a:defRPr sz="1100" b="1">
                  <a:solidFill>
                    <a:srgbClr val="767676"/>
                  </a:solidFill>
                  <a:latin typeface="Verdana" pitchFamily="34" charset="0"/>
                </a:defRPr>
              </a:lvl6pPr>
              <a:lvl7pPr marL="2971800" indent="-228600" algn="ctr" eaLnBrk="0" fontAlgn="base" hangingPunct="0">
                <a:spcBef>
                  <a:spcPct val="0"/>
                </a:spcBef>
                <a:spcAft>
                  <a:spcPct val="0"/>
                </a:spcAft>
                <a:defRPr sz="1100" b="1">
                  <a:solidFill>
                    <a:srgbClr val="767676"/>
                  </a:solidFill>
                  <a:latin typeface="Verdana" pitchFamily="34" charset="0"/>
                </a:defRPr>
              </a:lvl7pPr>
              <a:lvl8pPr marL="3429000" indent="-228600" algn="ctr" eaLnBrk="0" fontAlgn="base" hangingPunct="0">
                <a:spcBef>
                  <a:spcPct val="0"/>
                </a:spcBef>
                <a:spcAft>
                  <a:spcPct val="0"/>
                </a:spcAft>
                <a:defRPr sz="1100" b="1">
                  <a:solidFill>
                    <a:srgbClr val="767676"/>
                  </a:solidFill>
                  <a:latin typeface="Verdana" pitchFamily="34" charset="0"/>
                </a:defRPr>
              </a:lvl8pPr>
              <a:lvl9pPr marL="3886200" indent="-228600" algn="ctr" eaLnBrk="0" fontAlgn="base" hangingPunct="0">
                <a:spcBef>
                  <a:spcPct val="0"/>
                </a:spcBef>
                <a:spcAft>
                  <a:spcPct val="0"/>
                </a:spcAft>
                <a:defRPr sz="1100" b="1">
                  <a:solidFill>
                    <a:srgbClr val="767676"/>
                  </a:solidFill>
                  <a:latin typeface="Verdana" pitchFamily="34" charset="0"/>
                </a:defRPr>
              </a:lvl9pPr>
            </a:lstStyle>
            <a:p>
              <a:pPr marL="0" marR="0" lvl="0" indent="0" algn="ctr" defTabSz="914400" eaLnBrk="0" fontAlgn="base" latinLnBrk="0" hangingPunct="0">
                <a:lnSpc>
                  <a:spcPct val="100000"/>
                </a:lnSpc>
                <a:spcBef>
                  <a:spcPct val="50000"/>
                </a:spcBef>
                <a:spcAft>
                  <a:spcPct val="0"/>
                </a:spcAft>
                <a:buClrTx/>
                <a:buSzTx/>
                <a:buFontTx/>
                <a:buNone/>
                <a:tabLst/>
                <a:defRPr/>
              </a:pPr>
              <a:r>
                <a:rPr kumimoji="0" lang="es-PE" sz="1500" b="1" i="0" u="none" strike="noStrike" kern="0" cap="none" spc="0" normalizeH="0" baseline="0" noProof="0" dirty="0">
                  <a:ln>
                    <a:noFill/>
                  </a:ln>
                  <a:solidFill>
                    <a:srgbClr val="000000"/>
                  </a:solidFill>
                  <a:effectLst/>
                  <a:uLnTx/>
                  <a:uFillTx/>
                  <a:latin typeface="Verdana" pitchFamily="34" charset="0"/>
                </a:rPr>
                <a:t>7</a:t>
              </a:r>
            </a:p>
          </p:txBody>
        </p:sp>
        <p:grpSp>
          <p:nvGrpSpPr>
            <p:cNvPr id="49" name="89 Grupo"/>
            <p:cNvGrpSpPr/>
            <p:nvPr/>
          </p:nvGrpSpPr>
          <p:grpSpPr>
            <a:xfrm>
              <a:off x="1802312" y="4941168"/>
              <a:ext cx="1080000" cy="1080000"/>
              <a:chOff x="1802312" y="4941168"/>
              <a:chExt cx="1080000" cy="1080000"/>
            </a:xfrm>
          </p:grpSpPr>
          <p:sp>
            <p:nvSpPr>
              <p:cNvPr id="50" name="Rectangle 15"/>
              <p:cNvSpPr>
                <a:spLocks noChangeArrowheads="1"/>
              </p:cNvSpPr>
              <p:nvPr/>
            </p:nvSpPr>
            <p:spPr bwMode="auto">
              <a:xfrm>
                <a:off x="1802312" y="4941168"/>
                <a:ext cx="1080000" cy="1080000"/>
              </a:xfrm>
              <a:prstGeom prst="rect">
                <a:avLst/>
              </a:prstGeom>
              <a:solidFill>
                <a:srgbClr val="FFFFFF"/>
              </a:solidFill>
              <a:ln w="3175">
                <a:solidFill>
                  <a:srgbClr val="000000"/>
                </a:solidFill>
                <a:miter lim="800000"/>
                <a:headEnd/>
                <a:tailEnd/>
              </a:ln>
            </p:spPr>
            <p:txBody>
              <a:bodyPr wrap="none" anchor="ctr"/>
              <a:lstStyle/>
              <a:p>
                <a:pPr marL="0" marR="0" lvl="0" indent="0" algn="ctr" defTabSz="914400" eaLnBrk="0" fontAlgn="base" latinLnBrk="0" hangingPunct="0">
                  <a:lnSpc>
                    <a:spcPct val="100000"/>
                  </a:lnSpc>
                  <a:spcBef>
                    <a:spcPct val="0"/>
                  </a:spcBef>
                  <a:spcAft>
                    <a:spcPts val="600"/>
                  </a:spcAft>
                  <a:buClrTx/>
                  <a:buSzTx/>
                  <a:buFontTx/>
                  <a:buNone/>
                  <a:tabLst/>
                  <a:defRPr/>
                </a:pPr>
                <a:r>
                  <a:rPr kumimoji="0" lang="es-ES" sz="1500" b="0" i="0" u="none" strike="noStrike" kern="0" cap="none" spc="0" normalizeH="0" baseline="0" noProof="0" dirty="0">
                    <a:ln>
                      <a:noFill/>
                    </a:ln>
                    <a:solidFill>
                      <a:srgbClr val="000000"/>
                    </a:solidFill>
                    <a:effectLst/>
                    <a:uLnTx/>
                    <a:uFillTx/>
                    <a:latin typeface="Verdana" pitchFamily="34" charset="0"/>
                  </a:rPr>
                  <a:t>18       25</a:t>
                </a:r>
              </a:p>
              <a:p>
                <a:pPr marL="0" marR="0" lvl="0" indent="0" algn="ctr" defTabSz="914400" eaLnBrk="0" fontAlgn="base" latinLnBrk="0" hangingPunct="0">
                  <a:lnSpc>
                    <a:spcPct val="100000"/>
                  </a:lnSpc>
                  <a:spcBef>
                    <a:spcPct val="0"/>
                  </a:spcBef>
                  <a:spcAft>
                    <a:spcPct val="0"/>
                  </a:spcAft>
                  <a:buClrTx/>
                  <a:buSzTx/>
                  <a:buFontTx/>
                  <a:buNone/>
                  <a:tabLst/>
                  <a:defRPr/>
                </a:pPr>
                <a:r>
                  <a:rPr kumimoji="0" lang="es-ES" sz="1100" b="1" i="0" u="none" strike="noStrike" kern="0" cap="none" spc="0" normalizeH="0" baseline="0" noProof="0" dirty="0">
                    <a:ln>
                      <a:noFill/>
                    </a:ln>
                    <a:solidFill>
                      <a:srgbClr val="000000"/>
                    </a:solidFill>
                    <a:effectLst/>
                    <a:uLnTx/>
                    <a:uFillTx/>
                    <a:latin typeface="Verdana" pitchFamily="34" charset="0"/>
                  </a:rPr>
                  <a:t>H</a:t>
                </a:r>
              </a:p>
              <a:p>
                <a:pPr marL="0" marR="0" lvl="0" indent="0" algn="ctr" defTabSz="914400" eaLnBrk="0" fontAlgn="base" latinLnBrk="0" hangingPunct="0">
                  <a:lnSpc>
                    <a:spcPct val="100000"/>
                  </a:lnSpc>
                  <a:spcBef>
                    <a:spcPct val="0"/>
                  </a:spcBef>
                  <a:spcAft>
                    <a:spcPct val="0"/>
                  </a:spcAft>
                  <a:buClrTx/>
                  <a:buSzTx/>
                  <a:buFontTx/>
                  <a:buNone/>
                  <a:tabLst/>
                  <a:defRPr/>
                </a:pPr>
                <a:r>
                  <a:rPr kumimoji="0" lang="es-ES" sz="1100" b="1" i="0" u="none" strike="noStrike" kern="0" cap="none" spc="0" normalizeH="0" baseline="0" noProof="0" dirty="0">
                    <a:ln>
                      <a:noFill/>
                    </a:ln>
                    <a:solidFill>
                      <a:srgbClr val="000000"/>
                    </a:solidFill>
                    <a:effectLst/>
                    <a:uLnTx/>
                    <a:uFillTx/>
                    <a:latin typeface="Verdana" pitchFamily="34" charset="0"/>
                  </a:rPr>
                  <a:t>F= 0</a:t>
                </a:r>
              </a:p>
              <a:p>
                <a:pPr marL="0" marR="0" lvl="0" indent="0" algn="ctr" defTabSz="914400" eaLnBrk="0" fontAlgn="base" latinLnBrk="0" hangingPunct="0">
                  <a:lnSpc>
                    <a:spcPct val="100000"/>
                  </a:lnSpc>
                  <a:spcBef>
                    <a:spcPts val="600"/>
                  </a:spcBef>
                  <a:spcAft>
                    <a:spcPct val="0"/>
                  </a:spcAft>
                  <a:buClrTx/>
                  <a:buSzTx/>
                  <a:buFontTx/>
                  <a:buNone/>
                  <a:tabLst/>
                  <a:defRPr/>
                </a:pPr>
                <a:r>
                  <a:rPr kumimoji="0" lang="es-ES" sz="1500" b="0" i="0" u="none" strike="noStrike" kern="0" cap="none" spc="0" normalizeH="0" baseline="0" noProof="0" dirty="0">
                    <a:ln>
                      <a:noFill/>
                    </a:ln>
                    <a:solidFill>
                      <a:srgbClr val="000000"/>
                    </a:solidFill>
                    <a:effectLst/>
                    <a:uLnTx/>
                    <a:uFillTx/>
                    <a:latin typeface="Verdana" pitchFamily="34" charset="0"/>
                  </a:rPr>
                  <a:t>18       25</a:t>
                </a:r>
                <a:endParaRPr kumimoji="0" lang="es-PE" sz="1500" b="0" i="0" u="none" strike="noStrike" kern="0" cap="none" spc="0" normalizeH="0" baseline="0" noProof="0" dirty="0">
                  <a:ln>
                    <a:noFill/>
                  </a:ln>
                  <a:solidFill>
                    <a:srgbClr val="000000"/>
                  </a:solidFill>
                  <a:effectLst/>
                  <a:uLnTx/>
                  <a:uFillTx/>
                  <a:latin typeface="Verdana" pitchFamily="34" charset="0"/>
                </a:endParaRPr>
              </a:p>
            </p:txBody>
          </p:sp>
          <p:sp>
            <p:nvSpPr>
              <p:cNvPr id="51" name="91 Cruz"/>
              <p:cNvSpPr/>
              <p:nvPr/>
            </p:nvSpPr>
            <p:spPr bwMode="auto">
              <a:xfrm>
                <a:off x="1802312" y="4941168"/>
                <a:ext cx="1080000" cy="1080000"/>
              </a:xfrm>
              <a:prstGeom prst="plus">
                <a:avLst>
                  <a:gd name="adj" fmla="val 32056"/>
                </a:avLst>
              </a:prstGeom>
              <a:noFill/>
              <a:ln w="3175" cap="flat" cmpd="sng" algn="ctr">
                <a:solidFill>
                  <a:srgbClr val="00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100" b="1" i="0" u="none" strike="noStrike" kern="0" cap="none" spc="0" normalizeH="0" baseline="0" noProof="0">
                  <a:ln>
                    <a:noFill/>
                  </a:ln>
                  <a:solidFill>
                    <a:srgbClr val="767676"/>
                  </a:solidFill>
                  <a:effectLst/>
                  <a:uLnTx/>
                  <a:uFillTx/>
                  <a:latin typeface="Verdana" pitchFamily="34" charset="0"/>
                </a:endParaRPr>
              </a:p>
            </p:txBody>
          </p:sp>
        </p:grpSp>
      </p:grpSp>
      <p:grpSp>
        <p:nvGrpSpPr>
          <p:cNvPr id="52" name="92 Grupo"/>
          <p:cNvGrpSpPr/>
          <p:nvPr/>
        </p:nvGrpSpPr>
        <p:grpSpPr>
          <a:xfrm>
            <a:off x="4597055" y="1943856"/>
            <a:ext cx="1080000" cy="1453640"/>
            <a:chOff x="1802312" y="4567528"/>
            <a:chExt cx="1080000" cy="1453640"/>
          </a:xfrm>
        </p:grpSpPr>
        <p:sp>
          <p:nvSpPr>
            <p:cNvPr id="53" name="Text Box 21"/>
            <p:cNvSpPr txBox="1">
              <a:spLocks noChangeArrowheads="1"/>
            </p:cNvSpPr>
            <p:nvPr/>
          </p:nvSpPr>
          <p:spPr bwMode="auto">
            <a:xfrm>
              <a:off x="2172492" y="4567528"/>
              <a:ext cx="331788"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a:spAutoFit/>
            </a:bodyPr>
            <a:lstStyle>
              <a:lvl1pPr>
                <a:defRPr sz="1100" b="1">
                  <a:solidFill>
                    <a:srgbClr val="767676"/>
                  </a:solidFill>
                  <a:latin typeface="Verdana" pitchFamily="34" charset="0"/>
                </a:defRPr>
              </a:lvl1pPr>
              <a:lvl2pPr marL="742950" indent="-285750">
                <a:defRPr sz="1100" b="1">
                  <a:solidFill>
                    <a:srgbClr val="767676"/>
                  </a:solidFill>
                  <a:latin typeface="Verdana" pitchFamily="34" charset="0"/>
                </a:defRPr>
              </a:lvl2pPr>
              <a:lvl3pPr marL="1143000" indent="-228600">
                <a:defRPr sz="1100" b="1">
                  <a:solidFill>
                    <a:srgbClr val="767676"/>
                  </a:solidFill>
                  <a:latin typeface="Verdana" pitchFamily="34" charset="0"/>
                </a:defRPr>
              </a:lvl3pPr>
              <a:lvl4pPr marL="1600200" indent="-228600">
                <a:defRPr sz="1100" b="1">
                  <a:solidFill>
                    <a:srgbClr val="767676"/>
                  </a:solidFill>
                  <a:latin typeface="Verdana" pitchFamily="34" charset="0"/>
                </a:defRPr>
              </a:lvl4pPr>
              <a:lvl5pPr marL="2057400" indent="-228600">
                <a:defRPr sz="1100" b="1">
                  <a:solidFill>
                    <a:srgbClr val="767676"/>
                  </a:solidFill>
                  <a:latin typeface="Verdana" pitchFamily="34" charset="0"/>
                </a:defRPr>
              </a:lvl5pPr>
              <a:lvl6pPr marL="2514600" indent="-228600" algn="ctr" eaLnBrk="0" fontAlgn="base" hangingPunct="0">
                <a:spcBef>
                  <a:spcPct val="0"/>
                </a:spcBef>
                <a:spcAft>
                  <a:spcPct val="0"/>
                </a:spcAft>
                <a:defRPr sz="1100" b="1">
                  <a:solidFill>
                    <a:srgbClr val="767676"/>
                  </a:solidFill>
                  <a:latin typeface="Verdana" pitchFamily="34" charset="0"/>
                </a:defRPr>
              </a:lvl6pPr>
              <a:lvl7pPr marL="2971800" indent="-228600" algn="ctr" eaLnBrk="0" fontAlgn="base" hangingPunct="0">
                <a:spcBef>
                  <a:spcPct val="0"/>
                </a:spcBef>
                <a:spcAft>
                  <a:spcPct val="0"/>
                </a:spcAft>
                <a:defRPr sz="1100" b="1">
                  <a:solidFill>
                    <a:srgbClr val="767676"/>
                  </a:solidFill>
                  <a:latin typeface="Verdana" pitchFamily="34" charset="0"/>
                </a:defRPr>
              </a:lvl7pPr>
              <a:lvl8pPr marL="3429000" indent="-228600" algn="ctr" eaLnBrk="0" fontAlgn="base" hangingPunct="0">
                <a:spcBef>
                  <a:spcPct val="0"/>
                </a:spcBef>
                <a:spcAft>
                  <a:spcPct val="0"/>
                </a:spcAft>
                <a:defRPr sz="1100" b="1">
                  <a:solidFill>
                    <a:srgbClr val="767676"/>
                  </a:solidFill>
                  <a:latin typeface="Verdana" pitchFamily="34" charset="0"/>
                </a:defRPr>
              </a:lvl8pPr>
              <a:lvl9pPr marL="3886200" indent="-228600" algn="ctr" eaLnBrk="0" fontAlgn="base" hangingPunct="0">
                <a:spcBef>
                  <a:spcPct val="0"/>
                </a:spcBef>
                <a:spcAft>
                  <a:spcPct val="0"/>
                </a:spcAft>
                <a:defRPr sz="1100" b="1">
                  <a:solidFill>
                    <a:srgbClr val="767676"/>
                  </a:solidFill>
                  <a:latin typeface="Verdana" pitchFamily="34" charset="0"/>
                </a:defRPr>
              </a:lvl9pPr>
            </a:lstStyle>
            <a:p>
              <a:pPr marL="0" marR="0" lvl="0" indent="0" algn="ctr" defTabSz="914400" eaLnBrk="0" fontAlgn="base" latinLnBrk="0" hangingPunct="0">
                <a:lnSpc>
                  <a:spcPct val="100000"/>
                </a:lnSpc>
                <a:spcBef>
                  <a:spcPct val="50000"/>
                </a:spcBef>
                <a:spcAft>
                  <a:spcPct val="0"/>
                </a:spcAft>
                <a:buClrTx/>
                <a:buSzTx/>
                <a:buFontTx/>
                <a:buNone/>
                <a:tabLst/>
                <a:defRPr/>
              </a:pPr>
              <a:r>
                <a:rPr kumimoji="0" lang="es-PE" sz="1500" b="1" i="0" u="none" strike="noStrike" kern="0" cap="none" spc="0" normalizeH="0" baseline="0" noProof="0" dirty="0">
                  <a:ln>
                    <a:noFill/>
                  </a:ln>
                  <a:solidFill>
                    <a:srgbClr val="000000"/>
                  </a:solidFill>
                  <a:effectLst/>
                  <a:uLnTx/>
                  <a:uFillTx/>
                  <a:latin typeface="Verdana" pitchFamily="34" charset="0"/>
                </a:rPr>
                <a:t>5</a:t>
              </a:r>
            </a:p>
          </p:txBody>
        </p:sp>
        <p:grpSp>
          <p:nvGrpSpPr>
            <p:cNvPr id="54" name="94 Grupo"/>
            <p:cNvGrpSpPr/>
            <p:nvPr/>
          </p:nvGrpSpPr>
          <p:grpSpPr>
            <a:xfrm>
              <a:off x="1802312" y="4941168"/>
              <a:ext cx="1080000" cy="1080000"/>
              <a:chOff x="1802312" y="4941168"/>
              <a:chExt cx="1080000" cy="1080000"/>
            </a:xfrm>
          </p:grpSpPr>
          <p:sp>
            <p:nvSpPr>
              <p:cNvPr id="55" name="Rectangle 15"/>
              <p:cNvSpPr>
                <a:spLocks noChangeArrowheads="1"/>
              </p:cNvSpPr>
              <p:nvPr/>
            </p:nvSpPr>
            <p:spPr bwMode="auto">
              <a:xfrm>
                <a:off x="1802312" y="4941168"/>
                <a:ext cx="1080000" cy="1080000"/>
              </a:xfrm>
              <a:prstGeom prst="rect">
                <a:avLst/>
              </a:prstGeom>
              <a:solidFill>
                <a:srgbClr val="FFFFFF"/>
              </a:solidFill>
              <a:ln w="3175">
                <a:solidFill>
                  <a:srgbClr val="000000"/>
                </a:solidFill>
                <a:miter lim="800000"/>
                <a:headEnd/>
                <a:tailEnd/>
              </a:ln>
            </p:spPr>
            <p:txBody>
              <a:bodyPr wrap="none" anchor="ctr"/>
              <a:lstStyle/>
              <a:p>
                <a:pPr marL="0" marR="0" lvl="0" indent="0" algn="r" defTabSz="914400" eaLnBrk="0" fontAlgn="base" latinLnBrk="0" hangingPunct="0">
                  <a:lnSpc>
                    <a:spcPct val="100000"/>
                  </a:lnSpc>
                  <a:spcBef>
                    <a:spcPct val="0"/>
                  </a:spcBef>
                  <a:spcAft>
                    <a:spcPts val="600"/>
                  </a:spcAft>
                  <a:buClrTx/>
                  <a:buSzTx/>
                  <a:buFontTx/>
                  <a:buNone/>
                  <a:tabLst/>
                  <a:defRPr/>
                </a:pPr>
                <a:r>
                  <a:rPr kumimoji="0" lang="es-ES" sz="1500" b="0" i="0" u="none" strike="noStrike" kern="0" cap="none" spc="0" normalizeH="0" baseline="0" noProof="0" dirty="0">
                    <a:ln>
                      <a:noFill/>
                    </a:ln>
                    <a:solidFill>
                      <a:srgbClr val="000000"/>
                    </a:solidFill>
                    <a:effectLst/>
                    <a:uLnTx/>
                    <a:uFillTx/>
                    <a:latin typeface="Verdana" pitchFamily="34" charset="0"/>
                  </a:rPr>
                  <a:t>  13       18</a:t>
                </a:r>
              </a:p>
              <a:p>
                <a:pPr marL="0" marR="0" lvl="0" indent="0" algn="ctr" defTabSz="914400" eaLnBrk="0" fontAlgn="base" latinLnBrk="0" hangingPunct="0">
                  <a:lnSpc>
                    <a:spcPct val="100000"/>
                  </a:lnSpc>
                  <a:spcBef>
                    <a:spcPct val="0"/>
                  </a:spcBef>
                  <a:spcAft>
                    <a:spcPct val="0"/>
                  </a:spcAft>
                  <a:buClrTx/>
                  <a:buSzTx/>
                  <a:buFontTx/>
                  <a:buNone/>
                  <a:tabLst/>
                  <a:defRPr/>
                </a:pPr>
                <a:r>
                  <a:rPr kumimoji="0" lang="es-ES" sz="1100" b="1" i="0" u="none" strike="noStrike" kern="0" cap="none" spc="0" normalizeH="0" baseline="0" noProof="0" dirty="0">
                    <a:ln>
                      <a:noFill/>
                    </a:ln>
                    <a:solidFill>
                      <a:srgbClr val="000000"/>
                    </a:solidFill>
                    <a:effectLst/>
                    <a:uLnTx/>
                    <a:uFillTx/>
                    <a:latin typeface="Verdana" pitchFamily="34" charset="0"/>
                  </a:rPr>
                  <a:t>G</a:t>
                </a:r>
              </a:p>
              <a:p>
                <a:pPr marL="0" marR="0" lvl="0" indent="0" algn="ctr" defTabSz="914400" eaLnBrk="0" fontAlgn="base" latinLnBrk="0" hangingPunct="0">
                  <a:lnSpc>
                    <a:spcPct val="100000"/>
                  </a:lnSpc>
                  <a:spcBef>
                    <a:spcPct val="0"/>
                  </a:spcBef>
                  <a:spcAft>
                    <a:spcPct val="0"/>
                  </a:spcAft>
                  <a:buClrTx/>
                  <a:buSzTx/>
                  <a:buFontTx/>
                  <a:buNone/>
                  <a:tabLst/>
                  <a:defRPr/>
                </a:pPr>
                <a:r>
                  <a:rPr kumimoji="0" lang="es-ES" sz="1100" b="1" i="0" u="none" strike="noStrike" kern="0" cap="none" spc="0" normalizeH="0" baseline="0" noProof="0" dirty="0">
                    <a:ln>
                      <a:noFill/>
                    </a:ln>
                    <a:solidFill>
                      <a:srgbClr val="000000"/>
                    </a:solidFill>
                    <a:effectLst/>
                    <a:uLnTx/>
                    <a:uFillTx/>
                    <a:latin typeface="Verdana" pitchFamily="34" charset="0"/>
                  </a:rPr>
                  <a:t>F= 0</a:t>
                </a:r>
              </a:p>
              <a:p>
                <a:pPr marL="0" marR="0" lvl="0" indent="0" algn="ctr" defTabSz="914400" eaLnBrk="0" fontAlgn="base" latinLnBrk="0" hangingPunct="0">
                  <a:lnSpc>
                    <a:spcPct val="100000"/>
                  </a:lnSpc>
                  <a:spcBef>
                    <a:spcPts val="600"/>
                  </a:spcBef>
                  <a:spcAft>
                    <a:spcPct val="0"/>
                  </a:spcAft>
                  <a:buClrTx/>
                  <a:buSzTx/>
                  <a:buFontTx/>
                  <a:buNone/>
                  <a:tabLst/>
                  <a:defRPr/>
                </a:pPr>
                <a:r>
                  <a:rPr kumimoji="0" lang="es-ES" sz="1500" b="0" i="0" u="none" strike="noStrike" kern="0" cap="none" spc="0" normalizeH="0" baseline="0" noProof="0" dirty="0">
                    <a:ln>
                      <a:noFill/>
                    </a:ln>
                    <a:solidFill>
                      <a:srgbClr val="000000"/>
                    </a:solidFill>
                    <a:effectLst/>
                    <a:uLnTx/>
                    <a:uFillTx/>
                    <a:latin typeface="Verdana" pitchFamily="34" charset="0"/>
                  </a:rPr>
                  <a:t>13        18</a:t>
                </a:r>
                <a:endParaRPr kumimoji="0" lang="es-PE" sz="1500" b="0" i="0" u="none" strike="noStrike" kern="0" cap="none" spc="0" normalizeH="0" baseline="0" noProof="0" dirty="0">
                  <a:ln>
                    <a:noFill/>
                  </a:ln>
                  <a:solidFill>
                    <a:srgbClr val="000000"/>
                  </a:solidFill>
                  <a:effectLst/>
                  <a:uLnTx/>
                  <a:uFillTx/>
                  <a:latin typeface="Verdana" pitchFamily="34" charset="0"/>
                </a:endParaRPr>
              </a:p>
            </p:txBody>
          </p:sp>
          <p:sp>
            <p:nvSpPr>
              <p:cNvPr id="56" name="96 Cruz"/>
              <p:cNvSpPr/>
              <p:nvPr/>
            </p:nvSpPr>
            <p:spPr bwMode="auto">
              <a:xfrm>
                <a:off x="1802312" y="4941168"/>
                <a:ext cx="1080000" cy="1080000"/>
              </a:xfrm>
              <a:prstGeom prst="plus">
                <a:avLst>
                  <a:gd name="adj" fmla="val 32056"/>
                </a:avLst>
              </a:prstGeom>
              <a:noFill/>
              <a:ln w="3175" cap="flat" cmpd="sng" algn="ctr">
                <a:solidFill>
                  <a:srgbClr val="00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100" b="1" i="0" u="none" strike="noStrike" kern="0" cap="none" spc="0" normalizeH="0" baseline="0" noProof="0">
                  <a:ln>
                    <a:noFill/>
                  </a:ln>
                  <a:solidFill>
                    <a:srgbClr val="767676"/>
                  </a:solidFill>
                  <a:effectLst/>
                  <a:uLnTx/>
                  <a:uFillTx/>
                  <a:latin typeface="Verdana" pitchFamily="34" charset="0"/>
                </a:endParaRPr>
              </a:p>
            </p:txBody>
          </p:sp>
        </p:grpSp>
      </p:grpSp>
      <p:sp>
        <p:nvSpPr>
          <p:cNvPr id="57" name="Line 61"/>
          <p:cNvSpPr>
            <a:spLocks noChangeShapeType="1"/>
          </p:cNvSpPr>
          <p:nvPr/>
        </p:nvSpPr>
        <p:spPr bwMode="auto">
          <a:xfrm flipV="1">
            <a:off x="4209012" y="2900249"/>
            <a:ext cx="36000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pPr algn="r" eaLnBrk="0" fontAlgn="base" hangingPunct="0">
              <a:spcBef>
                <a:spcPct val="0"/>
              </a:spcBef>
              <a:spcAft>
                <a:spcPct val="0"/>
              </a:spcAft>
            </a:pPr>
            <a:endParaRPr lang="en-US" sz="1100" b="1" dirty="0">
              <a:solidFill>
                <a:srgbClr val="767676"/>
              </a:solidFill>
              <a:latin typeface="Verdana" pitchFamily="34" charset="0"/>
            </a:endParaRPr>
          </a:p>
        </p:txBody>
      </p:sp>
      <p:sp>
        <p:nvSpPr>
          <p:cNvPr id="58" name="Rectangle 119"/>
          <p:cNvSpPr>
            <a:spLocks noChangeArrowheads="1"/>
          </p:cNvSpPr>
          <p:nvPr/>
        </p:nvSpPr>
        <p:spPr bwMode="auto">
          <a:xfrm>
            <a:off x="368484" y="1894559"/>
            <a:ext cx="2032929" cy="412421"/>
          </a:xfrm>
          <a:prstGeom prst="rect">
            <a:avLst/>
          </a:prstGeom>
          <a:solidFill>
            <a:srgbClr val="FFFFFF"/>
          </a:solidFill>
          <a:ln>
            <a:noFill/>
          </a:ln>
          <a:extLst>
            <a:ext uri="{91240B29-F687-4F45-9708-019B960494DF}">
              <a14:hiddenLine xmlns:a14="http://schemas.microsoft.com/office/drawing/2010/main" w="3175" algn="ctr">
                <a:solidFill>
                  <a:srgbClr val="000000"/>
                </a:solidFill>
                <a:miter lim="800000"/>
                <a:headEnd/>
                <a:tailEnd/>
              </a14:hiddenLine>
            </a:ext>
          </a:extLst>
        </p:spPr>
        <p:txBody>
          <a:bodyPr wrap="none">
            <a:spAutoFit/>
          </a:bodyPr>
          <a:lstStyle/>
          <a:p>
            <a:pPr marL="0" marR="0" lvl="0" indent="0" algn="ctr" defTabSz="914400" eaLnBrk="1" fontAlgn="base" latinLnBrk="0" hangingPunct="1">
              <a:lnSpc>
                <a:spcPct val="130000"/>
              </a:lnSpc>
              <a:spcBef>
                <a:spcPct val="0"/>
              </a:spcBef>
              <a:spcAft>
                <a:spcPct val="0"/>
              </a:spcAft>
              <a:buClrTx/>
              <a:buSzTx/>
              <a:buFontTx/>
              <a:buNone/>
              <a:tabLst/>
              <a:defRPr/>
            </a:pPr>
            <a:r>
              <a:rPr lang="es-ES_tradnl" sz="1600" b="1" kern="0" dirty="0">
                <a:solidFill>
                  <a:srgbClr val="000099"/>
                </a:solidFill>
                <a:latin typeface="Arial" pitchFamily="34" charset="0"/>
                <a:cs typeface="Arial" pitchFamily="34" charset="0"/>
              </a:rPr>
              <a:t>Respuesta 3, 4 y 5</a:t>
            </a:r>
            <a:r>
              <a:rPr kumimoji="0" lang="es-ES_tradnl" sz="1600" b="1" i="0" u="none" strike="noStrike" kern="0" cap="none" spc="0" normalizeH="0" baseline="0" noProof="0" dirty="0">
                <a:ln>
                  <a:noFill/>
                </a:ln>
                <a:solidFill>
                  <a:srgbClr val="000099"/>
                </a:solidFill>
                <a:effectLst/>
                <a:uLnTx/>
                <a:uFillTx/>
                <a:latin typeface="Arial" pitchFamily="34" charset="0"/>
                <a:cs typeface="Arial" pitchFamily="34" charset="0"/>
              </a:rPr>
              <a:t>:</a:t>
            </a:r>
          </a:p>
        </p:txBody>
      </p:sp>
      <p:sp>
        <p:nvSpPr>
          <p:cNvPr id="61" name="Título 1">
            <a:extLst>
              <a:ext uri="{FF2B5EF4-FFF2-40B4-BE49-F238E27FC236}">
                <a16:creationId xmlns:a16="http://schemas.microsoft.com/office/drawing/2014/main" id="{7E6057EE-6EB2-B0EF-80AE-4A17EF099BBE}"/>
              </a:ext>
            </a:extLst>
          </p:cNvPr>
          <p:cNvSpPr>
            <a:spLocks noGrp="1"/>
          </p:cNvSpPr>
          <p:nvPr>
            <p:ph type="title"/>
          </p:nvPr>
        </p:nvSpPr>
        <p:spPr>
          <a:xfrm>
            <a:off x="292288" y="377263"/>
            <a:ext cx="9083723" cy="1325563"/>
          </a:xfrm>
        </p:spPr>
        <p:txBody>
          <a:bodyPr>
            <a:normAutofit/>
          </a:bodyPr>
          <a:lstStyle/>
          <a:p>
            <a:r>
              <a:rPr lang="es-ES" sz="4000" b="1" dirty="0"/>
              <a:t>03. ACTIVIDADES, SECUENCIAMIENTO, DURACIÓN Y HOLGURAS</a:t>
            </a:r>
            <a:endParaRPr lang="en-US" sz="4000" b="1" dirty="0"/>
          </a:p>
        </p:txBody>
      </p:sp>
      <p:pic>
        <p:nvPicPr>
          <p:cNvPr id="2" name="Imagen 1">
            <a:extLst>
              <a:ext uri="{FF2B5EF4-FFF2-40B4-BE49-F238E27FC236}">
                <a16:creationId xmlns:a16="http://schemas.microsoft.com/office/drawing/2014/main" id="{EF851A36-41B3-93D8-F34F-3213E65773C2}"/>
              </a:ext>
            </a:extLst>
          </p:cNvPr>
          <p:cNvPicPr>
            <a:picLocks noChangeAspect="1"/>
          </p:cNvPicPr>
          <p:nvPr/>
        </p:nvPicPr>
        <p:blipFill>
          <a:blip r:embed="rId2"/>
          <a:stretch>
            <a:fillRect/>
          </a:stretch>
        </p:blipFill>
        <p:spPr>
          <a:xfrm>
            <a:off x="9897686" y="5907116"/>
            <a:ext cx="2033588" cy="731810"/>
          </a:xfrm>
          <a:prstGeom prst="rect">
            <a:avLst/>
          </a:prstGeom>
        </p:spPr>
      </p:pic>
    </p:spTree>
    <p:extLst>
      <p:ext uri="{BB962C8B-B14F-4D97-AF65-F5344CB8AC3E}">
        <p14:creationId xmlns:p14="http://schemas.microsoft.com/office/powerpoint/2010/main" val="22447515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3"/>
          <p:cNvSpPr>
            <a:spLocks noChangeArrowheads="1"/>
          </p:cNvSpPr>
          <p:nvPr/>
        </p:nvSpPr>
        <p:spPr bwMode="auto">
          <a:xfrm>
            <a:off x="425826" y="2079494"/>
            <a:ext cx="11573840" cy="2525882"/>
          </a:xfrm>
          <a:prstGeom prst="roundRect">
            <a:avLst>
              <a:gd name="adj" fmla="val 3926"/>
            </a:avLst>
          </a:prstGeom>
          <a:solidFill>
            <a:srgbClr val="F2F2F2"/>
          </a:solidFill>
          <a:ln w="12700" algn="ctr">
            <a:solidFill>
              <a:srgbClr val="000000"/>
            </a:solidFill>
            <a:round/>
            <a:headEnd/>
            <a:tailEnd/>
          </a:ln>
        </p:spPr>
        <p:txBody>
          <a:bodyPr/>
          <a:lstStyle/>
          <a:p>
            <a:pPr defTabSz="179388" fontAlgn="base">
              <a:lnSpc>
                <a:spcPct val="130000"/>
              </a:lnSpc>
              <a:spcBef>
                <a:spcPct val="0"/>
              </a:spcBef>
              <a:spcAft>
                <a:spcPct val="0"/>
              </a:spcAft>
            </a:pPr>
            <a:r>
              <a:rPr lang="es-ES" sz="1400" dirty="0">
                <a:solidFill>
                  <a:srgbClr val="000000"/>
                </a:solidFill>
                <a:latin typeface="Arial" pitchFamily="34" charset="0"/>
                <a:cs typeface="Arial" pitchFamily="34" charset="0"/>
              </a:rPr>
              <a:t>Dos técnicas usadas para la compresión del cronograma:</a:t>
            </a:r>
          </a:p>
          <a:p>
            <a:pPr defTabSz="179388" fontAlgn="base">
              <a:lnSpc>
                <a:spcPct val="130000"/>
              </a:lnSpc>
              <a:spcBef>
                <a:spcPct val="0"/>
              </a:spcBef>
              <a:spcAft>
                <a:spcPct val="0"/>
              </a:spcAft>
            </a:pPr>
            <a:endParaRPr lang="es-MX" sz="1400" dirty="0">
              <a:solidFill>
                <a:srgbClr val="000000"/>
              </a:solidFill>
              <a:latin typeface="Arial" pitchFamily="34" charset="0"/>
              <a:cs typeface="Arial" pitchFamily="34" charset="0"/>
            </a:endParaRPr>
          </a:p>
          <a:p>
            <a:pPr marL="179388" lvl="1" defTabSz="179388" fontAlgn="base">
              <a:lnSpc>
                <a:spcPct val="130000"/>
              </a:lnSpc>
              <a:spcBef>
                <a:spcPct val="0"/>
              </a:spcBef>
              <a:spcAft>
                <a:spcPct val="0"/>
              </a:spcAft>
              <a:buFontTx/>
              <a:buChar char="•"/>
            </a:pPr>
            <a:r>
              <a:rPr lang="es-ES_tradnl" sz="1600" b="1" dirty="0">
                <a:solidFill>
                  <a:srgbClr val="000099"/>
                </a:solidFill>
                <a:latin typeface="Arial" pitchFamily="34" charset="0"/>
                <a:cs typeface="Arial" pitchFamily="34" charset="0"/>
              </a:rPr>
              <a:t> I</a:t>
            </a:r>
            <a:r>
              <a:rPr lang="es-ES" sz="1600" b="1" dirty="0" err="1">
                <a:solidFill>
                  <a:srgbClr val="000099"/>
                </a:solidFill>
                <a:latin typeface="Arial" pitchFamily="34" charset="0"/>
                <a:cs typeface="Arial" pitchFamily="34" charset="0"/>
              </a:rPr>
              <a:t>ntensificación</a:t>
            </a:r>
            <a:r>
              <a:rPr lang="es-ES_tradnl" sz="1600" b="1" dirty="0">
                <a:solidFill>
                  <a:srgbClr val="000099"/>
                </a:solidFill>
                <a:latin typeface="Arial" pitchFamily="34" charset="0"/>
                <a:cs typeface="Arial" pitchFamily="34" charset="0"/>
              </a:rPr>
              <a:t> (</a:t>
            </a:r>
            <a:r>
              <a:rPr lang="es-ES_tradnl" sz="1600" b="1" dirty="0" err="1">
                <a:solidFill>
                  <a:srgbClr val="000099"/>
                </a:solidFill>
                <a:latin typeface="Arial" pitchFamily="34" charset="0"/>
                <a:cs typeface="Arial" pitchFamily="34" charset="0"/>
              </a:rPr>
              <a:t>Crashing</a:t>
            </a:r>
            <a:r>
              <a:rPr lang="es-ES_tradnl" sz="1600" b="1" dirty="0">
                <a:solidFill>
                  <a:srgbClr val="000099"/>
                </a:solidFill>
                <a:latin typeface="Arial" pitchFamily="34" charset="0"/>
                <a:cs typeface="Arial" pitchFamily="34" charset="0"/>
              </a:rPr>
              <a:t>)</a:t>
            </a:r>
            <a:r>
              <a:rPr lang="es-ES" sz="1600" b="1" dirty="0">
                <a:solidFill>
                  <a:srgbClr val="000099"/>
                </a:solidFill>
                <a:latin typeface="Arial" pitchFamily="34" charset="0"/>
                <a:cs typeface="Arial" pitchFamily="34" charset="0"/>
              </a:rPr>
              <a:t>.</a:t>
            </a:r>
            <a:r>
              <a:rPr lang="es-ES" sz="1600" dirty="0">
                <a:solidFill>
                  <a:srgbClr val="000000"/>
                </a:solidFill>
                <a:latin typeface="Arial" pitchFamily="34" charset="0"/>
                <a:cs typeface="Arial" pitchFamily="34" charset="0"/>
              </a:rPr>
              <a:t> </a:t>
            </a:r>
            <a:r>
              <a:rPr lang="es-PE" sz="1400" dirty="0">
                <a:solidFill>
                  <a:srgbClr val="000000"/>
                </a:solidFill>
                <a:latin typeface="Arial" pitchFamily="34" charset="0"/>
                <a:cs typeface="Arial" pitchFamily="34" charset="0"/>
              </a:rPr>
              <a:t>Es una técnica utilizada para acortar la duración del cronograma con el menor incremento de costo posible mediante la aportación de recursos.</a:t>
            </a:r>
            <a:r>
              <a:rPr lang="es-ES" sz="1400" dirty="0">
                <a:solidFill>
                  <a:srgbClr val="000000"/>
                </a:solidFill>
                <a:latin typeface="Arial" pitchFamily="34" charset="0"/>
                <a:cs typeface="Arial" pitchFamily="34" charset="0"/>
              </a:rPr>
              <a:t> La intensificación o </a:t>
            </a:r>
            <a:r>
              <a:rPr lang="es-ES" sz="1400" dirty="0" err="1">
                <a:solidFill>
                  <a:srgbClr val="000000"/>
                </a:solidFill>
                <a:latin typeface="Arial" pitchFamily="34" charset="0"/>
                <a:cs typeface="Arial" pitchFamily="34" charset="0"/>
              </a:rPr>
              <a:t>crashing</a:t>
            </a:r>
            <a:r>
              <a:rPr lang="es-ES" sz="1400" dirty="0">
                <a:solidFill>
                  <a:srgbClr val="000000"/>
                </a:solidFill>
                <a:latin typeface="Arial" pitchFamily="34" charset="0"/>
                <a:cs typeface="Arial" pitchFamily="34" charset="0"/>
              </a:rPr>
              <a:t> </a:t>
            </a:r>
            <a:r>
              <a:rPr lang="es-ES" sz="1400" dirty="0">
                <a:solidFill>
                  <a:srgbClr val="2E2B21"/>
                </a:solidFill>
                <a:latin typeface="Arial" pitchFamily="34" charset="0"/>
                <a:cs typeface="Arial" pitchFamily="34" charset="0"/>
              </a:rPr>
              <a:t>incrementa los costos </a:t>
            </a:r>
            <a:r>
              <a:rPr lang="es-ES" sz="1400" dirty="0">
                <a:solidFill>
                  <a:srgbClr val="000000"/>
                </a:solidFill>
                <a:latin typeface="Arial" pitchFamily="34" charset="0"/>
                <a:cs typeface="Arial" pitchFamily="34" charset="0"/>
              </a:rPr>
              <a:t>pero se busca reducir tiempo al menor costo adicional posible.</a:t>
            </a:r>
            <a:endParaRPr lang="es-ES_tradnl" sz="1400" b="1" dirty="0">
              <a:solidFill>
                <a:srgbClr val="000099"/>
              </a:solidFill>
              <a:latin typeface="Arial" pitchFamily="34" charset="0"/>
              <a:cs typeface="Arial" pitchFamily="34" charset="0"/>
            </a:endParaRPr>
          </a:p>
          <a:p>
            <a:pPr marL="179388" lvl="1" defTabSz="179388" fontAlgn="base">
              <a:lnSpc>
                <a:spcPct val="130000"/>
              </a:lnSpc>
              <a:spcBef>
                <a:spcPct val="0"/>
              </a:spcBef>
              <a:spcAft>
                <a:spcPct val="0"/>
              </a:spcAft>
              <a:buFontTx/>
              <a:buChar char="•"/>
            </a:pPr>
            <a:r>
              <a:rPr lang="es-ES" sz="1600" b="1" dirty="0">
                <a:solidFill>
                  <a:srgbClr val="000099"/>
                </a:solidFill>
                <a:latin typeface="Arial" pitchFamily="34" charset="0"/>
                <a:cs typeface="Arial" pitchFamily="34" charset="0"/>
              </a:rPr>
              <a:t> Ejecución rápida</a:t>
            </a:r>
            <a:r>
              <a:rPr lang="es-ES_tradnl" sz="1600" b="1" dirty="0">
                <a:solidFill>
                  <a:srgbClr val="000099"/>
                </a:solidFill>
                <a:latin typeface="Arial" pitchFamily="34" charset="0"/>
                <a:cs typeface="Arial" pitchFamily="34" charset="0"/>
              </a:rPr>
              <a:t> </a:t>
            </a:r>
            <a:r>
              <a:rPr lang="es-MX" sz="1600" b="1" dirty="0">
                <a:solidFill>
                  <a:srgbClr val="000099"/>
                </a:solidFill>
                <a:latin typeface="Arial" pitchFamily="34" charset="0"/>
                <a:cs typeface="Arial" pitchFamily="34" charset="0"/>
              </a:rPr>
              <a:t>(</a:t>
            </a:r>
            <a:r>
              <a:rPr lang="es-MX" sz="1600" b="1" dirty="0" err="1">
                <a:solidFill>
                  <a:srgbClr val="000099"/>
                </a:solidFill>
                <a:latin typeface="Arial" pitchFamily="34" charset="0"/>
                <a:cs typeface="Arial" pitchFamily="34" charset="0"/>
              </a:rPr>
              <a:t>Fast</a:t>
            </a:r>
            <a:r>
              <a:rPr lang="es-MX" sz="1600" b="1" dirty="0">
                <a:solidFill>
                  <a:srgbClr val="000099"/>
                </a:solidFill>
                <a:latin typeface="Arial" pitchFamily="34" charset="0"/>
                <a:cs typeface="Arial" pitchFamily="34" charset="0"/>
              </a:rPr>
              <a:t> Tracking)</a:t>
            </a:r>
            <a:r>
              <a:rPr lang="es-ES" sz="1600" dirty="0">
                <a:solidFill>
                  <a:srgbClr val="000000"/>
                </a:solidFill>
                <a:latin typeface="Arial" pitchFamily="34" charset="0"/>
                <a:cs typeface="Arial" pitchFamily="34" charset="0"/>
              </a:rPr>
              <a:t>. </a:t>
            </a:r>
            <a:r>
              <a:rPr lang="es-PE" sz="1400" dirty="0">
                <a:solidFill>
                  <a:srgbClr val="000000"/>
                </a:solidFill>
                <a:latin typeface="Arial" pitchFamily="34" charset="0"/>
                <a:cs typeface="Arial" pitchFamily="34" charset="0"/>
              </a:rPr>
              <a:t>Es una técnica de compresión del cronograma en la que las actividades o fases que normalmente se realizan en secuencia se llevan a cabo en paralelo, por lo menos en parte de su duración</a:t>
            </a:r>
            <a:r>
              <a:rPr lang="es-ES" sz="1400" dirty="0">
                <a:solidFill>
                  <a:srgbClr val="000000"/>
                </a:solidFill>
                <a:latin typeface="Arial" pitchFamily="34" charset="0"/>
                <a:cs typeface="Arial" pitchFamily="34" charset="0"/>
              </a:rPr>
              <a:t>.. La ejecución rápida puede dar como resultado un reproceso y </a:t>
            </a:r>
            <a:r>
              <a:rPr lang="es-ES" sz="1400" dirty="0">
                <a:solidFill>
                  <a:srgbClr val="2E2B21"/>
                </a:solidFill>
                <a:latin typeface="Arial" pitchFamily="34" charset="0"/>
                <a:cs typeface="Arial" pitchFamily="34" charset="0"/>
              </a:rPr>
              <a:t>aumento del riesgo. </a:t>
            </a:r>
          </a:p>
        </p:txBody>
      </p:sp>
      <p:grpSp>
        <p:nvGrpSpPr>
          <p:cNvPr id="4" name="Group 4"/>
          <p:cNvGrpSpPr>
            <a:grpSpLocks/>
          </p:cNvGrpSpPr>
          <p:nvPr/>
        </p:nvGrpSpPr>
        <p:grpSpPr bwMode="auto">
          <a:xfrm>
            <a:off x="2974246" y="4738727"/>
            <a:ext cx="6405889" cy="1607056"/>
            <a:chOff x="1488" y="3072"/>
            <a:chExt cx="4080" cy="1141"/>
          </a:xfrm>
        </p:grpSpPr>
        <p:sp>
          <p:nvSpPr>
            <p:cNvPr id="5" name="Rectangle 5"/>
            <p:cNvSpPr>
              <a:spLocks noChangeArrowheads="1"/>
            </p:cNvSpPr>
            <p:nvPr/>
          </p:nvSpPr>
          <p:spPr bwMode="auto">
            <a:xfrm>
              <a:off x="1536" y="3305"/>
              <a:ext cx="733" cy="280"/>
            </a:xfrm>
            <a:prstGeom prst="rect">
              <a:avLst/>
            </a:prstGeom>
            <a:solidFill>
              <a:srgbClr val="34E0F2"/>
            </a:solidFill>
            <a:ln w="3175">
              <a:solidFill>
                <a:srgbClr val="000000"/>
              </a:solidFill>
              <a:miter lim="800000"/>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s-MX" sz="1300" b="1" i="0" u="none" strike="noStrike" kern="0" cap="none" spc="0" normalizeH="0" baseline="0" noProof="0" dirty="0">
                  <a:ln>
                    <a:noFill/>
                  </a:ln>
                  <a:solidFill>
                    <a:srgbClr val="000000"/>
                  </a:solidFill>
                  <a:effectLst/>
                  <a:uLnTx/>
                  <a:uFillTx/>
                  <a:latin typeface="Verdana" pitchFamily="34" charset="0"/>
                  <a:cs typeface="Arial" pitchFamily="34" charset="0"/>
                </a:rPr>
                <a:t>Ingeniería</a:t>
              </a:r>
              <a:endParaRPr kumimoji="0" lang="es-ES" sz="1300" b="1" i="0" u="none" strike="noStrike" kern="0" cap="none" spc="0" normalizeH="0" baseline="0" noProof="0" dirty="0">
                <a:ln>
                  <a:noFill/>
                </a:ln>
                <a:solidFill>
                  <a:srgbClr val="000000"/>
                </a:solidFill>
                <a:effectLst/>
                <a:uLnTx/>
                <a:uFillTx/>
                <a:latin typeface="Verdana" pitchFamily="34" charset="0"/>
                <a:cs typeface="Arial" pitchFamily="34" charset="0"/>
              </a:endParaRPr>
            </a:p>
          </p:txBody>
        </p:sp>
        <p:sp>
          <p:nvSpPr>
            <p:cNvPr id="6" name="Rectangle 6"/>
            <p:cNvSpPr>
              <a:spLocks noChangeArrowheads="1"/>
            </p:cNvSpPr>
            <p:nvPr/>
          </p:nvSpPr>
          <p:spPr bwMode="auto">
            <a:xfrm>
              <a:off x="2495" y="3305"/>
              <a:ext cx="789" cy="280"/>
            </a:xfrm>
            <a:prstGeom prst="rect">
              <a:avLst/>
            </a:prstGeom>
            <a:solidFill>
              <a:srgbClr val="FFFF99"/>
            </a:solidFill>
            <a:ln w="3175">
              <a:solidFill>
                <a:srgbClr val="000000"/>
              </a:solidFill>
              <a:miter lim="800000"/>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s-MX" sz="1300" b="1" i="0" u="none" strike="noStrike" kern="0" cap="none" spc="0" normalizeH="0" baseline="0" noProof="0" dirty="0">
                  <a:ln>
                    <a:noFill/>
                  </a:ln>
                  <a:solidFill>
                    <a:srgbClr val="000000"/>
                  </a:solidFill>
                  <a:effectLst/>
                  <a:uLnTx/>
                  <a:uFillTx/>
                  <a:latin typeface="Verdana" pitchFamily="34" charset="0"/>
                  <a:cs typeface="Arial" pitchFamily="34" charset="0"/>
                </a:rPr>
                <a:t>Procura</a:t>
              </a:r>
              <a:endParaRPr kumimoji="0" lang="es-ES" sz="1300" b="1" i="0" u="none" strike="noStrike" kern="0" cap="none" spc="0" normalizeH="0" baseline="0" noProof="0" dirty="0">
                <a:ln>
                  <a:noFill/>
                </a:ln>
                <a:solidFill>
                  <a:srgbClr val="000000"/>
                </a:solidFill>
                <a:effectLst/>
                <a:uLnTx/>
                <a:uFillTx/>
                <a:latin typeface="Verdana" pitchFamily="34" charset="0"/>
                <a:cs typeface="Arial" pitchFamily="34" charset="0"/>
              </a:endParaRPr>
            </a:p>
          </p:txBody>
        </p:sp>
        <p:sp>
          <p:nvSpPr>
            <p:cNvPr id="7" name="Line 7"/>
            <p:cNvSpPr>
              <a:spLocks noChangeShapeType="1"/>
            </p:cNvSpPr>
            <p:nvPr/>
          </p:nvSpPr>
          <p:spPr bwMode="auto">
            <a:xfrm>
              <a:off x="2269" y="3473"/>
              <a:ext cx="169" cy="0"/>
            </a:xfrm>
            <a:prstGeom prst="line">
              <a:avLst/>
            </a:prstGeom>
            <a:noFill/>
            <a:ln w="317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500" b="1" i="0" u="none" strike="noStrike" kern="0" cap="none" spc="0" normalizeH="0" baseline="0" noProof="0">
                <a:ln>
                  <a:noFill/>
                </a:ln>
                <a:solidFill>
                  <a:srgbClr val="000000"/>
                </a:solidFill>
                <a:effectLst/>
                <a:uLnTx/>
                <a:uFillTx/>
                <a:latin typeface="Arial" pitchFamily="34" charset="0"/>
                <a:cs typeface="Arial" pitchFamily="34" charset="0"/>
              </a:endParaRPr>
            </a:p>
          </p:txBody>
        </p:sp>
        <p:sp>
          <p:nvSpPr>
            <p:cNvPr id="8" name="Rectangle 8"/>
            <p:cNvSpPr>
              <a:spLocks noChangeArrowheads="1"/>
            </p:cNvSpPr>
            <p:nvPr/>
          </p:nvSpPr>
          <p:spPr bwMode="auto">
            <a:xfrm>
              <a:off x="4231" y="3128"/>
              <a:ext cx="733" cy="280"/>
            </a:xfrm>
            <a:prstGeom prst="rect">
              <a:avLst/>
            </a:prstGeom>
            <a:solidFill>
              <a:srgbClr val="34E0F2"/>
            </a:solidFill>
            <a:ln w="3175">
              <a:solidFill>
                <a:srgbClr val="000000"/>
              </a:solidFill>
              <a:miter lim="800000"/>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s-MX" sz="1300" b="1" i="0" u="none" strike="noStrike" kern="0" cap="none" spc="0" normalizeH="0" baseline="0" noProof="0">
                  <a:ln>
                    <a:noFill/>
                  </a:ln>
                  <a:solidFill>
                    <a:srgbClr val="000000"/>
                  </a:solidFill>
                  <a:effectLst/>
                  <a:uLnTx/>
                  <a:uFillTx/>
                  <a:latin typeface="Verdana" pitchFamily="34" charset="0"/>
                  <a:cs typeface="Arial" pitchFamily="34" charset="0"/>
                </a:rPr>
                <a:t>Ingeniería</a:t>
              </a:r>
              <a:endParaRPr kumimoji="0" lang="es-ES" sz="1300" b="1" i="0" u="none" strike="noStrike" kern="0" cap="none" spc="0" normalizeH="0" baseline="0" noProof="0">
                <a:ln>
                  <a:noFill/>
                </a:ln>
                <a:solidFill>
                  <a:srgbClr val="000000"/>
                </a:solidFill>
                <a:effectLst/>
                <a:uLnTx/>
                <a:uFillTx/>
                <a:latin typeface="Verdana" pitchFamily="34" charset="0"/>
                <a:cs typeface="Arial" pitchFamily="34" charset="0"/>
              </a:endParaRPr>
            </a:p>
          </p:txBody>
        </p:sp>
        <p:sp>
          <p:nvSpPr>
            <p:cNvPr id="9" name="Rectangle 9"/>
            <p:cNvSpPr>
              <a:spLocks noChangeArrowheads="1"/>
            </p:cNvSpPr>
            <p:nvPr/>
          </p:nvSpPr>
          <p:spPr bwMode="auto">
            <a:xfrm>
              <a:off x="4706" y="3520"/>
              <a:ext cx="789" cy="280"/>
            </a:xfrm>
            <a:prstGeom prst="rect">
              <a:avLst/>
            </a:prstGeom>
            <a:solidFill>
              <a:srgbClr val="FFFF99"/>
            </a:solidFill>
            <a:ln w="3175">
              <a:solidFill>
                <a:srgbClr val="000000"/>
              </a:solidFill>
              <a:miter lim="800000"/>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s-MX" sz="1300" b="1" i="0" u="none" strike="noStrike" kern="0" cap="none" spc="0" normalizeH="0" baseline="0" noProof="0" dirty="0">
                  <a:ln>
                    <a:noFill/>
                  </a:ln>
                  <a:solidFill>
                    <a:srgbClr val="000000"/>
                  </a:solidFill>
                  <a:effectLst/>
                  <a:uLnTx/>
                  <a:uFillTx/>
                  <a:latin typeface="Verdana" pitchFamily="34" charset="0"/>
                  <a:cs typeface="Arial" pitchFamily="34" charset="0"/>
                </a:rPr>
                <a:t>Procura</a:t>
              </a:r>
              <a:endParaRPr kumimoji="0" lang="es-ES" sz="1300" b="1" i="0" u="none" strike="noStrike" kern="0" cap="none" spc="0" normalizeH="0" baseline="0" noProof="0" dirty="0">
                <a:ln>
                  <a:noFill/>
                </a:ln>
                <a:solidFill>
                  <a:srgbClr val="000000"/>
                </a:solidFill>
                <a:effectLst/>
                <a:uLnTx/>
                <a:uFillTx/>
                <a:latin typeface="Verdana" pitchFamily="34" charset="0"/>
                <a:cs typeface="Arial" pitchFamily="34" charset="0"/>
              </a:endParaRPr>
            </a:p>
          </p:txBody>
        </p:sp>
        <p:sp>
          <p:nvSpPr>
            <p:cNvPr id="10" name="Rectangle 10"/>
            <p:cNvSpPr>
              <a:spLocks noChangeArrowheads="1"/>
            </p:cNvSpPr>
            <p:nvPr/>
          </p:nvSpPr>
          <p:spPr bwMode="auto">
            <a:xfrm>
              <a:off x="1488" y="3137"/>
              <a:ext cx="1872" cy="672"/>
            </a:xfrm>
            <a:prstGeom prst="rect">
              <a:avLst/>
            </a:prstGeom>
            <a:noFill/>
            <a:ln w="3175">
              <a:solidFill>
                <a:srgbClr val="000000"/>
              </a:solidFill>
              <a:prstDash val="lgDash"/>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s-MX" sz="2500" b="0" i="0" u="none" strike="noStrike" kern="0" cap="none" spc="0" normalizeH="0" baseline="0" noProof="0">
                <a:ln>
                  <a:noFill/>
                </a:ln>
                <a:solidFill>
                  <a:srgbClr val="000000"/>
                </a:solidFill>
                <a:effectLst/>
                <a:uLnTx/>
                <a:uFillTx/>
                <a:latin typeface="Arial" pitchFamily="34" charset="0"/>
                <a:cs typeface="Arial" pitchFamily="34" charset="0"/>
              </a:endParaRPr>
            </a:p>
          </p:txBody>
        </p:sp>
        <p:sp>
          <p:nvSpPr>
            <p:cNvPr id="11" name="Rectangle 11"/>
            <p:cNvSpPr>
              <a:spLocks noChangeArrowheads="1"/>
            </p:cNvSpPr>
            <p:nvPr/>
          </p:nvSpPr>
          <p:spPr bwMode="auto">
            <a:xfrm>
              <a:off x="4062" y="3072"/>
              <a:ext cx="1506" cy="776"/>
            </a:xfrm>
            <a:prstGeom prst="rect">
              <a:avLst/>
            </a:prstGeom>
            <a:noFill/>
            <a:ln w="3175">
              <a:solidFill>
                <a:srgbClr val="000000"/>
              </a:solidFill>
              <a:prstDash val="lgDash"/>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s-MX" sz="2500" b="0" i="0" u="none" strike="noStrike" kern="0" cap="none" spc="0" normalizeH="0" baseline="0" noProof="0">
                <a:ln>
                  <a:noFill/>
                </a:ln>
                <a:solidFill>
                  <a:srgbClr val="000000"/>
                </a:solidFill>
                <a:effectLst/>
                <a:uLnTx/>
                <a:uFillTx/>
                <a:latin typeface="Arial" pitchFamily="34" charset="0"/>
                <a:cs typeface="Arial" pitchFamily="34" charset="0"/>
              </a:endParaRPr>
            </a:p>
          </p:txBody>
        </p:sp>
        <p:sp>
          <p:nvSpPr>
            <p:cNvPr id="12" name="Text Box 12"/>
            <p:cNvSpPr txBox="1">
              <a:spLocks noChangeArrowheads="1"/>
            </p:cNvSpPr>
            <p:nvPr/>
          </p:nvSpPr>
          <p:spPr bwMode="auto">
            <a:xfrm>
              <a:off x="2173" y="3839"/>
              <a:ext cx="449"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none">
              <a:spAutoFit/>
            </a:bodyPr>
            <a:lstStyle>
              <a:lvl1pPr eaLnBrk="0" hangingPunct="0">
                <a:defRPr sz="2500" b="1">
                  <a:solidFill>
                    <a:schemeClr val="tx2"/>
                  </a:solidFill>
                  <a:latin typeface="Arial" pitchFamily="34" charset="0"/>
                </a:defRPr>
              </a:lvl1pPr>
              <a:lvl2pPr marL="742950" indent="-285750" eaLnBrk="0" hangingPunct="0">
                <a:defRPr sz="2500" b="1">
                  <a:solidFill>
                    <a:schemeClr val="tx2"/>
                  </a:solidFill>
                  <a:latin typeface="Arial" pitchFamily="34" charset="0"/>
                </a:defRPr>
              </a:lvl2pPr>
              <a:lvl3pPr marL="1143000" indent="-228600" eaLnBrk="0" hangingPunct="0">
                <a:defRPr sz="2500" b="1">
                  <a:solidFill>
                    <a:schemeClr val="tx2"/>
                  </a:solidFill>
                  <a:latin typeface="Arial" pitchFamily="34" charset="0"/>
                </a:defRPr>
              </a:lvl3pPr>
              <a:lvl4pPr marL="1600200" indent="-228600" eaLnBrk="0" hangingPunct="0">
                <a:defRPr sz="2500" b="1">
                  <a:solidFill>
                    <a:schemeClr val="tx2"/>
                  </a:solidFill>
                  <a:latin typeface="Arial" pitchFamily="34" charset="0"/>
                </a:defRPr>
              </a:lvl4pPr>
              <a:lvl5pPr marL="2057400" indent="-228600" eaLnBrk="0" hangingPunct="0">
                <a:defRPr sz="2500" b="1">
                  <a:solidFill>
                    <a:schemeClr val="tx2"/>
                  </a:solidFill>
                  <a:latin typeface="Arial" pitchFamily="34" charset="0"/>
                </a:defRPr>
              </a:lvl5pPr>
              <a:lvl6pPr marL="2514600" indent="-228600" eaLnBrk="0" fontAlgn="base" hangingPunct="0">
                <a:spcBef>
                  <a:spcPct val="0"/>
                </a:spcBef>
                <a:spcAft>
                  <a:spcPct val="0"/>
                </a:spcAft>
                <a:defRPr sz="2500" b="1">
                  <a:solidFill>
                    <a:schemeClr val="tx2"/>
                  </a:solidFill>
                  <a:latin typeface="Arial" pitchFamily="34" charset="0"/>
                </a:defRPr>
              </a:lvl6pPr>
              <a:lvl7pPr marL="2971800" indent="-228600" eaLnBrk="0" fontAlgn="base" hangingPunct="0">
                <a:spcBef>
                  <a:spcPct val="0"/>
                </a:spcBef>
                <a:spcAft>
                  <a:spcPct val="0"/>
                </a:spcAft>
                <a:defRPr sz="2500" b="1">
                  <a:solidFill>
                    <a:schemeClr val="tx2"/>
                  </a:solidFill>
                  <a:latin typeface="Arial" pitchFamily="34" charset="0"/>
                </a:defRPr>
              </a:lvl7pPr>
              <a:lvl8pPr marL="3429000" indent="-228600" eaLnBrk="0" fontAlgn="base" hangingPunct="0">
                <a:spcBef>
                  <a:spcPct val="0"/>
                </a:spcBef>
                <a:spcAft>
                  <a:spcPct val="0"/>
                </a:spcAft>
                <a:defRPr sz="2500" b="1">
                  <a:solidFill>
                    <a:schemeClr val="tx2"/>
                  </a:solidFill>
                  <a:latin typeface="Arial" pitchFamily="34" charset="0"/>
                </a:defRPr>
              </a:lvl8pPr>
              <a:lvl9pPr marL="3886200" indent="-228600" eaLnBrk="0" fontAlgn="base" hangingPunct="0">
                <a:spcBef>
                  <a:spcPct val="0"/>
                </a:spcBef>
                <a:spcAft>
                  <a:spcPct val="0"/>
                </a:spcAft>
                <a:defRPr sz="2500" b="1">
                  <a:solidFill>
                    <a:schemeClr val="tx2"/>
                  </a:solidFill>
                  <a:latin typeface="Arial" pitchFamily="34" charset="0"/>
                </a:defRPr>
              </a:lvl9p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s-MX" sz="1500" b="1" i="0" u="none" strike="noStrike" kern="0" cap="none" spc="0" normalizeH="0" baseline="0" noProof="0">
                  <a:ln>
                    <a:noFill/>
                  </a:ln>
                  <a:solidFill>
                    <a:srgbClr val="000000"/>
                  </a:solidFill>
                  <a:effectLst/>
                  <a:uLnTx/>
                  <a:uFillTx/>
                  <a:latin typeface="Comic Sans MS" pitchFamily="66" charset="0"/>
                  <a:cs typeface="Arial" pitchFamily="34" charset="0"/>
                </a:rPr>
                <a:t>Antes</a:t>
              </a:r>
              <a:endParaRPr kumimoji="0" lang="es-ES" sz="1500" b="1" i="0" u="none" strike="noStrike" kern="0" cap="none" spc="0" normalizeH="0" baseline="0" noProof="0">
                <a:ln>
                  <a:noFill/>
                </a:ln>
                <a:solidFill>
                  <a:srgbClr val="000000"/>
                </a:solidFill>
                <a:effectLst/>
                <a:uLnTx/>
                <a:uFillTx/>
                <a:latin typeface="Comic Sans MS" pitchFamily="66" charset="0"/>
                <a:cs typeface="Arial" pitchFamily="34" charset="0"/>
              </a:endParaRPr>
            </a:p>
          </p:txBody>
        </p:sp>
        <p:sp>
          <p:nvSpPr>
            <p:cNvPr id="13" name="Text Box 13"/>
            <p:cNvSpPr txBox="1">
              <a:spLocks noChangeArrowheads="1"/>
            </p:cNvSpPr>
            <p:nvPr/>
          </p:nvSpPr>
          <p:spPr bwMode="auto">
            <a:xfrm>
              <a:off x="4062" y="3867"/>
              <a:ext cx="1506" cy="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a:spAutoFit/>
            </a:bodyPr>
            <a:lstStyle>
              <a:lvl1pPr eaLnBrk="0" hangingPunct="0">
                <a:defRPr sz="2500" b="1">
                  <a:solidFill>
                    <a:schemeClr val="tx2"/>
                  </a:solidFill>
                  <a:latin typeface="Arial" pitchFamily="34" charset="0"/>
                </a:defRPr>
              </a:lvl1pPr>
              <a:lvl2pPr marL="742950" indent="-285750" eaLnBrk="0" hangingPunct="0">
                <a:defRPr sz="2500" b="1">
                  <a:solidFill>
                    <a:schemeClr val="tx2"/>
                  </a:solidFill>
                  <a:latin typeface="Arial" pitchFamily="34" charset="0"/>
                </a:defRPr>
              </a:lvl2pPr>
              <a:lvl3pPr marL="1143000" indent="-228600" eaLnBrk="0" hangingPunct="0">
                <a:defRPr sz="2500" b="1">
                  <a:solidFill>
                    <a:schemeClr val="tx2"/>
                  </a:solidFill>
                  <a:latin typeface="Arial" pitchFamily="34" charset="0"/>
                </a:defRPr>
              </a:lvl3pPr>
              <a:lvl4pPr marL="1600200" indent="-228600" eaLnBrk="0" hangingPunct="0">
                <a:defRPr sz="2500" b="1">
                  <a:solidFill>
                    <a:schemeClr val="tx2"/>
                  </a:solidFill>
                  <a:latin typeface="Arial" pitchFamily="34" charset="0"/>
                </a:defRPr>
              </a:lvl4pPr>
              <a:lvl5pPr marL="2057400" indent="-228600" eaLnBrk="0" hangingPunct="0">
                <a:defRPr sz="2500" b="1">
                  <a:solidFill>
                    <a:schemeClr val="tx2"/>
                  </a:solidFill>
                  <a:latin typeface="Arial" pitchFamily="34" charset="0"/>
                </a:defRPr>
              </a:lvl5pPr>
              <a:lvl6pPr marL="2514600" indent="-228600" eaLnBrk="0" fontAlgn="base" hangingPunct="0">
                <a:spcBef>
                  <a:spcPct val="0"/>
                </a:spcBef>
                <a:spcAft>
                  <a:spcPct val="0"/>
                </a:spcAft>
                <a:defRPr sz="2500" b="1">
                  <a:solidFill>
                    <a:schemeClr val="tx2"/>
                  </a:solidFill>
                  <a:latin typeface="Arial" pitchFamily="34" charset="0"/>
                </a:defRPr>
              </a:lvl6pPr>
              <a:lvl7pPr marL="2971800" indent="-228600" eaLnBrk="0" fontAlgn="base" hangingPunct="0">
                <a:spcBef>
                  <a:spcPct val="0"/>
                </a:spcBef>
                <a:spcAft>
                  <a:spcPct val="0"/>
                </a:spcAft>
                <a:defRPr sz="2500" b="1">
                  <a:solidFill>
                    <a:schemeClr val="tx2"/>
                  </a:solidFill>
                  <a:latin typeface="Arial" pitchFamily="34" charset="0"/>
                </a:defRPr>
              </a:lvl7pPr>
              <a:lvl8pPr marL="3429000" indent="-228600" eaLnBrk="0" fontAlgn="base" hangingPunct="0">
                <a:spcBef>
                  <a:spcPct val="0"/>
                </a:spcBef>
                <a:spcAft>
                  <a:spcPct val="0"/>
                </a:spcAft>
                <a:defRPr sz="2500" b="1">
                  <a:solidFill>
                    <a:schemeClr val="tx2"/>
                  </a:solidFill>
                  <a:latin typeface="Arial" pitchFamily="34" charset="0"/>
                </a:defRPr>
              </a:lvl8pPr>
              <a:lvl9pPr marL="3886200" indent="-228600" eaLnBrk="0" fontAlgn="base" hangingPunct="0">
                <a:spcBef>
                  <a:spcPct val="0"/>
                </a:spcBef>
                <a:spcAft>
                  <a:spcPct val="0"/>
                </a:spcAft>
                <a:defRPr sz="2500" b="1">
                  <a:solidFill>
                    <a:schemeClr val="tx2"/>
                  </a:solidFill>
                  <a:latin typeface="Arial" pitchFamily="34" charset="0"/>
                </a:defRPr>
              </a:lvl9p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s-MX" sz="1500" b="1" i="0" u="none" strike="noStrike" kern="0" cap="none" spc="0" normalizeH="0" baseline="0" noProof="0" dirty="0">
                  <a:ln>
                    <a:noFill/>
                  </a:ln>
                  <a:solidFill>
                    <a:srgbClr val="000000"/>
                  </a:solidFill>
                  <a:effectLst/>
                  <a:uLnTx/>
                  <a:uFillTx/>
                  <a:latin typeface="Arial" pitchFamily="34" charset="0"/>
                  <a:cs typeface="Arial" panose="020B0604020202020204" pitchFamily="34" charset="0"/>
                </a:rPr>
                <a:t>Con ejecución rápida</a:t>
              </a:r>
            </a:p>
            <a:p>
              <a:pPr marL="0" marR="0" lvl="0" indent="0" algn="ctr" defTabSz="914400" eaLnBrk="0" fontAlgn="base" latinLnBrk="0" hangingPunct="0">
                <a:lnSpc>
                  <a:spcPct val="100000"/>
                </a:lnSpc>
                <a:spcBef>
                  <a:spcPct val="0"/>
                </a:spcBef>
                <a:spcAft>
                  <a:spcPct val="0"/>
                </a:spcAft>
                <a:buClrTx/>
                <a:buSzTx/>
                <a:buFontTx/>
                <a:buNone/>
                <a:tabLst/>
                <a:defRPr/>
              </a:pPr>
              <a:r>
                <a:rPr kumimoji="0" lang="es-MX" sz="1500" b="1" i="0" u="none" strike="noStrike" kern="0" cap="none" spc="0" normalizeH="0" baseline="0" noProof="0" dirty="0">
                  <a:ln>
                    <a:noFill/>
                  </a:ln>
                  <a:solidFill>
                    <a:srgbClr val="000000"/>
                  </a:solidFill>
                  <a:effectLst/>
                  <a:uLnTx/>
                  <a:uFillTx/>
                  <a:latin typeface="Arial" pitchFamily="34" charset="0"/>
                  <a:cs typeface="Arial" panose="020B0604020202020204" pitchFamily="34" charset="0"/>
                </a:rPr>
                <a:t>(</a:t>
              </a:r>
              <a:r>
                <a:rPr kumimoji="0" lang="es-MX" sz="1500" b="1" i="0" u="none" strike="noStrike" kern="0" cap="none" spc="0" normalizeH="0" baseline="0" noProof="0" dirty="0" err="1">
                  <a:ln>
                    <a:noFill/>
                  </a:ln>
                  <a:solidFill>
                    <a:srgbClr val="000000"/>
                  </a:solidFill>
                  <a:effectLst/>
                  <a:uLnTx/>
                  <a:uFillTx/>
                  <a:latin typeface="Arial" pitchFamily="34" charset="0"/>
                  <a:cs typeface="Arial" panose="020B0604020202020204" pitchFamily="34" charset="0"/>
                </a:rPr>
                <a:t>Fast</a:t>
              </a:r>
              <a:r>
                <a:rPr kumimoji="0" lang="es-MX" sz="1500" b="1" i="0" u="none" strike="noStrike" kern="0" cap="none" spc="0" normalizeH="0" baseline="0" noProof="0" dirty="0">
                  <a:ln>
                    <a:noFill/>
                  </a:ln>
                  <a:solidFill>
                    <a:srgbClr val="000000"/>
                  </a:solidFill>
                  <a:effectLst/>
                  <a:uLnTx/>
                  <a:uFillTx/>
                  <a:latin typeface="Arial" pitchFamily="34" charset="0"/>
                  <a:cs typeface="Arial" panose="020B0604020202020204" pitchFamily="34" charset="0"/>
                </a:rPr>
                <a:t> Tracking)</a:t>
              </a:r>
              <a:endParaRPr kumimoji="0" lang="es-ES" sz="1500" b="1" i="0" u="none" strike="noStrike" kern="0" cap="none" spc="0" normalizeH="0" baseline="0" noProof="0" dirty="0">
                <a:ln>
                  <a:noFill/>
                </a:ln>
                <a:solidFill>
                  <a:srgbClr val="000000"/>
                </a:solidFill>
                <a:effectLst/>
                <a:uLnTx/>
                <a:uFillTx/>
                <a:latin typeface="Arial" pitchFamily="34" charset="0"/>
                <a:cs typeface="Arial" panose="020B0604020202020204" pitchFamily="34" charset="0"/>
              </a:endParaRPr>
            </a:p>
          </p:txBody>
        </p:sp>
        <p:sp>
          <p:nvSpPr>
            <p:cNvPr id="14" name="AutoShape 14"/>
            <p:cNvSpPr>
              <a:spLocks noChangeArrowheads="1"/>
            </p:cNvSpPr>
            <p:nvPr/>
          </p:nvSpPr>
          <p:spPr bwMode="auto">
            <a:xfrm>
              <a:off x="3456" y="3360"/>
              <a:ext cx="528" cy="336"/>
            </a:xfrm>
            <a:custGeom>
              <a:avLst/>
              <a:gdLst>
                <a:gd name="T0" fmla="*/ 0 w 21600"/>
                <a:gd name="T1" fmla="*/ 0 h 21600"/>
                <a:gd name="T2" fmla="*/ 0 w 21600"/>
                <a:gd name="T3" fmla="*/ 0 h 21600"/>
                <a:gd name="T4" fmla="*/ 0 w 21600"/>
                <a:gd name="T5" fmla="*/ 0 h 21600"/>
                <a:gd name="T6" fmla="*/ 0 w 21600"/>
                <a:gd name="T7" fmla="*/ 0 h 21600"/>
                <a:gd name="T8" fmla="*/ 17694720 60000 65536"/>
                <a:gd name="T9" fmla="*/ 11796480 60000 65536"/>
                <a:gd name="T10" fmla="*/ 5898240 60000 65536"/>
                <a:gd name="T11" fmla="*/ 0 60000 65536"/>
                <a:gd name="T12" fmla="*/ 3355 w 21600"/>
                <a:gd name="T13" fmla="*/ 5400 h 21600"/>
                <a:gd name="T14" fmla="*/ 18900 w 21600"/>
                <a:gd name="T15" fmla="*/ 16200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lnTo>
                    <a:pt x="16200" y="0"/>
                  </a:lnTo>
                  <a:close/>
                </a:path>
                <a:path w="21600" h="21600">
                  <a:moveTo>
                    <a:pt x="1350" y="5400"/>
                  </a:moveTo>
                  <a:lnTo>
                    <a:pt x="1350" y="16200"/>
                  </a:lnTo>
                  <a:lnTo>
                    <a:pt x="2700" y="16200"/>
                  </a:lnTo>
                  <a:lnTo>
                    <a:pt x="2700" y="5400"/>
                  </a:lnTo>
                  <a:lnTo>
                    <a:pt x="1350" y="5400"/>
                  </a:lnTo>
                  <a:close/>
                </a:path>
                <a:path w="21600" h="21600">
                  <a:moveTo>
                    <a:pt x="0" y="5400"/>
                  </a:moveTo>
                  <a:lnTo>
                    <a:pt x="0" y="16200"/>
                  </a:lnTo>
                  <a:lnTo>
                    <a:pt x="675" y="16200"/>
                  </a:lnTo>
                  <a:lnTo>
                    <a:pt x="675" y="5400"/>
                  </a:lnTo>
                  <a:lnTo>
                    <a:pt x="0" y="5400"/>
                  </a:lnTo>
                  <a:close/>
                </a:path>
              </a:pathLst>
            </a:custGeom>
            <a:solidFill>
              <a:srgbClr val="FFFFFF">
                <a:lumMod val="85000"/>
              </a:srgbClr>
            </a:solidFill>
            <a:ln w="3175">
              <a:solidFill>
                <a:srgbClr val="000000"/>
              </a:solidFill>
              <a:miter lim="800000"/>
              <a:headEnd/>
              <a:tailEnd/>
            </a:ln>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500" b="1" i="0" u="none" strike="noStrike" kern="0" cap="none" spc="0" normalizeH="0" baseline="0" noProof="0">
                <a:ln>
                  <a:noFill/>
                </a:ln>
                <a:solidFill>
                  <a:srgbClr val="000000"/>
                </a:solidFill>
                <a:effectLst/>
                <a:uLnTx/>
                <a:uFillTx/>
                <a:latin typeface="Arial" pitchFamily="34" charset="0"/>
                <a:cs typeface="Arial" pitchFamily="34" charset="0"/>
              </a:endParaRPr>
            </a:p>
          </p:txBody>
        </p:sp>
      </p:grpSp>
      <p:sp>
        <p:nvSpPr>
          <p:cNvPr id="15" name="Rectangle 8"/>
          <p:cNvSpPr>
            <a:spLocks noChangeArrowheads="1"/>
          </p:cNvSpPr>
          <p:nvPr/>
        </p:nvSpPr>
        <p:spPr bwMode="auto">
          <a:xfrm>
            <a:off x="416706" y="1603999"/>
            <a:ext cx="4287633" cy="342145"/>
          </a:xfrm>
          <a:prstGeom prst="rect">
            <a:avLst/>
          </a:prstGeom>
          <a:solidFill>
            <a:srgbClr val="FFFFCC"/>
          </a:solidFill>
          <a:ln>
            <a:solidFill>
              <a:schemeClr val="tx1"/>
            </a:solidFill>
          </a:ln>
        </p:spPr>
        <p:txBody>
          <a:bodyPr wrap="square">
            <a:spAutoFit/>
          </a:bodyPr>
          <a:lstStyle/>
          <a:p>
            <a:pPr>
              <a:lnSpc>
                <a:spcPct val="110000"/>
              </a:lnSpc>
              <a:defRPr/>
            </a:pPr>
            <a:r>
              <a:rPr lang="es-PE" sz="1600" b="1" kern="0" dirty="0">
                <a:solidFill>
                  <a:srgbClr val="000099"/>
                </a:solidFill>
                <a:latin typeface="Arial" pitchFamily="34" charset="0"/>
                <a:cs typeface="Arial" pitchFamily="34" charset="0"/>
              </a:rPr>
              <a:t>Compresión del cronograma</a:t>
            </a:r>
          </a:p>
        </p:txBody>
      </p:sp>
      <p:sp>
        <p:nvSpPr>
          <p:cNvPr id="18" name="Título 1">
            <a:extLst>
              <a:ext uri="{FF2B5EF4-FFF2-40B4-BE49-F238E27FC236}">
                <a16:creationId xmlns:a16="http://schemas.microsoft.com/office/drawing/2014/main" id="{D7BC9B36-30D7-DF7E-3268-236913B012DA}"/>
              </a:ext>
            </a:extLst>
          </p:cNvPr>
          <p:cNvSpPr>
            <a:spLocks noGrp="1"/>
          </p:cNvSpPr>
          <p:nvPr>
            <p:ph type="title"/>
          </p:nvPr>
        </p:nvSpPr>
        <p:spPr>
          <a:xfrm>
            <a:off x="292288" y="377263"/>
            <a:ext cx="9083723" cy="1325563"/>
          </a:xfrm>
        </p:spPr>
        <p:txBody>
          <a:bodyPr>
            <a:normAutofit/>
          </a:bodyPr>
          <a:lstStyle/>
          <a:p>
            <a:r>
              <a:rPr lang="es-ES" sz="4000" b="1" dirty="0"/>
              <a:t>04. ¿CRASHING </a:t>
            </a:r>
            <a:r>
              <a:rPr lang="es-ES" sz="4000" b="1" dirty="0" err="1"/>
              <a:t>ó</a:t>
            </a:r>
            <a:r>
              <a:rPr lang="es-ES" sz="4000" b="1" dirty="0"/>
              <a:t> FAST TRACKING?</a:t>
            </a:r>
            <a:endParaRPr lang="en-US" sz="4000" b="1" dirty="0"/>
          </a:p>
        </p:txBody>
      </p:sp>
      <p:pic>
        <p:nvPicPr>
          <p:cNvPr id="2" name="Imagen 1">
            <a:extLst>
              <a:ext uri="{FF2B5EF4-FFF2-40B4-BE49-F238E27FC236}">
                <a16:creationId xmlns:a16="http://schemas.microsoft.com/office/drawing/2014/main" id="{8017AEF7-7120-70FE-069D-66EAE125E5D7}"/>
              </a:ext>
            </a:extLst>
          </p:cNvPr>
          <p:cNvPicPr>
            <a:picLocks noChangeAspect="1"/>
          </p:cNvPicPr>
          <p:nvPr/>
        </p:nvPicPr>
        <p:blipFill>
          <a:blip r:embed="rId2"/>
          <a:stretch>
            <a:fillRect/>
          </a:stretch>
        </p:blipFill>
        <p:spPr>
          <a:xfrm>
            <a:off x="9897686" y="5907116"/>
            <a:ext cx="2033588" cy="731810"/>
          </a:xfrm>
          <a:prstGeom prst="rect">
            <a:avLst/>
          </a:prstGeom>
        </p:spPr>
      </p:pic>
    </p:spTree>
    <p:extLst>
      <p:ext uri="{BB962C8B-B14F-4D97-AF65-F5344CB8AC3E}">
        <p14:creationId xmlns:p14="http://schemas.microsoft.com/office/powerpoint/2010/main" val="78387349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ángulo 5">
            <a:hlinkClick r:id="rId2"/>
            <a:extLst>
              <a:ext uri="{FF2B5EF4-FFF2-40B4-BE49-F238E27FC236}">
                <a16:creationId xmlns:a16="http://schemas.microsoft.com/office/drawing/2014/main" id="{7B96E061-6B28-4B27-A40C-4AC919FA18F4}"/>
              </a:ext>
            </a:extLst>
          </p:cNvPr>
          <p:cNvSpPr/>
          <p:nvPr/>
        </p:nvSpPr>
        <p:spPr>
          <a:xfrm>
            <a:off x="576775" y="6296024"/>
            <a:ext cx="295422" cy="25479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7" name="Rectángulo 6">
            <a:hlinkClick r:id="rId3"/>
            <a:extLst>
              <a:ext uri="{FF2B5EF4-FFF2-40B4-BE49-F238E27FC236}">
                <a16:creationId xmlns:a16="http://schemas.microsoft.com/office/drawing/2014/main" id="{46BABD7D-8BAF-4EA4-A549-45A745C7D66C}"/>
              </a:ext>
            </a:extLst>
          </p:cNvPr>
          <p:cNvSpPr/>
          <p:nvPr/>
        </p:nvSpPr>
        <p:spPr>
          <a:xfrm>
            <a:off x="926306" y="6296025"/>
            <a:ext cx="271463" cy="2876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8" name="Rectángulo 7">
            <a:hlinkClick r:id="rId4"/>
            <a:extLst>
              <a:ext uri="{FF2B5EF4-FFF2-40B4-BE49-F238E27FC236}">
                <a16:creationId xmlns:a16="http://schemas.microsoft.com/office/drawing/2014/main" id="{E5B07E67-A089-4608-951D-824EA803B2C8}"/>
              </a:ext>
            </a:extLst>
          </p:cNvPr>
          <p:cNvSpPr/>
          <p:nvPr/>
        </p:nvSpPr>
        <p:spPr>
          <a:xfrm>
            <a:off x="1251878" y="6296025"/>
            <a:ext cx="300697" cy="2876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9" name="Rectángulo 8">
            <a:hlinkClick r:id="rId5"/>
            <a:extLst>
              <a:ext uri="{FF2B5EF4-FFF2-40B4-BE49-F238E27FC236}">
                <a16:creationId xmlns:a16="http://schemas.microsoft.com/office/drawing/2014/main" id="{B2CCC631-FFDD-4E26-9159-C5BB2FC4F05C}"/>
              </a:ext>
            </a:extLst>
          </p:cNvPr>
          <p:cNvSpPr/>
          <p:nvPr/>
        </p:nvSpPr>
        <p:spPr>
          <a:xfrm>
            <a:off x="1606684" y="6279356"/>
            <a:ext cx="345941" cy="3043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graphicFrame>
        <p:nvGraphicFramePr>
          <p:cNvPr id="11" name="Gráfico 10">
            <a:extLst>
              <a:ext uri="{FF2B5EF4-FFF2-40B4-BE49-F238E27FC236}">
                <a16:creationId xmlns:a16="http://schemas.microsoft.com/office/drawing/2014/main" id="{00000000-0008-0000-0900-000002000000}"/>
              </a:ext>
            </a:extLst>
          </p:cNvPr>
          <p:cNvGraphicFramePr>
            <a:graphicFrameLocks/>
          </p:cNvGraphicFramePr>
          <p:nvPr/>
        </p:nvGraphicFramePr>
        <p:xfrm>
          <a:off x="926306" y="1610237"/>
          <a:ext cx="10283070" cy="5138738"/>
        </p:xfrm>
        <a:graphic>
          <a:graphicData uri="http://schemas.openxmlformats.org/drawingml/2006/chart">
            <c:chart xmlns:c="http://schemas.openxmlformats.org/drawingml/2006/chart" xmlns:r="http://schemas.openxmlformats.org/officeDocument/2006/relationships" r:id="rId6"/>
          </a:graphicData>
        </a:graphic>
      </p:graphicFrame>
      <p:cxnSp>
        <p:nvCxnSpPr>
          <p:cNvPr id="14" name="Conector recto 13">
            <a:extLst>
              <a:ext uri="{FF2B5EF4-FFF2-40B4-BE49-F238E27FC236}">
                <a16:creationId xmlns:a16="http://schemas.microsoft.com/office/drawing/2014/main" id="{00000000-0008-0000-0900-000004000000}"/>
              </a:ext>
            </a:extLst>
          </p:cNvPr>
          <p:cNvCxnSpPr/>
          <p:nvPr/>
        </p:nvCxnSpPr>
        <p:spPr>
          <a:xfrm flipH="1">
            <a:off x="8610335" y="1610767"/>
            <a:ext cx="9261" cy="3618022"/>
          </a:xfrm>
          <a:prstGeom prst="line">
            <a:avLst/>
          </a:prstGeom>
          <a:ln w="15875">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15" name="Rectángulo 14">
            <a:extLst>
              <a:ext uri="{FF2B5EF4-FFF2-40B4-BE49-F238E27FC236}">
                <a16:creationId xmlns:a16="http://schemas.microsoft.com/office/drawing/2014/main" id="{00000000-0008-0000-0900-000006000000}"/>
              </a:ext>
            </a:extLst>
          </p:cNvPr>
          <p:cNvSpPr/>
          <p:nvPr/>
        </p:nvSpPr>
        <p:spPr>
          <a:xfrm>
            <a:off x="8626451" y="2927032"/>
            <a:ext cx="847825" cy="61023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s-PE" sz="1200" b="1">
                <a:solidFill>
                  <a:srgbClr val="0070C0"/>
                </a:solidFill>
              </a:rPr>
              <a:t>Plan: 91%</a:t>
            </a:r>
          </a:p>
          <a:p>
            <a:pPr algn="ctr"/>
            <a:r>
              <a:rPr lang="es-PE" sz="1200" b="1">
                <a:solidFill>
                  <a:srgbClr val="FF0000"/>
                </a:solidFill>
              </a:rPr>
              <a:t>Real: 91%</a:t>
            </a:r>
          </a:p>
          <a:p>
            <a:pPr algn="ctr"/>
            <a:r>
              <a:rPr lang="es-PE" sz="1200" b="1">
                <a:solidFill>
                  <a:sysClr val="windowText" lastClr="000000"/>
                </a:solidFill>
              </a:rPr>
              <a:t>SPI: 1.0 </a:t>
            </a:r>
          </a:p>
        </p:txBody>
      </p:sp>
      <p:sp>
        <p:nvSpPr>
          <p:cNvPr id="16" name="Flecha izquierda 15"/>
          <p:cNvSpPr/>
          <p:nvPr/>
        </p:nvSpPr>
        <p:spPr>
          <a:xfrm flipH="1">
            <a:off x="7593786" y="4533101"/>
            <a:ext cx="1012592" cy="390550"/>
          </a:xfrm>
          <a:prstGeom prst="left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es-PE" sz="800" b="1">
                <a:solidFill>
                  <a:schemeClr val="tx1"/>
                </a:solidFill>
              </a:rPr>
              <a:t>FECHA DE CORTE</a:t>
            </a:r>
          </a:p>
        </p:txBody>
      </p:sp>
      <p:sp>
        <p:nvSpPr>
          <p:cNvPr id="4" name="Título 1">
            <a:extLst>
              <a:ext uri="{FF2B5EF4-FFF2-40B4-BE49-F238E27FC236}">
                <a16:creationId xmlns:a16="http://schemas.microsoft.com/office/drawing/2014/main" id="{35F3A0BE-4A91-5E1B-B9EE-7B56A2DAC67D}"/>
              </a:ext>
            </a:extLst>
          </p:cNvPr>
          <p:cNvSpPr>
            <a:spLocks noGrp="1"/>
          </p:cNvSpPr>
          <p:nvPr>
            <p:ph type="title"/>
          </p:nvPr>
        </p:nvSpPr>
        <p:spPr>
          <a:xfrm>
            <a:off x="292288" y="377263"/>
            <a:ext cx="9083723" cy="1325563"/>
          </a:xfrm>
        </p:spPr>
        <p:txBody>
          <a:bodyPr>
            <a:normAutofit/>
          </a:bodyPr>
          <a:lstStyle/>
          <a:p>
            <a:r>
              <a:rPr lang="es-ES" sz="4000" b="1" dirty="0"/>
              <a:t>04. ¿CRASHING </a:t>
            </a:r>
            <a:r>
              <a:rPr lang="es-ES" sz="4000" b="1" dirty="0" err="1"/>
              <a:t>ó</a:t>
            </a:r>
            <a:r>
              <a:rPr lang="es-ES" sz="4000" b="1" dirty="0"/>
              <a:t> FAST TRACKING?</a:t>
            </a:r>
            <a:endParaRPr lang="en-US" sz="4000" b="1" dirty="0"/>
          </a:p>
        </p:txBody>
      </p:sp>
    </p:spTree>
    <p:extLst>
      <p:ext uri="{BB962C8B-B14F-4D97-AF65-F5344CB8AC3E}">
        <p14:creationId xmlns:p14="http://schemas.microsoft.com/office/powerpoint/2010/main" val="26341119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uadroTexto 5"/>
          <p:cNvSpPr txBox="1"/>
          <p:nvPr/>
        </p:nvSpPr>
        <p:spPr>
          <a:xfrm>
            <a:off x="326265" y="2033987"/>
            <a:ext cx="11539470" cy="1815882"/>
          </a:xfrm>
          <a:prstGeom prst="rect">
            <a:avLst/>
          </a:prstGeom>
          <a:noFill/>
        </p:spPr>
        <p:txBody>
          <a:bodyPr wrap="square" rtlCol="0">
            <a:spAutoFit/>
          </a:bodyPr>
          <a:lstStyle/>
          <a:p>
            <a:pPr marL="342900" indent="-342900">
              <a:buAutoNum type="arabicPeriod"/>
            </a:pPr>
            <a:r>
              <a:rPr lang="es-PE" sz="1400" b="1" dirty="0">
                <a:latin typeface="Arial" panose="020B0604020202020204" pitchFamily="34" charset="0"/>
                <a:cs typeface="Arial" panose="020B0604020202020204" pitchFamily="34" charset="0"/>
              </a:rPr>
              <a:t>Durante la ejecución, su cliente le ha pedido que reduzca el plazo del proyecto en 03 semanas. En términos del cronograma del proyecto, esto significa que: </a:t>
            </a:r>
          </a:p>
          <a:p>
            <a:pPr marL="342900" indent="-342900">
              <a:buAutoNum type="arabicPeriod"/>
            </a:pPr>
            <a:endParaRPr lang="es-PE" sz="1400" b="1" dirty="0">
              <a:latin typeface="Arial" panose="020B0604020202020204" pitchFamily="34" charset="0"/>
              <a:cs typeface="Arial" panose="020B0604020202020204" pitchFamily="34" charset="0"/>
            </a:endParaRPr>
          </a:p>
          <a:p>
            <a:pPr lvl="0"/>
            <a:r>
              <a:rPr lang="es-ES_tradnl" sz="1400" b="1" dirty="0">
                <a:latin typeface="Arial" panose="020B0604020202020204" pitchFamily="34" charset="0"/>
                <a:cs typeface="Arial" panose="020B0604020202020204" pitchFamily="34" charset="0"/>
              </a:rPr>
              <a:t>a) </a:t>
            </a:r>
            <a:r>
              <a:rPr lang="es-PE" sz="1400" b="1" dirty="0" err="1">
                <a:latin typeface="Arial" panose="020B0604020202020204" pitchFamily="34" charset="0"/>
                <a:cs typeface="Arial" panose="020B0604020202020204" pitchFamily="34" charset="0"/>
              </a:rPr>
              <a:t>Ud</a:t>
            </a:r>
            <a:r>
              <a:rPr lang="es-PE" sz="1400" b="1" dirty="0">
                <a:latin typeface="Arial" panose="020B0604020202020204" pitchFamily="34" charset="0"/>
                <a:cs typeface="Arial" panose="020B0604020202020204" pitchFamily="34" charset="0"/>
              </a:rPr>
              <a:t> debe proponer ejecutar una compresión (crashing) del cronograma como la mejor opción para completar el nuevo plazo requerido.</a:t>
            </a:r>
          </a:p>
          <a:p>
            <a:pPr lvl="0"/>
            <a:r>
              <a:rPr lang="es-PE" sz="1400" b="1" dirty="0">
                <a:latin typeface="Arial" panose="020B0604020202020204" pitchFamily="34" charset="0"/>
                <a:cs typeface="Arial" panose="020B0604020202020204" pitchFamily="34" charset="0"/>
              </a:rPr>
              <a:t>b) </a:t>
            </a:r>
            <a:r>
              <a:rPr lang="es-PE" sz="1400" b="1" dirty="0" err="1">
                <a:latin typeface="Arial" panose="020B0604020202020204" pitchFamily="34" charset="0"/>
                <a:cs typeface="Arial" panose="020B0604020202020204" pitchFamily="34" charset="0"/>
              </a:rPr>
              <a:t>Ud</a:t>
            </a:r>
            <a:r>
              <a:rPr lang="es-PE" sz="1400" b="1" dirty="0">
                <a:latin typeface="Arial" panose="020B0604020202020204" pitchFamily="34" charset="0"/>
                <a:cs typeface="Arial" panose="020B0604020202020204" pitchFamily="34" charset="0"/>
              </a:rPr>
              <a:t> debe proponer ejecutar una aceleración (fast tracking) como la mejor opción para completar el nuevo plazo requerido.</a:t>
            </a:r>
          </a:p>
          <a:p>
            <a:pPr lvl="0"/>
            <a:r>
              <a:rPr lang="es-PE" sz="1400" b="1" dirty="0">
                <a:latin typeface="Arial" panose="020B0604020202020204" pitchFamily="34" charset="0"/>
                <a:cs typeface="Arial" panose="020B0604020202020204" pitchFamily="34" charset="0"/>
              </a:rPr>
              <a:t>c) Su proyecto tiene una flotación negativa.</a:t>
            </a:r>
          </a:p>
          <a:p>
            <a:pPr lvl="0"/>
            <a:r>
              <a:rPr lang="es-PE" sz="1400" b="1" dirty="0">
                <a:latin typeface="Arial" panose="020B0604020202020204" pitchFamily="34" charset="0"/>
                <a:cs typeface="Arial" panose="020B0604020202020204" pitchFamily="34" charset="0"/>
              </a:rPr>
              <a:t>d) </a:t>
            </a:r>
            <a:r>
              <a:rPr lang="es-PE" sz="1400" b="1" dirty="0" err="1">
                <a:latin typeface="Arial" panose="020B0604020202020204" pitchFamily="34" charset="0"/>
                <a:cs typeface="Arial" panose="020B0604020202020204" pitchFamily="34" charset="0"/>
              </a:rPr>
              <a:t>Ud</a:t>
            </a:r>
            <a:r>
              <a:rPr lang="es-PE" sz="1400" b="1" dirty="0">
                <a:latin typeface="Arial" panose="020B0604020202020204" pitchFamily="34" charset="0"/>
                <a:cs typeface="Arial" panose="020B0604020202020204" pitchFamily="34" charset="0"/>
              </a:rPr>
              <a:t> no puede entregar el proyecto 03 semanas antes sin impactar la calidad del proyecto.</a:t>
            </a:r>
          </a:p>
        </p:txBody>
      </p:sp>
      <p:sp>
        <p:nvSpPr>
          <p:cNvPr id="12" name="Freeform 4"/>
          <p:cNvSpPr>
            <a:spLocks/>
          </p:cNvSpPr>
          <p:nvPr/>
        </p:nvSpPr>
        <p:spPr bwMode="auto">
          <a:xfrm>
            <a:off x="4221041" y="3383401"/>
            <a:ext cx="161925" cy="219075"/>
          </a:xfrm>
          <a:custGeom>
            <a:avLst/>
            <a:gdLst>
              <a:gd name="T0" fmla="*/ 2147483647 w 1040"/>
              <a:gd name="T1" fmla="*/ 2147483647 h 1312"/>
              <a:gd name="T2" fmla="*/ 2147483647 w 1040"/>
              <a:gd name="T3" fmla="*/ 2147483647 h 1312"/>
              <a:gd name="T4" fmla="*/ 0 w 1040"/>
              <a:gd name="T5" fmla="*/ 2147483647 h 1312"/>
              <a:gd name="T6" fmla="*/ 2147483647 w 1040"/>
              <a:gd name="T7" fmla="*/ 2147483647 h 1312"/>
              <a:gd name="T8" fmla="*/ 2147483647 w 1040"/>
              <a:gd name="T9" fmla="*/ 2147483647 h 1312"/>
              <a:gd name="T10" fmla="*/ 2147483647 w 1040"/>
              <a:gd name="T11" fmla="*/ 2147483647 h 1312"/>
              <a:gd name="T12" fmla="*/ 2147483647 w 1040"/>
              <a:gd name="T13" fmla="*/ 2147483647 h 1312"/>
              <a:gd name="T14" fmla="*/ 2147483647 w 1040"/>
              <a:gd name="T15" fmla="*/ 2147483647 h 1312"/>
              <a:gd name="T16" fmla="*/ 2147483647 w 1040"/>
              <a:gd name="T17" fmla="*/ 2147483647 h 1312"/>
              <a:gd name="T18" fmla="*/ 2147483647 w 1040"/>
              <a:gd name="T19" fmla="*/ 2147483647 h 1312"/>
              <a:gd name="T20" fmla="*/ 2147483647 w 1040"/>
              <a:gd name="T21" fmla="*/ 2147483647 h 1312"/>
              <a:gd name="T22" fmla="*/ 2147483647 w 1040"/>
              <a:gd name="T23" fmla="*/ 0 h 1312"/>
              <a:gd name="T24" fmla="*/ 2147483647 w 1040"/>
              <a:gd name="T25" fmla="*/ 2147483647 h 1312"/>
              <a:gd name="T26" fmla="*/ 2147483647 w 1040"/>
              <a:gd name="T27" fmla="*/ 2147483647 h 1312"/>
              <a:gd name="T28" fmla="*/ 2147483647 w 1040"/>
              <a:gd name="T29" fmla="*/ 2147483647 h 1312"/>
              <a:gd name="T30" fmla="*/ 2147483647 w 1040"/>
              <a:gd name="T31" fmla="*/ 2147483647 h 1312"/>
              <a:gd name="T32" fmla="*/ 2147483647 w 1040"/>
              <a:gd name="T33" fmla="*/ 2147483647 h 131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040"/>
              <a:gd name="T52" fmla="*/ 0 h 1312"/>
              <a:gd name="T53" fmla="*/ 1040 w 1040"/>
              <a:gd name="T54" fmla="*/ 1312 h 1312"/>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040" h="1312">
                <a:moveTo>
                  <a:pt x="285" y="736"/>
                </a:moveTo>
                <a:lnTo>
                  <a:pt x="104" y="619"/>
                </a:lnTo>
                <a:lnTo>
                  <a:pt x="0" y="665"/>
                </a:lnTo>
                <a:lnTo>
                  <a:pt x="14" y="818"/>
                </a:lnTo>
                <a:lnTo>
                  <a:pt x="163" y="1099"/>
                </a:lnTo>
                <a:lnTo>
                  <a:pt x="231" y="1312"/>
                </a:lnTo>
                <a:lnTo>
                  <a:pt x="366" y="1308"/>
                </a:lnTo>
                <a:lnTo>
                  <a:pt x="515" y="782"/>
                </a:lnTo>
                <a:lnTo>
                  <a:pt x="692" y="442"/>
                </a:lnTo>
                <a:lnTo>
                  <a:pt x="981" y="100"/>
                </a:lnTo>
                <a:lnTo>
                  <a:pt x="1040" y="4"/>
                </a:lnTo>
                <a:lnTo>
                  <a:pt x="941" y="0"/>
                </a:lnTo>
                <a:lnTo>
                  <a:pt x="710" y="181"/>
                </a:lnTo>
                <a:lnTo>
                  <a:pt x="470" y="479"/>
                </a:lnTo>
                <a:lnTo>
                  <a:pt x="298" y="900"/>
                </a:lnTo>
                <a:lnTo>
                  <a:pt x="285" y="736"/>
                </a:lnTo>
                <a:close/>
              </a:path>
            </a:pathLst>
          </a:custGeom>
          <a:solidFill>
            <a:srgbClr val="0070C0"/>
          </a:solidFill>
          <a:ln>
            <a:noFill/>
          </a:ln>
        </p:spPr>
        <p:txBody>
          <a:bodyPr/>
          <a:lstStyle/>
          <a:p>
            <a:endParaRPr lang="en-US">
              <a:solidFill>
                <a:srgbClr val="FFFFFF"/>
              </a:solidFill>
              <a:latin typeface="Tw Cen MT" panose="020B0602020104020603"/>
            </a:endParaRPr>
          </a:p>
        </p:txBody>
      </p:sp>
      <p:sp>
        <p:nvSpPr>
          <p:cNvPr id="7" name="Título 1"/>
          <p:cNvSpPr>
            <a:spLocks noGrp="1"/>
          </p:cNvSpPr>
          <p:nvPr>
            <p:ph type="title"/>
          </p:nvPr>
        </p:nvSpPr>
        <p:spPr>
          <a:xfrm>
            <a:off x="838200" y="365125"/>
            <a:ext cx="10515600" cy="1325563"/>
          </a:xfrm>
        </p:spPr>
        <p:txBody>
          <a:bodyPr/>
          <a:lstStyle/>
          <a:p>
            <a:r>
              <a:rPr lang="es-ES" dirty="0"/>
              <a:t>Verifica cuánto has aprendido hoy:</a:t>
            </a:r>
            <a:endParaRPr lang="en-US" dirty="0"/>
          </a:p>
        </p:txBody>
      </p:sp>
      <p:sp>
        <p:nvSpPr>
          <p:cNvPr id="2" name="CuadroTexto 1">
            <a:extLst>
              <a:ext uri="{FF2B5EF4-FFF2-40B4-BE49-F238E27FC236}">
                <a16:creationId xmlns:a16="http://schemas.microsoft.com/office/drawing/2014/main" id="{BEF27B8C-22B9-1897-B58A-DBAB784BFE62}"/>
              </a:ext>
            </a:extLst>
          </p:cNvPr>
          <p:cNvSpPr txBox="1"/>
          <p:nvPr/>
        </p:nvSpPr>
        <p:spPr>
          <a:xfrm>
            <a:off x="326265" y="4183620"/>
            <a:ext cx="11539470" cy="2031325"/>
          </a:xfrm>
          <a:prstGeom prst="rect">
            <a:avLst/>
          </a:prstGeom>
          <a:noFill/>
        </p:spPr>
        <p:txBody>
          <a:bodyPr wrap="square" rtlCol="0">
            <a:spAutoFit/>
          </a:bodyPr>
          <a:lstStyle/>
          <a:p>
            <a:pPr lvl="0"/>
            <a:r>
              <a:rPr lang="es-ES_tradnl" sz="1400" b="1" dirty="0">
                <a:latin typeface="Arial" panose="020B0604020202020204" pitchFamily="34" charset="0"/>
                <a:cs typeface="Arial" panose="020B0604020202020204" pitchFamily="34" charset="0"/>
              </a:rPr>
              <a:t>2. </a:t>
            </a:r>
            <a:r>
              <a:rPr lang="es-ES" sz="1400" b="1" dirty="0">
                <a:latin typeface="Arial" panose="020B0604020202020204" pitchFamily="34" charset="0"/>
                <a:cs typeface="Arial" panose="020B0604020202020204" pitchFamily="34" charset="0"/>
              </a:rPr>
              <a:t>El calendario de su proyecto de bombeo de agua tratada indica un plazo de 15 meses, pero su cliente acaba de darse cuenta de que existe un requisito normativo que exige finalizar el proyecto en una fecha determinada e insiste en que este proyecto debe terminarse en 12 meses. ¿Cuál de las siguientes opciones es la mejor?</a:t>
            </a:r>
          </a:p>
          <a:p>
            <a:pPr lvl="0"/>
            <a:endParaRPr lang="es-ES" sz="1400" b="1" dirty="0">
              <a:latin typeface="Arial" panose="020B0604020202020204" pitchFamily="34" charset="0"/>
              <a:cs typeface="Arial" panose="020B0604020202020204" pitchFamily="34" charset="0"/>
            </a:endParaRPr>
          </a:p>
          <a:p>
            <a:pPr marL="342900" lvl="0" indent="-342900">
              <a:buAutoNum type="alphaLcParenR"/>
            </a:pPr>
            <a:r>
              <a:rPr lang="es-ES" sz="1400" b="1" dirty="0">
                <a:latin typeface="Arial" panose="020B0604020202020204" pitchFamily="34" charset="0"/>
                <a:cs typeface="Arial" panose="020B0604020202020204" pitchFamily="34" charset="0"/>
              </a:rPr>
              <a:t>Decirle al cliente que se puede hacer y recortar las estimaciones en un 20%.</a:t>
            </a:r>
          </a:p>
          <a:p>
            <a:pPr marL="342900" lvl="0" indent="-342900">
              <a:buAutoNum type="alphaLcParenR"/>
            </a:pPr>
            <a:r>
              <a:rPr lang="es-ES" sz="1400" b="1" dirty="0">
                <a:latin typeface="Arial" panose="020B0604020202020204" pitchFamily="34" charset="0"/>
                <a:cs typeface="Arial" panose="020B0604020202020204" pitchFamily="34" charset="0"/>
              </a:rPr>
              <a:t>Reducir el alcance en un 20%, informar al cliente de que la ruta crítica ha cambiado y volver a presentar el calendario para su revisión.</a:t>
            </a:r>
          </a:p>
          <a:p>
            <a:pPr marL="342900" lvl="0" indent="-342900">
              <a:buAutoNum type="alphaLcParenR"/>
            </a:pPr>
            <a:r>
              <a:rPr lang="es-ES" sz="1400" b="1" dirty="0">
                <a:latin typeface="Arial" panose="020B0604020202020204" pitchFamily="34" charset="0"/>
                <a:cs typeface="Arial" panose="020B0604020202020204" pitchFamily="34" charset="0"/>
              </a:rPr>
              <a:t>Manténgase firme. Reducir el alcance o el tiempo dará lugar a un resultado inferior del proyecto.</a:t>
            </a:r>
          </a:p>
          <a:p>
            <a:pPr marL="342900" lvl="0" indent="-342900">
              <a:buAutoNum type="alphaLcParenR"/>
            </a:pPr>
            <a:r>
              <a:rPr lang="es-ES" sz="1400" b="1" dirty="0">
                <a:latin typeface="Arial" panose="020B0604020202020204" pitchFamily="34" charset="0"/>
                <a:cs typeface="Arial" panose="020B0604020202020204" pitchFamily="34" charset="0"/>
              </a:rPr>
              <a:t>Informar al cliente de las repercusiones y, a continuación, hacer un crashing al proyecto. </a:t>
            </a:r>
          </a:p>
        </p:txBody>
      </p:sp>
      <p:sp>
        <p:nvSpPr>
          <p:cNvPr id="3" name="Freeform 4">
            <a:extLst>
              <a:ext uri="{FF2B5EF4-FFF2-40B4-BE49-F238E27FC236}">
                <a16:creationId xmlns:a16="http://schemas.microsoft.com/office/drawing/2014/main" id="{9BC700A0-D4B7-DF08-D7F7-23913771AED1}"/>
              </a:ext>
            </a:extLst>
          </p:cNvPr>
          <p:cNvSpPr>
            <a:spLocks/>
          </p:cNvSpPr>
          <p:nvPr/>
        </p:nvSpPr>
        <p:spPr bwMode="auto">
          <a:xfrm>
            <a:off x="8341745" y="5995870"/>
            <a:ext cx="161925" cy="219075"/>
          </a:xfrm>
          <a:custGeom>
            <a:avLst/>
            <a:gdLst>
              <a:gd name="T0" fmla="*/ 2147483647 w 1040"/>
              <a:gd name="T1" fmla="*/ 2147483647 h 1312"/>
              <a:gd name="T2" fmla="*/ 2147483647 w 1040"/>
              <a:gd name="T3" fmla="*/ 2147483647 h 1312"/>
              <a:gd name="T4" fmla="*/ 0 w 1040"/>
              <a:gd name="T5" fmla="*/ 2147483647 h 1312"/>
              <a:gd name="T6" fmla="*/ 2147483647 w 1040"/>
              <a:gd name="T7" fmla="*/ 2147483647 h 1312"/>
              <a:gd name="T8" fmla="*/ 2147483647 w 1040"/>
              <a:gd name="T9" fmla="*/ 2147483647 h 1312"/>
              <a:gd name="T10" fmla="*/ 2147483647 w 1040"/>
              <a:gd name="T11" fmla="*/ 2147483647 h 1312"/>
              <a:gd name="T12" fmla="*/ 2147483647 w 1040"/>
              <a:gd name="T13" fmla="*/ 2147483647 h 1312"/>
              <a:gd name="T14" fmla="*/ 2147483647 w 1040"/>
              <a:gd name="T15" fmla="*/ 2147483647 h 1312"/>
              <a:gd name="T16" fmla="*/ 2147483647 w 1040"/>
              <a:gd name="T17" fmla="*/ 2147483647 h 1312"/>
              <a:gd name="T18" fmla="*/ 2147483647 w 1040"/>
              <a:gd name="T19" fmla="*/ 2147483647 h 1312"/>
              <a:gd name="T20" fmla="*/ 2147483647 w 1040"/>
              <a:gd name="T21" fmla="*/ 2147483647 h 1312"/>
              <a:gd name="T22" fmla="*/ 2147483647 w 1040"/>
              <a:gd name="T23" fmla="*/ 0 h 1312"/>
              <a:gd name="T24" fmla="*/ 2147483647 w 1040"/>
              <a:gd name="T25" fmla="*/ 2147483647 h 1312"/>
              <a:gd name="T26" fmla="*/ 2147483647 w 1040"/>
              <a:gd name="T27" fmla="*/ 2147483647 h 1312"/>
              <a:gd name="T28" fmla="*/ 2147483647 w 1040"/>
              <a:gd name="T29" fmla="*/ 2147483647 h 1312"/>
              <a:gd name="T30" fmla="*/ 2147483647 w 1040"/>
              <a:gd name="T31" fmla="*/ 2147483647 h 1312"/>
              <a:gd name="T32" fmla="*/ 2147483647 w 1040"/>
              <a:gd name="T33" fmla="*/ 2147483647 h 131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040"/>
              <a:gd name="T52" fmla="*/ 0 h 1312"/>
              <a:gd name="T53" fmla="*/ 1040 w 1040"/>
              <a:gd name="T54" fmla="*/ 1312 h 1312"/>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040" h="1312">
                <a:moveTo>
                  <a:pt x="285" y="736"/>
                </a:moveTo>
                <a:lnTo>
                  <a:pt x="104" y="619"/>
                </a:lnTo>
                <a:lnTo>
                  <a:pt x="0" y="665"/>
                </a:lnTo>
                <a:lnTo>
                  <a:pt x="14" y="818"/>
                </a:lnTo>
                <a:lnTo>
                  <a:pt x="163" y="1099"/>
                </a:lnTo>
                <a:lnTo>
                  <a:pt x="231" y="1312"/>
                </a:lnTo>
                <a:lnTo>
                  <a:pt x="366" y="1308"/>
                </a:lnTo>
                <a:lnTo>
                  <a:pt x="515" y="782"/>
                </a:lnTo>
                <a:lnTo>
                  <a:pt x="692" y="442"/>
                </a:lnTo>
                <a:lnTo>
                  <a:pt x="981" y="100"/>
                </a:lnTo>
                <a:lnTo>
                  <a:pt x="1040" y="4"/>
                </a:lnTo>
                <a:lnTo>
                  <a:pt x="941" y="0"/>
                </a:lnTo>
                <a:lnTo>
                  <a:pt x="710" y="181"/>
                </a:lnTo>
                <a:lnTo>
                  <a:pt x="470" y="479"/>
                </a:lnTo>
                <a:lnTo>
                  <a:pt x="298" y="900"/>
                </a:lnTo>
                <a:lnTo>
                  <a:pt x="285" y="736"/>
                </a:lnTo>
                <a:close/>
              </a:path>
            </a:pathLst>
          </a:custGeom>
          <a:solidFill>
            <a:srgbClr val="0070C0"/>
          </a:solidFill>
          <a:ln>
            <a:noFill/>
          </a:ln>
        </p:spPr>
        <p:txBody>
          <a:bodyPr/>
          <a:lstStyle/>
          <a:p>
            <a:endParaRPr lang="en-US">
              <a:solidFill>
                <a:srgbClr val="FFFFFF"/>
              </a:solidFill>
              <a:latin typeface="Tw Cen MT" panose="020B0602020104020603"/>
            </a:endParaRPr>
          </a:p>
        </p:txBody>
      </p:sp>
    </p:spTree>
    <p:extLst>
      <p:ext uri="{BB962C8B-B14F-4D97-AF65-F5344CB8AC3E}">
        <p14:creationId xmlns:p14="http://schemas.microsoft.com/office/powerpoint/2010/main" val="32363081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3"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CuadroTexto 52"/>
          <p:cNvSpPr txBox="1"/>
          <p:nvPr/>
        </p:nvSpPr>
        <p:spPr>
          <a:xfrm>
            <a:off x="326265" y="1517602"/>
            <a:ext cx="11539470" cy="2117503"/>
          </a:xfrm>
          <a:prstGeom prst="rect">
            <a:avLst/>
          </a:prstGeom>
          <a:noFill/>
        </p:spPr>
        <p:txBody>
          <a:bodyPr wrap="square" rtlCol="0">
            <a:spAutoFit/>
          </a:bodyPr>
          <a:lstStyle/>
          <a:p>
            <a:pPr lvl="0"/>
            <a:r>
              <a:rPr lang="es-ES_tradnl" sz="1400" b="1" dirty="0">
                <a:latin typeface="Arial" panose="020B0604020202020204" pitchFamily="34" charset="0"/>
                <a:cs typeface="Arial" panose="020B0604020202020204" pitchFamily="34" charset="0"/>
              </a:rPr>
              <a:t>3. Una empresa de ingeniería está trabajando en un diseño de reubicación de una red de MT; sin embargo, el ingeniero principal tuvo que abandonar el proyecto para atender una urgencia. Esto lleva a un retraso en el cronograma porque no hay información resguardada sobre la troncal de la línea de MT y se requiere que el especialista esté allá para la firma de los planos. Este hecho causa un retraso en la finalización del proyecto. Esto es un ejemplo de:</a:t>
            </a:r>
            <a:endParaRPr lang="es-PE" sz="1400" b="1" dirty="0">
              <a:latin typeface="Arial" panose="020B0604020202020204" pitchFamily="34" charset="0"/>
              <a:cs typeface="Arial" panose="020B0604020202020204" pitchFamily="34" charset="0"/>
            </a:endParaRPr>
          </a:p>
          <a:p>
            <a:pPr defTabSz="190500">
              <a:lnSpc>
                <a:spcPct val="115000"/>
              </a:lnSpc>
              <a:spcBef>
                <a:spcPct val="20000"/>
              </a:spcBef>
              <a:buClr>
                <a:schemeClr val="tx1"/>
              </a:buClr>
              <a:buSzPct val="70000"/>
            </a:pPr>
            <a:r>
              <a:rPr lang="es-ES_tradnl" sz="1400" b="1" dirty="0">
                <a:latin typeface="Arial" panose="020B0604020202020204" pitchFamily="34" charset="0"/>
                <a:cs typeface="Arial" panose="020B0604020202020204" pitchFamily="34" charset="0"/>
              </a:rPr>
              <a:t>a) </a:t>
            </a:r>
            <a:r>
              <a:rPr lang="es-ES" sz="1400" b="1" dirty="0">
                <a:latin typeface="Arial" panose="020B0604020202020204" pitchFamily="34" charset="0"/>
                <a:cs typeface="Arial" panose="020B0604020202020204" pitchFamily="34" charset="0"/>
              </a:rPr>
              <a:t>Dependencias internas</a:t>
            </a:r>
            <a:endParaRPr lang="es-ES_tradnl" sz="1400" b="1" dirty="0">
              <a:latin typeface="Arial" panose="020B0604020202020204" pitchFamily="34" charset="0"/>
              <a:cs typeface="Arial" panose="020B0604020202020204" pitchFamily="34" charset="0"/>
            </a:endParaRPr>
          </a:p>
          <a:p>
            <a:pPr defTabSz="190500">
              <a:lnSpc>
                <a:spcPct val="115000"/>
              </a:lnSpc>
              <a:spcBef>
                <a:spcPct val="20000"/>
              </a:spcBef>
              <a:buClr>
                <a:schemeClr val="tx1"/>
              </a:buClr>
              <a:buSzPct val="70000"/>
            </a:pPr>
            <a:r>
              <a:rPr lang="es-ES" sz="1400" b="1" dirty="0">
                <a:latin typeface="Arial" panose="020B0604020202020204" pitchFamily="34" charset="0"/>
                <a:cs typeface="Arial" panose="020B0604020202020204" pitchFamily="34" charset="0"/>
              </a:rPr>
              <a:t>b) </a:t>
            </a:r>
            <a:r>
              <a:rPr lang="es-ES" sz="1400" b="1" dirty="0" err="1">
                <a:latin typeface="Arial" panose="020B0604020202020204" pitchFamily="34" charset="0"/>
                <a:cs typeface="Arial" panose="020B0604020202020204" pitchFamily="34" charset="0"/>
              </a:rPr>
              <a:t>Fast</a:t>
            </a:r>
            <a:r>
              <a:rPr lang="es-ES" sz="1400" b="1" dirty="0">
                <a:latin typeface="Arial" panose="020B0604020202020204" pitchFamily="34" charset="0"/>
                <a:cs typeface="Arial" panose="020B0604020202020204" pitchFamily="34" charset="0"/>
              </a:rPr>
              <a:t> </a:t>
            </a:r>
            <a:r>
              <a:rPr lang="es-ES" sz="1400" b="1" dirty="0" err="1">
                <a:latin typeface="Arial" panose="020B0604020202020204" pitchFamily="34" charset="0"/>
                <a:cs typeface="Arial" panose="020B0604020202020204" pitchFamily="34" charset="0"/>
              </a:rPr>
              <a:t>Track</a:t>
            </a:r>
            <a:r>
              <a:rPr lang="es-ES" sz="1400" b="1" dirty="0">
                <a:latin typeface="Arial" panose="020B0604020202020204" pitchFamily="34" charset="0"/>
                <a:cs typeface="Arial" panose="020B0604020202020204" pitchFamily="34" charset="0"/>
              </a:rPr>
              <a:t> o </a:t>
            </a:r>
            <a:r>
              <a:rPr lang="es-ES" sz="1400" b="1" dirty="0" err="1">
                <a:latin typeface="Arial" panose="020B0604020202020204" pitchFamily="34" charset="0"/>
                <a:cs typeface="Arial" panose="020B0604020202020204" pitchFamily="34" charset="0"/>
              </a:rPr>
              <a:t>crashing</a:t>
            </a:r>
            <a:r>
              <a:rPr lang="es-ES" sz="1400" b="1" dirty="0">
                <a:latin typeface="Arial" panose="020B0604020202020204" pitchFamily="34" charset="0"/>
                <a:cs typeface="Arial" panose="020B0604020202020204" pitchFamily="34" charset="0"/>
              </a:rPr>
              <a:t> </a:t>
            </a:r>
          </a:p>
          <a:p>
            <a:pPr defTabSz="190500">
              <a:lnSpc>
                <a:spcPct val="115000"/>
              </a:lnSpc>
              <a:spcBef>
                <a:spcPct val="20000"/>
              </a:spcBef>
              <a:buClr>
                <a:schemeClr val="tx1"/>
              </a:buClr>
              <a:buSzPct val="70000"/>
            </a:pPr>
            <a:r>
              <a:rPr lang="es-ES" sz="1400" b="1" dirty="0">
                <a:latin typeface="Arial" panose="020B0604020202020204" pitchFamily="34" charset="0"/>
                <a:cs typeface="Arial" panose="020B0604020202020204" pitchFamily="34" charset="0"/>
              </a:rPr>
              <a:t>c) Descomposición gradual</a:t>
            </a:r>
          </a:p>
          <a:p>
            <a:pPr defTabSz="190500">
              <a:lnSpc>
                <a:spcPct val="115000"/>
              </a:lnSpc>
              <a:spcBef>
                <a:spcPct val="20000"/>
              </a:spcBef>
              <a:buClr>
                <a:schemeClr val="tx1"/>
              </a:buClr>
              <a:buSzPct val="70000"/>
            </a:pPr>
            <a:r>
              <a:rPr lang="es-ES" sz="1400" b="1" dirty="0">
                <a:latin typeface="Arial" panose="020B0604020202020204" pitchFamily="34" charset="0"/>
                <a:cs typeface="Arial" panose="020B0604020202020204" pitchFamily="34" charset="0"/>
              </a:rPr>
              <a:t>d) Dependencia obligatoria</a:t>
            </a:r>
          </a:p>
        </p:txBody>
      </p:sp>
      <p:sp>
        <p:nvSpPr>
          <p:cNvPr id="55" name="Freeform 4"/>
          <p:cNvSpPr>
            <a:spLocks/>
          </p:cNvSpPr>
          <p:nvPr/>
        </p:nvSpPr>
        <p:spPr bwMode="auto">
          <a:xfrm>
            <a:off x="2820088" y="2457709"/>
            <a:ext cx="161925" cy="219075"/>
          </a:xfrm>
          <a:custGeom>
            <a:avLst/>
            <a:gdLst>
              <a:gd name="T0" fmla="*/ 2147483647 w 1040"/>
              <a:gd name="T1" fmla="*/ 2147483647 h 1312"/>
              <a:gd name="T2" fmla="*/ 2147483647 w 1040"/>
              <a:gd name="T3" fmla="*/ 2147483647 h 1312"/>
              <a:gd name="T4" fmla="*/ 0 w 1040"/>
              <a:gd name="T5" fmla="*/ 2147483647 h 1312"/>
              <a:gd name="T6" fmla="*/ 2147483647 w 1040"/>
              <a:gd name="T7" fmla="*/ 2147483647 h 1312"/>
              <a:gd name="T8" fmla="*/ 2147483647 w 1040"/>
              <a:gd name="T9" fmla="*/ 2147483647 h 1312"/>
              <a:gd name="T10" fmla="*/ 2147483647 w 1040"/>
              <a:gd name="T11" fmla="*/ 2147483647 h 1312"/>
              <a:gd name="T12" fmla="*/ 2147483647 w 1040"/>
              <a:gd name="T13" fmla="*/ 2147483647 h 1312"/>
              <a:gd name="T14" fmla="*/ 2147483647 w 1040"/>
              <a:gd name="T15" fmla="*/ 2147483647 h 1312"/>
              <a:gd name="T16" fmla="*/ 2147483647 w 1040"/>
              <a:gd name="T17" fmla="*/ 2147483647 h 1312"/>
              <a:gd name="T18" fmla="*/ 2147483647 w 1040"/>
              <a:gd name="T19" fmla="*/ 2147483647 h 1312"/>
              <a:gd name="T20" fmla="*/ 2147483647 w 1040"/>
              <a:gd name="T21" fmla="*/ 2147483647 h 1312"/>
              <a:gd name="T22" fmla="*/ 2147483647 w 1040"/>
              <a:gd name="T23" fmla="*/ 0 h 1312"/>
              <a:gd name="T24" fmla="*/ 2147483647 w 1040"/>
              <a:gd name="T25" fmla="*/ 2147483647 h 1312"/>
              <a:gd name="T26" fmla="*/ 2147483647 w 1040"/>
              <a:gd name="T27" fmla="*/ 2147483647 h 1312"/>
              <a:gd name="T28" fmla="*/ 2147483647 w 1040"/>
              <a:gd name="T29" fmla="*/ 2147483647 h 1312"/>
              <a:gd name="T30" fmla="*/ 2147483647 w 1040"/>
              <a:gd name="T31" fmla="*/ 2147483647 h 1312"/>
              <a:gd name="T32" fmla="*/ 2147483647 w 1040"/>
              <a:gd name="T33" fmla="*/ 2147483647 h 131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040"/>
              <a:gd name="T52" fmla="*/ 0 h 1312"/>
              <a:gd name="T53" fmla="*/ 1040 w 1040"/>
              <a:gd name="T54" fmla="*/ 1312 h 1312"/>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040" h="1312">
                <a:moveTo>
                  <a:pt x="285" y="736"/>
                </a:moveTo>
                <a:lnTo>
                  <a:pt x="104" y="619"/>
                </a:lnTo>
                <a:lnTo>
                  <a:pt x="0" y="665"/>
                </a:lnTo>
                <a:lnTo>
                  <a:pt x="14" y="818"/>
                </a:lnTo>
                <a:lnTo>
                  <a:pt x="163" y="1099"/>
                </a:lnTo>
                <a:lnTo>
                  <a:pt x="231" y="1312"/>
                </a:lnTo>
                <a:lnTo>
                  <a:pt x="366" y="1308"/>
                </a:lnTo>
                <a:lnTo>
                  <a:pt x="515" y="782"/>
                </a:lnTo>
                <a:lnTo>
                  <a:pt x="692" y="442"/>
                </a:lnTo>
                <a:lnTo>
                  <a:pt x="981" y="100"/>
                </a:lnTo>
                <a:lnTo>
                  <a:pt x="1040" y="4"/>
                </a:lnTo>
                <a:lnTo>
                  <a:pt x="941" y="0"/>
                </a:lnTo>
                <a:lnTo>
                  <a:pt x="710" y="181"/>
                </a:lnTo>
                <a:lnTo>
                  <a:pt x="470" y="479"/>
                </a:lnTo>
                <a:lnTo>
                  <a:pt x="298" y="900"/>
                </a:lnTo>
                <a:lnTo>
                  <a:pt x="285" y="736"/>
                </a:lnTo>
                <a:close/>
              </a:path>
            </a:pathLst>
          </a:custGeom>
          <a:solidFill>
            <a:srgbClr val="0070C0"/>
          </a:solidFill>
          <a:ln>
            <a:noFill/>
          </a:ln>
        </p:spPr>
        <p:txBody>
          <a:bodyPr/>
          <a:lstStyle/>
          <a:p>
            <a:endParaRPr lang="en-US">
              <a:solidFill>
                <a:srgbClr val="FFFFFF"/>
              </a:solidFill>
              <a:latin typeface="Tw Cen MT" panose="020B0602020104020603"/>
            </a:endParaRPr>
          </a:p>
        </p:txBody>
      </p:sp>
      <p:sp>
        <p:nvSpPr>
          <p:cNvPr id="6" name="Título 1"/>
          <p:cNvSpPr>
            <a:spLocks noGrp="1"/>
          </p:cNvSpPr>
          <p:nvPr>
            <p:ph type="title"/>
          </p:nvPr>
        </p:nvSpPr>
        <p:spPr>
          <a:xfrm>
            <a:off x="838200" y="365125"/>
            <a:ext cx="10515600" cy="1325563"/>
          </a:xfrm>
        </p:spPr>
        <p:txBody>
          <a:bodyPr/>
          <a:lstStyle/>
          <a:p>
            <a:r>
              <a:rPr lang="es-ES" dirty="0"/>
              <a:t>Verifica cuánto has aprendido hoy:</a:t>
            </a:r>
            <a:endParaRPr lang="en-US" dirty="0"/>
          </a:p>
        </p:txBody>
      </p:sp>
      <p:sp>
        <p:nvSpPr>
          <p:cNvPr id="7" name="CuadroTexto 6"/>
          <p:cNvSpPr txBox="1"/>
          <p:nvPr/>
        </p:nvSpPr>
        <p:spPr>
          <a:xfrm>
            <a:off x="326265" y="3946904"/>
            <a:ext cx="11539470" cy="2699200"/>
          </a:xfrm>
          <a:prstGeom prst="rect">
            <a:avLst/>
          </a:prstGeom>
          <a:noFill/>
        </p:spPr>
        <p:txBody>
          <a:bodyPr wrap="square" rtlCol="0">
            <a:spAutoFit/>
          </a:bodyPr>
          <a:lstStyle/>
          <a:p>
            <a:pPr lvl="0"/>
            <a:r>
              <a:rPr lang="es-ES_tradnl" sz="1400" b="1" dirty="0">
                <a:latin typeface="Arial" panose="020B0604020202020204" pitchFamily="34" charset="0"/>
                <a:cs typeface="Arial" panose="020B0604020202020204" pitchFamily="34" charset="0"/>
              </a:rPr>
              <a:t>4. Michael Funk está dirigiendo un proyecto de energía solar para una comunidad alejada de los grandes centros urbanos. Hay varias actividades que se están retrasando en relación a la duración estimada en la línea base. ¿Cuál de los siguientes ítems es MENOS probable que esté causando estos retrasos?</a:t>
            </a:r>
          </a:p>
          <a:p>
            <a:pPr lvl="0"/>
            <a:endParaRPr lang="es-PE" sz="1400" b="1" dirty="0">
              <a:latin typeface="Arial" panose="020B0604020202020204" pitchFamily="34" charset="0"/>
              <a:cs typeface="Arial" panose="020B0604020202020204" pitchFamily="34" charset="0"/>
            </a:endParaRPr>
          </a:p>
          <a:p>
            <a:pPr defTabSz="190500">
              <a:lnSpc>
                <a:spcPct val="115000"/>
              </a:lnSpc>
              <a:spcBef>
                <a:spcPct val="20000"/>
              </a:spcBef>
              <a:buClr>
                <a:schemeClr val="tx1"/>
              </a:buClr>
              <a:buSzPct val="70000"/>
            </a:pPr>
            <a:r>
              <a:rPr lang="es-ES_tradnl" sz="1400" b="1" dirty="0">
                <a:latin typeface="Arial" panose="020B0604020202020204" pitchFamily="34" charset="0"/>
                <a:cs typeface="Arial" panose="020B0604020202020204" pitchFamily="34" charset="0"/>
              </a:rPr>
              <a:t>a) </a:t>
            </a:r>
            <a:r>
              <a:rPr lang="es-ES" sz="1400" b="1" dirty="0">
                <a:latin typeface="Arial" panose="020B0604020202020204" pitchFamily="34" charset="0"/>
                <a:cs typeface="Arial" panose="020B0604020202020204" pitchFamily="34" charset="0"/>
              </a:rPr>
              <a:t>La ley de Parkinson</a:t>
            </a:r>
            <a:endParaRPr lang="es-ES_tradnl" sz="1400" b="1" dirty="0">
              <a:latin typeface="Arial" panose="020B0604020202020204" pitchFamily="34" charset="0"/>
              <a:cs typeface="Arial" panose="020B0604020202020204" pitchFamily="34" charset="0"/>
            </a:endParaRPr>
          </a:p>
          <a:p>
            <a:pPr defTabSz="190500">
              <a:lnSpc>
                <a:spcPct val="115000"/>
              </a:lnSpc>
              <a:spcBef>
                <a:spcPct val="20000"/>
              </a:spcBef>
              <a:buClr>
                <a:schemeClr val="tx1"/>
              </a:buClr>
              <a:buSzPct val="70000"/>
            </a:pPr>
            <a:r>
              <a:rPr lang="es-ES" sz="1400" b="1" dirty="0">
                <a:latin typeface="Arial" panose="020B0604020202020204" pitchFamily="34" charset="0"/>
                <a:cs typeface="Arial" panose="020B0604020202020204" pitchFamily="34" charset="0"/>
              </a:rPr>
              <a:t>b) Procrastinación</a:t>
            </a:r>
          </a:p>
          <a:p>
            <a:pPr defTabSz="190500">
              <a:lnSpc>
                <a:spcPct val="115000"/>
              </a:lnSpc>
              <a:spcBef>
                <a:spcPct val="20000"/>
              </a:spcBef>
              <a:buClr>
                <a:schemeClr val="tx1"/>
              </a:buClr>
              <a:buSzPct val="70000"/>
            </a:pPr>
            <a:r>
              <a:rPr lang="es-ES" sz="1400" b="1" dirty="0">
                <a:latin typeface="Arial" panose="020B0604020202020204" pitchFamily="34" charset="0"/>
                <a:cs typeface="Arial" panose="020B0604020202020204" pitchFamily="34" charset="0"/>
              </a:rPr>
              <a:t>c) La ley de los rendimientos decrecientes</a:t>
            </a:r>
          </a:p>
          <a:p>
            <a:pPr defTabSz="190500">
              <a:lnSpc>
                <a:spcPct val="115000"/>
              </a:lnSpc>
              <a:spcBef>
                <a:spcPct val="20000"/>
              </a:spcBef>
              <a:buClr>
                <a:schemeClr val="tx1"/>
              </a:buClr>
              <a:buSzPct val="70000"/>
            </a:pPr>
            <a:r>
              <a:rPr lang="es-ES" sz="1400" b="1" dirty="0">
                <a:latin typeface="Arial" panose="020B0604020202020204" pitchFamily="34" charset="0"/>
                <a:cs typeface="Arial" panose="020B0604020202020204" pitchFamily="34" charset="0"/>
              </a:rPr>
              <a:t>d) Síndrome del estudiante</a:t>
            </a:r>
          </a:p>
          <a:p>
            <a:pPr defTabSz="190500">
              <a:lnSpc>
                <a:spcPct val="115000"/>
              </a:lnSpc>
              <a:spcBef>
                <a:spcPct val="20000"/>
              </a:spcBef>
              <a:buClr>
                <a:srgbClr val="FFFFFF"/>
              </a:buClr>
              <a:buSzPct val="70000"/>
            </a:pPr>
            <a:endParaRPr lang="es-ES" sz="1400" b="1" dirty="0">
              <a:latin typeface="Arial" panose="020B0604020202020204" pitchFamily="34" charset="0"/>
              <a:cs typeface="Arial" panose="020B0604020202020204" pitchFamily="34" charset="0"/>
            </a:endParaRPr>
          </a:p>
          <a:p>
            <a:pPr defTabSz="190500">
              <a:lnSpc>
                <a:spcPct val="115000"/>
              </a:lnSpc>
              <a:spcBef>
                <a:spcPct val="20000"/>
              </a:spcBef>
              <a:buClr>
                <a:srgbClr val="FFFFFF"/>
              </a:buClr>
              <a:buSzPct val="70000"/>
            </a:pPr>
            <a:endParaRPr lang="es-ES" sz="1400" b="1" dirty="0">
              <a:latin typeface="Arial" panose="020B0604020202020204" pitchFamily="34" charset="0"/>
              <a:cs typeface="Arial" panose="020B0604020202020204" pitchFamily="34" charset="0"/>
            </a:endParaRPr>
          </a:p>
        </p:txBody>
      </p:sp>
      <p:sp>
        <p:nvSpPr>
          <p:cNvPr id="8" name="Freeform 4"/>
          <p:cNvSpPr>
            <a:spLocks/>
          </p:cNvSpPr>
          <p:nvPr/>
        </p:nvSpPr>
        <p:spPr bwMode="auto">
          <a:xfrm>
            <a:off x="4128425" y="5476139"/>
            <a:ext cx="161925" cy="219075"/>
          </a:xfrm>
          <a:custGeom>
            <a:avLst/>
            <a:gdLst>
              <a:gd name="T0" fmla="*/ 2147483647 w 1040"/>
              <a:gd name="T1" fmla="*/ 2147483647 h 1312"/>
              <a:gd name="T2" fmla="*/ 2147483647 w 1040"/>
              <a:gd name="T3" fmla="*/ 2147483647 h 1312"/>
              <a:gd name="T4" fmla="*/ 0 w 1040"/>
              <a:gd name="T5" fmla="*/ 2147483647 h 1312"/>
              <a:gd name="T6" fmla="*/ 2147483647 w 1040"/>
              <a:gd name="T7" fmla="*/ 2147483647 h 1312"/>
              <a:gd name="T8" fmla="*/ 2147483647 w 1040"/>
              <a:gd name="T9" fmla="*/ 2147483647 h 1312"/>
              <a:gd name="T10" fmla="*/ 2147483647 w 1040"/>
              <a:gd name="T11" fmla="*/ 2147483647 h 1312"/>
              <a:gd name="T12" fmla="*/ 2147483647 w 1040"/>
              <a:gd name="T13" fmla="*/ 2147483647 h 1312"/>
              <a:gd name="T14" fmla="*/ 2147483647 w 1040"/>
              <a:gd name="T15" fmla="*/ 2147483647 h 1312"/>
              <a:gd name="T16" fmla="*/ 2147483647 w 1040"/>
              <a:gd name="T17" fmla="*/ 2147483647 h 1312"/>
              <a:gd name="T18" fmla="*/ 2147483647 w 1040"/>
              <a:gd name="T19" fmla="*/ 2147483647 h 1312"/>
              <a:gd name="T20" fmla="*/ 2147483647 w 1040"/>
              <a:gd name="T21" fmla="*/ 2147483647 h 1312"/>
              <a:gd name="T22" fmla="*/ 2147483647 w 1040"/>
              <a:gd name="T23" fmla="*/ 0 h 1312"/>
              <a:gd name="T24" fmla="*/ 2147483647 w 1040"/>
              <a:gd name="T25" fmla="*/ 2147483647 h 1312"/>
              <a:gd name="T26" fmla="*/ 2147483647 w 1040"/>
              <a:gd name="T27" fmla="*/ 2147483647 h 1312"/>
              <a:gd name="T28" fmla="*/ 2147483647 w 1040"/>
              <a:gd name="T29" fmla="*/ 2147483647 h 1312"/>
              <a:gd name="T30" fmla="*/ 2147483647 w 1040"/>
              <a:gd name="T31" fmla="*/ 2147483647 h 1312"/>
              <a:gd name="T32" fmla="*/ 2147483647 w 1040"/>
              <a:gd name="T33" fmla="*/ 2147483647 h 131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040"/>
              <a:gd name="T52" fmla="*/ 0 h 1312"/>
              <a:gd name="T53" fmla="*/ 1040 w 1040"/>
              <a:gd name="T54" fmla="*/ 1312 h 1312"/>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040" h="1312">
                <a:moveTo>
                  <a:pt x="285" y="736"/>
                </a:moveTo>
                <a:lnTo>
                  <a:pt x="104" y="619"/>
                </a:lnTo>
                <a:lnTo>
                  <a:pt x="0" y="665"/>
                </a:lnTo>
                <a:lnTo>
                  <a:pt x="14" y="818"/>
                </a:lnTo>
                <a:lnTo>
                  <a:pt x="163" y="1099"/>
                </a:lnTo>
                <a:lnTo>
                  <a:pt x="231" y="1312"/>
                </a:lnTo>
                <a:lnTo>
                  <a:pt x="366" y="1308"/>
                </a:lnTo>
                <a:lnTo>
                  <a:pt x="515" y="782"/>
                </a:lnTo>
                <a:lnTo>
                  <a:pt x="692" y="442"/>
                </a:lnTo>
                <a:lnTo>
                  <a:pt x="981" y="100"/>
                </a:lnTo>
                <a:lnTo>
                  <a:pt x="1040" y="4"/>
                </a:lnTo>
                <a:lnTo>
                  <a:pt x="941" y="0"/>
                </a:lnTo>
                <a:lnTo>
                  <a:pt x="710" y="181"/>
                </a:lnTo>
                <a:lnTo>
                  <a:pt x="470" y="479"/>
                </a:lnTo>
                <a:lnTo>
                  <a:pt x="298" y="900"/>
                </a:lnTo>
                <a:lnTo>
                  <a:pt x="285" y="736"/>
                </a:lnTo>
                <a:close/>
              </a:path>
            </a:pathLst>
          </a:custGeom>
          <a:solidFill>
            <a:srgbClr val="0070C0"/>
          </a:solidFill>
          <a:ln>
            <a:noFill/>
          </a:ln>
        </p:spPr>
        <p:txBody>
          <a:bodyPr/>
          <a:lstStyle/>
          <a:p>
            <a:endParaRPr lang="en-US">
              <a:solidFill>
                <a:srgbClr val="FFFFFF"/>
              </a:solidFill>
              <a:latin typeface="Tw Cen MT" panose="020B0602020104020603"/>
            </a:endParaRPr>
          </a:p>
        </p:txBody>
      </p:sp>
    </p:spTree>
    <p:extLst>
      <p:ext uri="{BB962C8B-B14F-4D97-AF65-F5344CB8AC3E}">
        <p14:creationId xmlns:p14="http://schemas.microsoft.com/office/powerpoint/2010/main" val="25521354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5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 grpId="0" animBg="1"/>
      <p:bldP spid="8"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ítulo 1"/>
          <p:cNvSpPr>
            <a:spLocks noGrp="1"/>
          </p:cNvSpPr>
          <p:nvPr>
            <p:ph type="title"/>
          </p:nvPr>
        </p:nvSpPr>
        <p:spPr>
          <a:xfrm>
            <a:off x="838200" y="365125"/>
            <a:ext cx="10515600" cy="1325563"/>
          </a:xfrm>
        </p:spPr>
        <p:txBody>
          <a:bodyPr/>
          <a:lstStyle/>
          <a:p>
            <a:r>
              <a:rPr lang="es-ES" dirty="0"/>
              <a:t>Verifica cuánto has aprendido hoy:</a:t>
            </a:r>
            <a:endParaRPr lang="en-US" dirty="0"/>
          </a:p>
        </p:txBody>
      </p:sp>
      <p:sp>
        <p:nvSpPr>
          <p:cNvPr id="2" name="CuadroTexto 1">
            <a:extLst>
              <a:ext uri="{FF2B5EF4-FFF2-40B4-BE49-F238E27FC236}">
                <a16:creationId xmlns:a16="http://schemas.microsoft.com/office/drawing/2014/main" id="{74F8DEDD-1E4D-67DD-0C0A-7F8256BCF358}"/>
              </a:ext>
            </a:extLst>
          </p:cNvPr>
          <p:cNvSpPr txBox="1"/>
          <p:nvPr/>
        </p:nvSpPr>
        <p:spPr>
          <a:xfrm>
            <a:off x="326265" y="1547743"/>
            <a:ext cx="11539470" cy="2106731"/>
          </a:xfrm>
          <a:prstGeom prst="rect">
            <a:avLst/>
          </a:prstGeom>
          <a:noFill/>
        </p:spPr>
        <p:txBody>
          <a:bodyPr wrap="square" rtlCol="0">
            <a:spAutoFit/>
          </a:bodyPr>
          <a:lstStyle/>
          <a:p>
            <a:pPr lvl="0"/>
            <a:r>
              <a:rPr lang="es-ES_tradnl" sz="1400" b="1" dirty="0">
                <a:latin typeface="Arial" panose="020B0604020202020204" pitchFamily="34" charset="0"/>
                <a:cs typeface="Arial" panose="020B0604020202020204" pitchFamily="34" charset="0"/>
              </a:rPr>
              <a:t>5. </a:t>
            </a:r>
            <a:r>
              <a:rPr lang="es-ES" sz="1400" b="1" dirty="0">
                <a:latin typeface="Arial" panose="020B0604020202020204" pitchFamily="34" charset="0"/>
                <a:cs typeface="Arial" panose="020B0604020202020204" pitchFamily="34" charset="0"/>
              </a:rPr>
              <a:t>Usted es el Project Manager de un proyecto de construcción de una planta de cemento. El sponsor no está contento por los retrasos que surgen día a día en su proyecto y le ha anticipado que no aprobará ningún adicional al presupuesto. Ante este escenario, la mejor estrategia a implementar es: </a:t>
            </a:r>
            <a:endParaRPr lang="es-PE" sz="1400" b="1" dirty="0">
              <a:latin typeface="Arial" panose="020B0604020202020204" pitchFamily="34" charset="0"/>
              <a:cs typeface="Arial" panose="020B0604020202020204" pitchFamily="34" charset="0"/>
            </a:endParaRPr>
          </a:p>
          <a:p>
            <a:r>
              <a:rPr lang="es-ES" sz="1400" b="1" dirty="0">
                <a:latin typeface="Arial" panose="020B0604020202020204" pitchFamily="34" charset="0"/>
                <a:cs typeface="Arial" panose="020B0604020202020204" pitchFamily="34" charset="0"/>
              </a:rPr>
              <a:t> </a:t>
            </a:r>
            <a:endParaRPr lang="es-PE" sz="1400" b="1" dirty="0">
              <a:latin typeface="Arial" panose="020B0604020202020204" pitchFamily="34" charset="0"/>
              <a:cs typeface="Arial" panose="020B0604020202020204" pitchFamily="34" charset="0"/>
            </a:endParaRPr>
          </a:p>
          <a:p>
            <a:pPr marL="342900" indent="-342900">
              <a:buAutoNum type="alphaLcParenR"/>
            </a:pPr>
            <a:r>
              <a:rPr lang="es-ES" sz="1400" b="1" dirty="0">
                <a:latin typeface="Arial" panose="020B0604020202020204" pitchFamily="34" charset="0"/>
                <a:cs typeface="Arial" panose="020B0604020202020204" pitchFamily="34" charset="0"/>
              </a:rPr>
              <a:t>Replantear el proyecto usando la estimación PERT.</a:t>
            </a:r>
            <a:endParaRPr lang="es-PE" sz="1400" b="1" dirty="0">
              <a:latin typeface="Arial" panose="020B0604020202020204" pitchFamily="34" charset="0"/>
              <a:cs typeface="Arial" panose="020B0604020202020204" pitchFamily="34" charset="0"/>
            </a:endParaRPr>
          </a:p>
          <a:p>
            <a:pPr marL="342900" indent="-342900">
              <a:buAutoNum type="alphaLcParenR"/>
            </a:pPr>
            <a:r>
              <a:rPr lang="es-ES" sz="1400" b="1" dirty="0">
                <a:latin typeface="Arial" panose="020B0604020202020204" pitchFamily="34" charset="0"/>
                <a:cs typeface="Arial" panose="020B0604020202020204" pitchFamily="34" charset="0"/>
              </a:rPr>
              <a:t>Realizar un Fast Tracking. </a:t>
            </a:r>
            <a:endParaRPr lang="es-PE" sz="1400" b="1" dirty="0">
              <a:latin typeface="Arial" panose="020B0604020202020204" pitchFamily="34" charset="0"/>
              <a:cs typeface="Arial" panose="020B0604020202020204" pitchFamily="34" charset="0"/>
            </a:endParaRPr>
          </a:p>
          <a:p>
            <a:pPr marL="342900" indent="-342900">
              <a:buAutoNum type="alphaLcParenR"/>
            </a:pPr>
            <a:r>
              <a:rPr lang="es-ES" sz="1400" b="1" dirty="0">
                <a:latin typeface="Arial" panose="020B0604020202020204" pitchFamily="34" charset="0"/>
                <a:cs typeface="Arial" panose="020B0604020202020204" pitchFamily="34" charset="0"/>
              </a:rPr>
              <a:t>Hacer uso de la reserva de gestión. </a:t>
            </a:r>
            <a:endParaRPr lang="es-PE" sz="1400" b="1" dirty="0">
              <a:latin typeface="Arial" panose="020B0604020202020204" pitchFamily="34" charset="0"/>
              <a:cs typeface="Arial" panose="020B0604020202020204" pitchFamily="34" charset="0"/>
            </a:endParaRPr>
          </a:p>
          <a:p>
            <a:pPr marL="342900" indent="-342900">
              <a:buAutoNum type="alphaLcParenR"/>
            </a:pPr>
            <a:r>
              <a:rPr lang="es-ES" sz="1400" b="1" dirty="0">
                <a:latin typeface="Arial" panose="020B0604020202020204" pitchFamily="34" charset="0"/>
                <a:cs typeface="Arial" panose="020B0604020202020204" pitchFamily="34" charset="0"/>
              </a:rPr>
              <a:t>Realizar un Crashing.</a:t>
            </a:r>
          </a:p>
          <a:p>
            <a:pPr defTabSz="190500">
              <a:lnSpc>
                <a:spcPct val="115000"/>
              </a:lnSpc>
              <a:spcBef>
                <a:spcPct val="20000"/>
              </a:spcBef>
              <a:buClr>
                <a:srgbClr val="FFFFFF"/>
              </a:buClr>
              <a:buSzPct val="70000"/>
            </a:pPr>
            <a:endParaRPr lang="es-ES" sz="1400" b="1" dirty="0">
              <a:latin typeface="Arial" panose="020B0604020202020204" pitchFamily="34" charset="0"/>
              <a:cs typeface="Arial" panose="020B0604020202020204" pitchFamily="34" charset="0"/>
            </a:endParaRPr>
          </a:p>
        </p:txBody>
      </p:sp>
      <p:sp>
        <p:nvSpPr>
          <p:cNvPr id="3" name="Freeform 4">
            <a:extLst>
              <a:ext uri="{FF2B5EF4-FFF2-40B4-BE49-F238E27FC236}">
                <a16:creationId xmlns:a16="http://schemas.microsoft.com/office/drawing/2014/main" id="{353A2BC1-5633-B7D8-AF62-DAC92F258DAA}"/>
              </a:ext>
            </a:extLst>
          </p:cNvPr>
          <p:cNvSpPr>
            <a:spLocks/>
          </p:cNvSpPr>
          <p:nvPr/>
        </p:nvSpPr>
        <p:spPr bwMode="auto">
          <a:xfrm>
            <a:off x="2956565" y="2672581"/>
            <a:ext cx="161925" cy="219075"/>
          </a:xfrm>
          <a:custGeom>
            <a:avLst/>
            <a:gdLst>
              <a:gd name="T0" fmla="*/ 2147483647 w 1040"/>
              <a:gd name="T1" fmla="*/ 2147483647 h 1312"/>
              <a:gd name="T2" fmla="*/ 2147483647 w 1040"/>
              <a:gd name="T3" fmla="*/ 2147483647 h 1312"/>
              <a:gd name="T4" fmla="*/ 0 w 1040"/>
              <a:gd name="T5" fmla="*/ 2147483647 h 1312"/>
              <a:gd name="T6" fmla="*/ 2147483647 w 1040"/>
              <a:gd name="T7" fmla="*/ 2147483647 h 1312"/>
              <a:gd name="T8" fmla="*/ 2147483647 w 1040"/>
              <a:gd name="T9" fmla="*/ 2147483647 h 1312"/>
              <a:gd name="T10" fmla="*/ 2147483647 w 1040"/>
              <a:gd name="T11" fmla="*/ 2147483647 h 1312"/>
              <a:gd name="T12" fmla="*/ 2147483647 w 1040"/>
              <a:gd name="T13" fmla="*/ 2147483647 h 1312"/>
              <a:gd name="T14" fmla="*/ 2147483647 w 1040"/>
              <a:gd name="T15" fmla="*/ 2147483647 h 1312"/>
              <a:gd name="T16" fmla="*/ 2147483647 w 1040"/>
              <a:gd name="T17" fmla="*/ 2147483647 h 1312"/>
              <a:gd name="T18" fmla="*/ 2147483647 w 1040"/>
              <a:gd name="T19" fmla="*/ 2147483647 h 1312"/>
              <a:gd name="T20" fmla="*/ 2147483647 w 1040"/>
              <a:gd name="T21" fmla="*/ 2147483647 h 1312"/>
              <a:gd name="T22" fmla="*/ 2147483647 w 1040"/>
              <a:gd name="T23" fmla="*/ 0 h 1312"/>
              <a:gd name="T24" fmla="*/ 2147483647 w 1040"/>
              <a:gd name="T25" fmla="*/ 2147483647 h 1312"/>
              <a:gd name="T26" fmla="*/ 2147483647 w 1040"/>
              <a:gd name="T27" fmla="*/ 2147483647 h 1312"/>
              <a:gd name="T28" fmla="*/ 2147483647 w 1040"/>
              <a:gd name="T29" fmla="*/ 2147483647 h 1312"/>
              <a:gd name="T30" fmla="*/ 2147483647 w 1040"/>
              <a:gd name="T31" fmla="*/ 2147483647 h 1312"/>
              <a:gd name="T32" fmla="*/ 2147483647 w 1040"/>
              <a:gd name="T33" fmla="*/ 2147483647 h 131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040"/>
              <a:gd name="T52" fmla="*/ 0 h 1312"/>
              <a:gd name="T53" fmla="*/ 1040 w 1040"/>
              <a:gd name="T54" fmla="*/ 1312 h 1312"/>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040" h="1312">
                <a:moveTo>
                  <a:pt x="285" y="736"/>
                </a:moveTo>
                <a:lnTo>
                  <a:pt x="104" y="619"/>
                </a:lnTo>
                <a:lnTo>
                  <a:pt x="0" y="665"/>
                </a:lnTo>
                <a:lnTo>
                  <a:pt x="14" y="818"/>
                </a:lnTo>
                <a:lnTo>
                  <a:pt x="163" y="1099"/>
                </a:lnTo>
                <a:lnTo>
                  <a:pt x="231" y="1312"/>
                </a:lnTo>
                <a:lnTo>
                  <a:pt x="366" y="1308"/>
                </a:lnTo>
                <a:lnTo>
                  <a:pt x="515" y="782"/>
                </a:lnTo>
                <a:lnTo>
                  <a:pt x="692" y="442"/>
                </a:lnTo>
                <a:lnTo>
                  <a:pt x="981" y="100"/>
                </a:lnTo>
                <a:lnTo>
                  <a:pt x="1040" y="4"/>
                </a:lnTo>
                <a:lnTo>
                  <a:pt x="941" y="0"/>
                </a:lnTo>
                <a:lnTo>
                  <a:pt x="710" y="181"/>
                </a:lnTo>
                <a:lnTo>
                  <a:pt x="470" y="479"/>
                </a:lnTo>
                <a:lnTo>
                  <a:pt x="298" y="900"/>
                </a:lnTo>
                <a:lnTo>
                  <a:pt x="285" y="736"/>
                </a:lnTo>
                <a:close/>
              </a:path>
            </a:pathLst>
          </a:custGeom>
          <a:solidFill>
            <a:srgbClr val="0070C0"/>
          </a:solidFill>
          <a:ln>
            <a:noFill/>
          </a:ln>
        </p:spPr>
        <p:txBody>
          <a:bodyPr/>
          <a:lstStyle/>
          <a:p>
            <a:endParaRPr lang="en-US">
              <a:solidFill>
                <a:srgbClr val="FFFFFF"/>
              </a:solidFill>
              <a:latin typeface="Tw Cen MT" panose="020B0602020104020603"/>
            </a:endParaRPr>
          </a:p>
        </p:txBody>
      </p:sp>
    </p:spTree>
    <p:extLst>
      <p:ext uri="{BB962C8B-B14F-4D97-AF65-F5344CB8AC3E}">
        <p14:creationId xmlns:p14="http://schemas.microsoft.com/office/powerpoint/2010/main" val="9557732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05381496"/>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2717</TotalTime>
  <Words>2265</Words>
  <Application>Microsoft Office PowerPoint</Application>
  <PresentationFormat>Panorámica</PresentationFormat>
  <Paragraphs>415</Paragraphs>
  <Slides>22</Slides>
  <Notes>0</Notes>
  <HiddenSlides>0</HiddenSlides>
  <MMClips>0</MMClips>
  <ScaleCrop>false</ScaleCrop>
  <HeadingPairs>
    <vt:vector size="6" baseType="variant">
      <vt:variant>
        <vt:lpstr>Fuentes usadas</vt:lpstr>
      </vt:variant>
      <vt:variant>
        <vt:i4>15</vt:i4>
      </vt:variant>
      <vt:variant>
        <vt:lpstr>Tema</vt:lpstr>
      </vt:variant>
      <vt:variant>
        <vt:i4>1</vt:i4>
      </vt:variant>
      <vt:variant>
        <vt:lpstr>Títulos de diapositiva</vt:lpstr>
      </vt:variant>
      <vt:variant>
        <vt:i4>22</vt:i4>
      </vt:variant>
    </vt:vector>
  </HeadingPairs>
  <TitlesOfParts>
    <vt:vector size="38" baseType="lpstr">
      <vt:lpstr>Arial</vt:lpstr>
      <vt:lpstr>Arial Black</vt:lpstr>
      <vt:lpstr>Arial Narrow</vt:lpstr>
      <vt:lpstr>Book Antiqua</vt:lpstr>
      <vt:lpstr>Calibri</vt:lpstr>
      <vt:lpstr>Calibri Light</vt:lpstr>
      <vt:lpstr>Comic Sans MS</vt:lpstr>
      <vt:lpstr>Futura-Bold</vt:lpstr>
      <vt:lpstr>Lato Light</vt:lpstr>
      <vt:lpstr>Poppins</vt:lpstr>
      <vt:lpstr>Prompt</vt:lpstr>
      <vt:lpstr>Times New Roman</vt:lpstr>
      <vt:lpstr>Tw Cen MT</vt:lpstr>
      <vt:lpstr>Verdana</vt:lpstr>
      <vt:lpstr>Wingdings</vt:lpstr>
      <vt:lpstr>Tema de Office</vt:lpstr>
      <vt:lpstr>Presentación de PowerPoint</vt:lpstr>
      <vt:lpstr>Presentación de PowerPoint</vt:lpstr>
      <vt:lpstr>SESIÓN 06 EL MAYOR FACTOR DE DISCUSIÓN: EL CRONOGRAMA</vt:lpstr>
      <vt:lpstr>Presentación de PowerPoint</vt:lpstr>
      <vt:lpstr>03. ACTIVIDADES, SECUENCIAMIENTO, DURACIÓN Y HOLGURAS</vt:lpstr>
      <vt:lpstr>03. ACTIVIDADES, SECUENCIAMIENTO, DURACIÓN Y HOLGURAS</vt:lpstr>
      <vt:lpstr>03. ACTIVIDADES, SECUENCIAMIENTO, DURACIÓN Y HOLGURAS</vt:lpstr>
      <vt:lpstr>03. ACTIVIDADES, SECUENCIAMIENTO, DURACIÓN Y HOLGURAS</vt:lpstr>
      <vt:lpstr>03. ACTIVIDADES, SECUENCIAMIENTO, DURACIÓN Y HOLGURAS</vt:lpstr>
      <vt:lpstr>03. ACTIVIDADES, SECUENCIAMIENTO, DURACIÓN Y HOLGURAS</vt:lpstr>
      <vt:lpstr>03. ACTIVIDADES, SECUENCIAMIENTO, DURACIÓN Y HOLGURAS</vt:lpstr>
      <vt:lpstr>03. ACTIVIDADES, SECUENCIAMIENTO, DURACIÓN Y HOLGURAS</vt:lpstr>
      <vt:lpstr>03. ACTIVIDADES, SECUENCIAMIENTO, DURACIÓN Y HOLGURAS</vt:lpstr>
      <vt:lpstr>03. ACTIVIDADES, SECUENCIAMIENTO, DURACIÓN Y HOLGURAS</vt:lpstr>
      <vt:lpstr>03. ACTIVIDADES, SECUENCIAMIENTO, DURACIÓN Y HOLGURAS</vt:lpstr>
      <vt:lpstr>03. ACTIVIDADES, SECUENCIAMIENTO, DURACIÓN Y HOLGURAS</vt:lpstr>
      <vt:lpstr>04. ¿CRASHING ó FAST TRACKING?</vt:lpstr>
      <vt:lpstr>04. ¿CRASHING ó FAST TRACKING?</vt:lpstr>
      <vt:lpstr>Verifica cuánto has aprendido hoy:</vt:lpstr>
      <vt:lpstr>Verifica cuánto has aprendido hoy:</vt:lpstr>
      <vt:lpstr>Verifica cuánto has aprendido hoy:</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Ci5D2</dc:creator>
  <cp:lastModifiedBy>Angel Omar Gonzales</cp:lastModifiedBy>
  <cp:revision>39</cp:revision>
  <dcterms:created xsi:type="dcterms:W3CDTF">2022-04-19T18:02:09Z</dcterms:created>
  <dcterms:modified xsi:type="dcterms:W3CDTF">2023-10-17T23:05:39Z</dcterms:modified>
</cp:coreProperties>
</file>