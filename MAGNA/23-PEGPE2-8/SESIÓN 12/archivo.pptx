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62" r:id="rId3"/>
    <p:sldId id="263" r:id="rId4"/>
    <p:sldId id="288" r:id="rId5"/>
    <p:sldId id="512" r:id="rId6"/>
    <p:sldId id="513" r:id="rId7"/>
    <p:sldId id="543" r:id="rId8"/>
    <p:sldId id="544" r:id="rId9"/>
    <p:sldId id="481" r:id="rId10"/>
    <p:sldId id="483" r:id="rId11"/>
    <p:sldId id="495" r:id="rId12"/>
    <p:sldId id="501" r:id="rId13"/>
    <p:sldId id="514" r:id="rId14"/>
    <p:sldId id="484" r:id="rId15"/>
    <p:sldId id="515" r:id="rId16"/>
    <p:sldId id="518" r:id="rId17"/>
    <p:sldId id="519" r:id="rId18"/>
    <p:sldId id="547" r:id="rId19"/>
    <p:sldId id="548" r:id="rId20"/>
    <p:sldId id="485" r:id="rId21"/>
    <p:sldId id="564" r:id="rId22"/>
    <p:sldId id="260" r:id="rId2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3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7DE308-A00A-48EB-803F-BE4C4D161E41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3C5AFD0-7AE3-4245-913A-1A33797DE6CF}">
      <dgm:prSet phldrT="[Texto]" custT="1"/>
      <dgm:spPr>
        <a:xfrm>
          <a:off x="6219" y="799347"/>
          <a:ext cx="1472741" cy="1363444"/>
        </a:xfrm>
        <a:prstGeom prst="ellipse">
          <a:avLst/>
        </a:prstGeom>
        <a:solidFill>
          <a:srgbClr val="002060"/>
        </a:solidFill>
        <a:ln w="1587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s-PE" sz="1800" dirty="0">
              <a:solidFill>
                <a:srgbClr val="FFFFFF"/>
              </a:solidFill>
              <a:latin typeface="Tw Cen MT" panose="020B0602020104020603"/>
              <a:ea typeface="+mn-ea"/>
              <a:cs typeface="+mn-cs"/>
            </a:rPr>
            <a:t>Retirada Evitar</a:t>
          </a:r>
          <a:endParaRPr lang="en-US" sz="1800" dirty="0">
            <a:solidFill>
              <a:srgbClr val="FFFFFF"/>
            </a:solidFill>
            <a:latin typeface="Tw Cen MT" panose="020B0602020104020603"/>
            <a:ea typeface="+mn-ea"/>
            <a:cs typeface="+mn-cs"/>
          </a:endParaRPr>
        </a:p>
      </dgm:t>
    </dgm:pt>
    <dgm:pt modelId="{609FA57D-C906-49FC-A50D-6F3270363D78}" type="parTrans" cxnId="{D139725E-E147-46D4-97BE-A336B73FBC66}">
      <dgm:prSet/>
      <dgm:spPr/>
      <dgm:t>
        <a:bodyPr/>
        <a:lstStyle/>
        <a:p>
          <a:endParaRPr lang="en-US"/>
        </a:p>
      </dgm:t>
    </dgm:pt>
    <dgm:pt modelId="{3C472686-E7F0-4617-BAC3-7B0C7DA9C21A}" type="sibTrans" cxnId="{D139725E-E147-46D4-97BE-A336B73FBC66}">
      <dgm:prSet/>
      <dgm:spPr/>
      <dgm:t>
        <a:bodyPr/>
        <a:lstStyle/>
        <a:p>
          <a:endParaRPr lang="en-US"/>
        </a:p>
      </dgm:t>
    </dgm:pt>
    <dgm:pt modelId="{43452E63-DAB7-4850-8F03-8F563C2AE0F5}">
      <dgm:prSet phldrT="[Texto]" custT="1"/>
      <dgm:spPr>
        <a:xfrm>
          <a:off x="581676" y="212958"/>
          <a:ext cx="3223266" cy="2536222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r"/>
          <a:r>
            <a:rPr lang="es-PE" sz="18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Posponer</a:t>
          </a:r>
          <a:endParaRPr lang="en-US" sz="18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gm:t>
    </dgm:pt>
    <dgm:pt modelId="{F5369974-1C00-4434-BC48-B4755E210BFC}" type="parTrans" cxnId="{54994415-15DE-4870-8DBA-3852F89F2F4B}">
      <dgm:prSet/>
      <dgm:spPr/>
      <dgm:t>
        <a:bodyPr/>
        <a:lstStyle/>
        <a:p>
          <a:endParaRPr lang="en-US"/>
        </a:p>
      </dgm:t>
    </dgm:pt>
    <dgm:pt modelId="{D783D457-6D97-4DE7-BB96-D1439EABFB90}" type="sibTrans" cxnId="{54994415-15DE-4870-8DBA-3852F89F2F4B}">
      <dgm:prSet/>
      <dgm:spPr/>
      <dgm:t>
        <a:bodyPr/>
        <a:lstStyle/>
        <a:p>
          <a:endParaRPr lang="en-US"/>
        </a:p>
      </dgm:t>
    </dgm:pt>
    <dgm:pt modelId="{EC1C6412-B01C-4A12-9950-AD656110AD8B}">
      <dgm:prSet phldrT="[Texto]" custT="1"/>
      <dgm:spPr>
        <a:xfrm>
          <a:off x="3986283" y="799347"/>
          <a:ext cx="1472741" cy="1363444"/>
        </a:xfrm>
        <a:prstGeom prst="ellipse">
          <a:avLst/>
        </a:prstGeom>
        <a:solidFill>
          <a:srgbClr val="002060"/>
        </a:solidFill>
        <a:ln w="1587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s-PE" sz="1800" dirty="0">
              <a:solidFill>
                <a:srgbClr val="FFFFFF"/>
              </a:solidFill>
              <a:latin typeface="Tw Cen MT" panose="020B0602020104020603"/>
              <a:ea typeface="+mn-ea"/>
              <a:cs typeface="+mn-cs"/>
            </a:rPr>
            <a:t>Suavizar Adaptarse</a:t>
          </a:r>
          <a:endParaRPr lang="en-US" sz="1800" dirty="0">
            <a:solidFill>
              <a:srgbClr val="FFFFFF"/>
            </a:solidFill>
            <a:latin typeface="Tw Cen MT" panose="020B0602020104020603"/>
            <a:ea typeface="+mn-ea"/>
            <a:cs typeface="+mn-cs"/>
          </a:endParaRPr>
        </a:p>
      </dgm:t>
    </dgm:pt>
    <dgm:pt modelId="{18E9F443-F15B-4A9C-A165-4D85A1D324FC}" type="parTrans" cxnId="{3C9FF15D-B91F-4AF9-AC67-A27FF5B01BC0}">
      <dgm:prSet/>
      <dgm:spPr/>
      <dgm:t>
        <a:bodyPr/>
        <a:lstStyle/>
        <a:p>
          <a:endParaRPr lang="en-US"/>
        </a:p>
      </dgm:t>
    </dgm:pt>
    <dgm:pt modelId="{8746AE89-97E1-4D02-A666-48C864CD43ED}" type="sibTrans" cxnId="{3C9FF15D-B91F-4AF9-AC67-A27FF5B01BC0}">
      <dgm:prSet/>
      <dgm:spPr/>
      <dgm:t>
        <a:bodyPr/>
        <a:lstStyle/>
        <a:p>
          <a:endParaRPr lang="en-US"/>
        </a:p>
      </dgm:t>
    </dgm:pt>
    <dgm:pt modelId="{47A06401-23AA-4C4A-8D5E-E5ECC8915A67}">
      <dgm:prSet phldrT="[Texto]" custT="1"/>
      <dgm:spPr>
        <a:xfrm>
          <a:off x="4561740" y="212958"/>
          <a:ext cx="3223266" cy="2536222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r"/>
          <a:r>
            <a:rPr lang="es-PE" sz="18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Puntos afines sobre las diferencias</a:t>
          </a:r>
          <a:endParaRPr lang="en-US" sz="18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gm:t>
    </dgm:pt>
    <dgm:pt modelId="{1581318F-11A6-4CAA-B5EE-89E15B68CDF3}" type="parTrans" cxnId="{3E23B370-DEC6-42F2-BCCE-9F102219A490}">
      <dgm:prSet/>
      <dgm:spPr/>
      <dgm:t>
        <a:bodyPr/>
        <a:lstStyle/>
        <a:p>
          <a:endParaRPr lang="en-US"/>
        </a:p>
      </dgm:t>
    </dgm:pt>
    <dgm:pt modelId="{647F5963-79AC-4953-930E-367BFD989A38}" type="sibTrans" cxnId="{3E23B370-DEC6-42F2-BCCE-9F102219A490}">
      <dgm:prSet/>
      <dgm:spPr/>
      <dgm:t>
        <a:bodyPr/>
        <a:lstStyle/>
        <a:p>
          <a:endParaRPr lang="en-US"/>
        </a:p>
      </dgm:t>
    </dgm:pt>
    <dgm:pt modelId="{9CB6448C-3388-4D16-A0D0-89E5F2674E65}">
      <dgm:prSet phldrT="[Texto]" custT="1"/>
      <dgm:spPr>
        <a:xfrm>
          <a:off x="4561740" y="212958"/>
          <a:ext cx="3223266" cy="2536222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r"/>
          <a:r>
            <a:rPr lang="es-PE" sz="18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Ceder</a:t>
          </a:r>
          <a:endParaRPr lang="en-US" sz="18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gm:t>
    </dgm:pt>
    <dgm:pt modelId="{F7D64076-862C-4775-ACCD-3FFCB06DA584}" type="parTrans" cxnId="{A343686D-9018-4CE2-91CE-B53DA909FFEE}">
      <dgm:prSet/>
      <dgm:spPr/>
      <dgm:t>
        <a:bodyPr/>
        <a:lstStyle/>
        <a:p>
          <a:endParaRPr lang="en-US"/>
        </a:p>
      </dgm:t>
    </dgm:pt>
    <dgm:pt modelId="{EE99DD72-3F53-4C5D-ACDA-6358150AF439}" type="sibTrans" cxnId="{A343686D-9018-4CE2-91CE-B53DA909FFEE}">
      <dgm:prSet/>
      <dgm:spPr/>
      <dgm:t>
        <a:bodyPr/>
        <a:lstStyle/>
        <a:p>
          <a:endParaRPr lang="en-US"/>
        </a:p>
      </dgm:t>
    </dgm:pt>
    <dgm:pt modelId="{732D48AB-E42E-47C9-9C16-CD9286F95D82}">
      <dgm:prSet phldrT="[Texto]" custT="1"/>
      <dgm:spPr>
        <a:xfrm>
          <a:off x="7966346" y="799347"/>
          <a:ext cx="1472741" cy="1363444"/>
        </a:xfrm>
        <a:prstGeom prst="ellipse">
          <a:avLst/>
        </a:prstGeom>
        <a:solidFill>
          <a:srgbClr val="002060"/>
        </a:solidFill>
        <a:ln w="1587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s-PE" sz="1600" dirty="0">
              <a:solidFill>
                <a:srgbClr val="FFFFFF"/>
              </a:solidFill>
              <a:latin typeface="Tw Cen MT" panose="020B0602020104020603"/>
              <a:ea typeface="+mn-ea"/>
              <a:cs typeface="+mn-cs"/>
            </a:rPr>
            <a:t>Compromiso Conciliar</a:t>
          </a:r>
          <a:endParaRPr lang="en-US" sz="1600" dirty="0">
            <a:solidFill>
              <a:srgbClr val="FFFFFF"/>
            </a:solidFill>
            <a:latin typeface="Tw Cen MT" panose="020B0602020104020603"/>
            <a:ea typeface="+mn-ea"/>
            <a:cs typeface="+mn-cs"/>
          </a:endParaRPr>
        </a:p>
      </dgm:t>
    </dgm:pt>
    <dgm:pt modelId="{B02ACE14-888F-495C-98C0-62C95C229B74}" type="parTrans" cxnId="{A841BB45-0D39-45BD-9F83-B0BCD74C607B}">
      <dgm:prSet/>
      <dgm:spPr/>
      <dgm:t>
        <a:bodyPr/>
        <a:lstStyle/>
        <a:p>
          <a:endParaRPr lang="en-US"/>
        </a:p>
      </dgm:t>
    </dgm:pt>
    <dgm:pt modelId="{2482C8EE-936A-4C37-92D1-0E449CA9171F}" type="sibTrans" cxnId="{A841BB45-0D39-45BD-9F83-B0BCD74C607B}">
      <dgm:prSet/>
      <dgm:spPr/>
      <dgm:t>
        <a:bodyPr/>
        <a:lstStyle/>
        <a:p>
          <a:endParaRPr lang="en-US"/>
        </a:p>
      </dgm:t>
    </dgm:pt>
    <dgm:pt modelId="{39347370-ABD9-4BAB-81D7-DACF473BE8F5}">
      <dgm:prSet phldrT="[Texto]" custT="1"/>
      <dgm:spPr>
        <a:xfrm>
          <a:off x="8541803" y="212958"/>
          <a:ext cx="3223266" cy="2536222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r"/>
          <a:r>
            <a:rPr lang="es-PE" sz="18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Solución parcial para todos</a:t>
          </a:r>
          <a:endParaRPr lang="en-US" sz="18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gm:t>
    </dgm:pt>
    <dgm:pt modelId="{8E4A36C9-C60D-440B-B7C3-94DD8BB77511}" type="parTrans" cxnId="{188465E3-90AC-4C60-BFE3-D5841DFF3223}">
      <dgm:prSet/>
      <dgm:spPr/>
      <dgm:t>
        <a:bodyPr/>
        <a:lstStyle/>
        <a:p>
          <a:endParaRPr lang="en-US"/>
        </a:p>
      </dgm:t>
    </dgm:pt>
    <dgm:pt modelId="{9EE396F7-7125-470A-8AA9-9A55F7EBA5CB}" type="sibTrans" cxnId="{188465E3-90AC-4C60-BFE3-D5841DFF3223}">
      <dgm:prSet/>
      <dgm:spPr/>
      <dgm:t>
        <a:bodyPr/>
        <a:lstStyle/>
        <a:p>
          <a:endParaRPr lang="en-US"/>
        </a:p>
      </dgm:t>
    </dgm:pt>
    <dgm:pt modelId="{1DAD9543-8AC9-4B7F-B9B2-C75BB6C7ADF2}">
      <dgm:prSet phldrT="[Texto]" custT="1"/>
      <dgm:spPr>
        <a:xfrm>
          <a:off x="8541803" y="212958"/>
          <a:ext cx="3223266" cy="2536222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r"/>
          <a:r>
            <a:rPr lang="es-PE" sz="18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Perder – perder</a:t>
          </a:r>
          <a:endParaRPr lang="en-US" sz="18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gm:t>
    </dgm:pt>
    <dgm:pt modelId="{36A97A00-8D2A-4322-9914-B5D5A11BECE9}" type="parTrans" cxnId="{1D044C49-4683-45A8-ACB5-4E113F6A0BC4}">
      <dgm:prSet/>
      <dgm:spPr/>
      <dgm:t>
        <a:bodyPr/>
        <a:lstStyle/>
        <a:p>
          <a:endParaRPr lang="en-US"/>
        </a:p>
      </dgm:t>
    </dgm:pt>
    <dgm:pt modelId="{7FD3C76A-CD18-43EF-924E-BFD7D8F13929}" type="sibTrans" cxnId="{1D044C49-4683-45A8-ACB5-4E113F6A0BC4}">
      <dgm:prSet/>
      <dgm:spPr/>
      <dgm:t>
        <a:bodyPr/>
        <a:lstStyle/>
        <a:p>
          <a:endParaRPr lang="en-US"/>
        </a:p>
      </dgm:t>
    </dgm:pt>
    <dgm:pt modelId="{0C93FDCA-FD1C-42C5-A5A6-9DF165CE81E8}">
      <dgm:prSet phldrT="[Texto]" custT="1"/>
      <dgm:spPr>
        <a:xfrm>
          <a:off x="581676" y="212958"/>
          <a:ext cx="3223266" cy="2536222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r"/>
          <a:r>
            <a:rPr lang="es-PE" sz="18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Que otro lo resuelva</a:t>
          </a:r>
          <a:endParaRPr lang="en-US" sz="18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gm:t>
    </dgm:pt>
    <dgm:pt modelId="{6F1C4B35-3C91-4A28-867F-16E27820F60E}" type="parTrans" cxnId="{8797BCE7-0D4D-455C-A26A-D71E201C76E2}">
      <dgm:prSet/>
      <dgm:spPr/>
      <dgm:t>
        <a:bodyPr/>
        <a:lstStyle/>
        <a:p>
          <a:endParaRPr lang="en-US"/>
        </a:p>
      </dgm:t>
    </dgm:pt>
    <dgm:pt modelId="{07261395-C83A-40B3-8DA3-4A413E79A2B1}" type="sibTrans" cxnId="{8797BCE7-0D4D-455C-A26A-D71E201C76E2}">
      <dgm:prSet/>
      <dgm:spPr/>
      <dgm:t>
        <a:bodyPr/>
        <a:lstStyle/>
        <a:p>
          <a:endParaRPr lang="en-US"/>
        </a:p>
      </dgm:t>
    </dgm:pt>
    <dgm:pt modelId="{ABA7DA52-1B77-4566-B8D4-43873DBDFB49}" type="pres">
      <dgm:prSet presAssocID="{3F7DE308-A00A-48EB-803F-BE4C4D161E41}" presName="theList" presStyleCnt="0">
        <dgm:presLayoutVars>
          <dgm:dir/>
          <dgm:animLvl val="lvl"/>
          <dgm:resizeHandles val="exact"/>
        </dgm:presLayoutVars>
      </dgm:prSet>
      <dgm:spPr/>
    </dgm:pt>
    <dgm:pt modelId="{2832F919-63EE-47BF-82D9-038D3FB98DC5}" type="pres">
      <dgm:prSet presAssocID="{F3C5AFD0-7AE3-4245-913A-1A33797DE6CF}" presName="compNode" presStyleCnt="0"/>
      <dgm:spPr/>
    </dgm:pt>
    <dgm:pt modelId="{1B42CEB6-7E6A-4E10-A058-6399136F9804}" type="pres">
      <dgm:prSet presAssocID="{F3C5AFD0-7AE3-4245-913A-1A33797DE6CF}" presName="noGeometry" presStyleCnt="0"/>
      <dgm:spPr/>
    </dgm:pt>
    <dgm:pt modelId="{D712F3B5-22F9-4340-B30B-3355A8F1E734}" type="pres">
      <dgm:prSet presAssocID="{F3C5AFD0-7AE3-4245-913A-1A33797DE6CF}" presName="childTextVisible" presStyleLbl="bgAccFollowNode1" presStyleIdx="0" presStyleCnt="3" custScaleX="111092">
        <dgm:presLayoutVars>
          <dgm:bulletEnabled val="1"/>
        </dgm:presLayoutVars>
      </dgm:prSet>
      <dgm:spPr/>
    </dgm:pt>
    <dgm:pt modelId="{8B3042A1-252D-4E72-9A1D-7A820E41A848}" type="pres">
      <dgm:prSet presAssocID="{F3C5AFD0-7AE3-4245-913A-1A33797DE6CF}" presName="childTextHidden" presStyleLbl="bgAccFollowNode1" presStyleIdx="0" presStyleCnt="3"/>
      <dgm:spPr/>
    </dgm:pt>
    <dgm:pt modelId="{833930A3-BF23-4171-A590-76768ADE4462}" type="pres">
      <dgm:prSet presAssocID="{F3C5AFD0-7AE3-4245-913A-1A33797DE6CF}" presName="parentText" presStyleLbl="node1" presStyleIdx="0" presStyleCnt="3" custScaleX="101518" custScaleY="93984">
        <dgm:presLayoutVars>
          <dgm:chMax val="1"/>
          <dgm:bulletEnabled val="1"/>
        </dgm:presLayoutVars>
      </dgm:prSet>
      <dgm:spPr/>
    </dgm:pt>
    <dgm:pt modelId="{41A6C7A4-1716-4382-A1E9-3C3151822BD9}" type="pres">
      <dgm:prSet presAssocID="{F3C5AFD0-7AE3-4245-913A-1A33797DE6CF}" presName="aSpace" presStyleCnt="0"/>
      <dgm:spPr/>
    </dgm:pt>
    <dgm:pt modelId="{CB756D22-599D-447F-A420-FCCAFCE51E4F}" type="pres">
      <dgm:prSet presAssocID="{EC1C6412-B01C-4A12-9950-AD656110AD8B}" presName="compNode" presStyleCnt="0"/>
      <dgm:spPr/>
    </dgm:pt>
    <dgm:pt modelId="{3661221B-C776-4644-917A-D5AC5FC19EC6}" type="pres">
      <dgm:prSet presAssocID="{EC1C6412-B01C-4A12-9950-AD656110AD8B}" presName="noGeometry" presStyleCnt="0"/>
      <dgm:spPr/>
    </dgm:pt>
    <dgm:pt modelId="{D50706EB-91BE-409F-B0A7-284EEABA12BD}" type="pres">
      <dgm:prSet presAssocID="{EC1C6412-B01C-4A12-9950-AD656110AD8B}" presName="childTextVisible" presStyleLbl="bgAccFollowNode1" presStyleIdx="1" presStyleCnt="3" custScaleX="111092">
        <dgm:presLayoutVars>
          <dgm:bulletEnabled val="1"/>
        </dgm:presLayoutVars>
      </dgm:prSet>
      <dgm:spPr/>
    </dgm:pt>
    <dgm:pt modelId="{7E7B2176-0E6D-4CD3-9FBA-BB18AFC8031B}" type="pres">
      <dgm:prSet presAssocID="{EC1C6412-B01C-4A12-9950-AD656110AD8B}" presName="childTextHidden" presStyleLbl="bgAccFollowNode1" presStyleIdx="1" presStyleCnt="3"/>
      <dgm:spPr/>
    </dgm:pt>
    <dgm:pt modelId="{564392A9-0A0A-4210-BC80-F5F90E7FF477}" type="pres">
      <dgm:prSet presAssocID="{EC1C6412-B01C-4A12-9950-AD656110AD8B}" presName="parentText" presStyleLbl="node1" presStyleIdx="1" presStyleCnt="3" custScaleX="101518" custScaleY="93984">
        <dgm:presLayoutVars>
          <dgm:chMax val="1"/>
          <dgm:bulletEnabled val="1"/>
        </dgm:presLayoutVars>
      </dgm:prSet>
      <dgm:spPr/>
    </dgm:pt>
    <dgm:pt modelId="{019EA6DD-964A-4C89-8489-AE5C340CEFAC}" type="pres">
      <dgm:prSet presAssocID="{EC1C6412-B01C-4A12-9950-AD656110AD8B}" presName="aSpace" presStyleCnt="0"/>
      <dgm:spPr/>
    </dgm:pt>
    <dgm:pt modelId="{BED2E10D-D0EE-4229-B614-7C629C05415A}" type="pres">
      <dgm:prSet presAssocID="{732D48AB-E42E-47C9-9C16-CD9286F95D82}" presName="compNode" presStyleCnt="0"/>
      <dgm:spPr/>
    </dgm:pt>
    <dgm:pt modelId="{2894A713-73C7-4131-BC12-4A59CB8EA6CD}" type="pres">
      <dgm:prSet presAssocID="{732D48AB-E42E-47C9-9C16-CD9286F95D82}" presName="noGeometry" presStyleCnt="0"/>
      <dgm:spPr/>
    </dgm:pt>
    <dgm:pt modelId="{0DC128EB-8B30-4317-9572-ECCD33F492CF}" type="pres">
      <dgm:prSet presAssocID="{732D48AB-E42E-47C9-9C16-CD9286F95D82}" presName="childTextVisible" presStyleLbl="bgAccFollowNode1" presStyleIdx="2" presStyleCnt="3" custScaleX="111092">
        <dgm:presLayoutVars>
          <dgm:bulletEnabled val="1"/>
        </dgm:presLayoutVars>
      </dgm:prSet>
      <dgm:spPr/>
    </dgm:pt>
    <dgm:pt modelId="{5D06024A-591A-45FB-8A97-D119D9F0CA4D}" type="pres">
      <dgm:prSet presAssocID="{732D48AB-E42E-47C9-9C16-CD9286F95D82}" presName="childTextHidden" presStyleLbl="bgAccFollowNode1" presStyleIdx="2" presStyleCnt="3"/>
      <dgm:spPr/>
    </dgm:pt>
    <dgm:pt modelId="{E6011EA5-E883-4ADA-9C2A-CBA9FCF0E21E}" type="pres">
      <dgm:prSet presAssocID="{732D48AB-E42E-47C9-9C16-CD9286F95D82}" presName="parentText" presStyleLbl="node1" presStyleIdx="2" presStyleCnt="3" custScaleX="101518" custScaleY="93984">
        <dgm:presLayoutVars>
          <dgm:chMax val="1"/>
          <dgm:bulletEnabled val="1"/>
        </dgm:presLayoutVars>
      </dgm:prSet>
      <dgm:spPr/>
    </dgm:pt>
  </dgm:ptLst>
  <dgm:cxnLst>
    <dgm:cxn modelId="{B1735505-8AA5-4942-BF88-982AE178F36C}" type="presOf" srcId="{1DAD9543-8AC9-4B7F-B9B2-C75BB6C7ADF2}" destId="{5D06024A-591A-45FB-8A97-D119D9F0CA4D}" srcOrd="1" destOrd="1" presId="urn:microsoft.com/office/officeart/2005/8/layout/hProcess6"/>
    <dgm:cxn modelId="{A443070A-3E08-4BA5-ACAD-732E0B6CE830}" type="presOf" srcId="{732D48AB-E42E-47C9-9C16-CD9286F95D82}" destId="{E6011EA5-E883-4ADA-9C2A-CBA9FCF0E21E}" srcOrd="0" destOrd="0" presId="urn:microsoft.com/office/officeart/2005/8/layout/hProcess6"/>
    <dgm:cxn modelId="{54994415-15DE-4870-8DBA-3852F89F2F4B}" srcId="{F3C5AFD0-7AE3-4245-913A-1A33797DE6CF}" destId="{43452E63-DAB7-4850-8F03-8F563C2AE0F5}" srcOrd="0" destOrd="0" parTransId="{F5369974-1C00-4434-BC48-B4755E210BFC}" sibTransId="{D783D457-6D97-4DE7-BB96-D1439EABFB90}"/>
    <dgm:cxn modelId="{09BB2030-42BA-4299-B9C8-6368B557CCBC}" type="presOf" srcId="{0C93FDCA-FD1C-42C5-A5A6-9DF165CE81E8}" destId="{8B3042A1-252D-4E72-9A1D-7A820E41A848}" srcOrd="1" destOrd="1" presId="urn:microsoft.com/office/officeart/2005/8/layout/hProcess6"/>
    <dgm:cxn modelId="{43DE6E3B-9805-4BB9-9EB0-35571706C777}" type="presOf" srcId="{3F7DE308-A00A-48EB-803F-BE4C4D161E41}" destId="{ABA7DA52-1B77-4566-B8D4-43873DBDFB49}" srcOrd="0" destOrd="0" presId="urn:microsoft.com/office/officeart/2005/8/layout/hProcess6"/>
    <dgm:cxn modelId="{3C9FF15D-B91F-4AF9-AC67-A27FF5B01BC0}" srcId="{3F7DE308-A00A-48EB-803F-BE4C4D161E41}" destId="{EC1C6412-B01C-4A12-9950-AD656110AD8B}" srcOrd="1" destOrd="0" parTransId="{18E9F443-F15B-4A9C-A165-4D85A1D324FC}" sibTransId="{8746AE89-97E1-4D02-A666-48C864CD43ED}"/>
    <dgm:cxn modelId="{D139725E-E147-46D4-97BE-A336B73FBC66}" srcId="{3F7DE308-A00A-48EB-803F-BE4C4D161E41}" destId="{F3C5AFD0-7AE3-4245-913A-1A33797DE6CF}" srcOrd="0" destOrd="0" parTransId="{609FA57D-C906-49FC-A50D-6F3270363D78}" sibTransId="{3C472686-E7F0-4617-BAC3-7B0C7DA9C21A}"/>
    <dgm:cxn modelId="{16C96C45-11C9-41AB-AB88-844FF7BDEF64}" type="presOf" srcId="{F3C5AFD0-7AE3-4245-913A-1A33797DE6CF}" destId="{833930A3-BF23-4171-A590-76768ADE4462}" srcOrd="0" destOrd="0" presId="urn:microsoft.com/office/officeart/2005/8/layout/hProcess6"/>
    <dgm:cxn modelId="{F7729D45-F169-49A9-98BD-42E8C3104023}" type="presOf" srcId="{47A06401-23AA-4C4A-8D5E-E5ECC8915A67}" destId="{D50706EB-91BE-409F-B0A7-284EEABA12BD}" srcOrd="0" destOrd="0" presId="urn:microsoft.com/office/officeart/2005/8/layout/hProcess6"/>
    <dgm:cxn modelId="{A841BB45-0D39-45BD-9F83-B0BCD74C607B}" srcId="{3F7DE308-A00A-48EB-803F-BE4C4D161E41}" destId="{732D48AB-E42E-47C9-9C16-CD9286F95D82}" srcOrd="2" destOrd="0" parTransId="{B02ACE14-888F-495C-98C0-62C95C229B74}" sibTransId="{2482C8EE-936A-4C37-92D1-0E449CA9171F}"/>
    <dgm:cxn modelId="{1C9C9546-0D43-4D30-A553-E5C3C8474C27}" type="presOf" srcId="{1DAD9543-8AC9-4B7F-B9B2-C75BB6C7ADF2}" destId="{0DC128EB-8B30-4317-9572-ECCD33F492CF}" srcOrd="0" destOrd="1" presId="urn:microsoft.com/office/officeart/2005/8/layout/hProcess6"/>
    <dgm:cxn modelId="{1D044C49-4683-45A8-ACB5-4E113F6A0BC4}" srcId="{732D48AB-E42E-47C9-9C16-CD9286F95D82}" destId="{1DAD9543-8AC9-4B7F-B9B2-C75BB6C7ADF2}" srcOrd="1" destOrd="0" parTransId="{36A97A00-8D2A-4322-9914-B5D5A11BECE9}" sibTransId="{7FD3C76A-CD18-43EF-924E-BFD7D8F13929}"/>
    <dgm:cxn modelId="{1CE84F6C-CD1A-45CC-B142-05D79209266C}" type="presOf" srcId="{9CB6448C-3388-4D16-A0D0-89E5F2674E65}" destId="{D50706EB-91BE-409F-B0A7-284EEABA12BD}" srcOrd="0" destOrd="1" presId="urn:microsoft.com/office/officeart/2005/8/layout/hProcess6"/>
    <dgm:cxn modelId="{A343686D-9018-4CE2-91CE-B53DA909FFEE}" srcId="{EC1C6412-B01C-4A12-9950-AD656110AD8B}" destId="{9CB6448C-3388-4D16-A0D0-89E5F2674E65}" srcOrd="1" destOrd="0" parTransId="{F7D64076-862C-4775-ACCD-3FFCB06DA584}" sibTransId="{EE99DD72-3F53-4C5D-ACDA-6358150AF439}"/>
    <dgm:cxn modelId="{3E23B370-DEC6-42F2-BCCE-9F102219A490}" srcId="{EC1C6412-B01C-4A12-9950-AD656110AD8B}" destId="{47A06401-23AA-4C4A-8D5E-E5ECC8915A67}" srcOrd="0" destOrd="0" parTransId="{1581318F-11A6-4CAA-B5EE-89E15B68CDF3}" sibTransId="{647F5963-79AC-4953-930E-367BFD989A38}"/>
    <dgm:cxn modelId="{AF911571-9461-4D73-92E0-85B43DDBD0F2}" type="presOf" srcId="{43452E63-DAB7-4850-8F03-8F563C2AE0F5}" destId="{8B3042A1-252D-4E72-9A1D-7A820E41A848}" srcOrd="1" destOrd="0" presId="urn:microsoft.com/office/officeart/2005/8/layout/hProcess6"/>
    <dgm:cxn modelId="{03B5A77A-3484-45B8-BD6D-8523513DB9D0}" type="presOf" srcId="{47A06401-23AA-4C4A-8D5E-E5ECC8915A67}" destId="{7E7B2176-0E6D-4CD3-9FBA-BB18AFC8031B}" srcOrd="1" destOrd="0" presId="urn:microsoft.com/office/officeart/2005/8/layout/hProcess6"/>
    <dgm:cxn modelId="{29B067C2-088B-459A-AA0A-E0431FD363C0}" type="presOf" srcId="{39347370-ABD9-4BAB-81D7-DACF473BE8F5}" destId="{5D06024A-591A-45FB-8A97-D119D9F0CA4D}" srcOrd="1" destOrd="0" presId="urn:microsoft.com/office/officeart/2005/8/layout/hProcess6"/>
    <dgm:cxn modelId="{F1FAF8D6-9630-4D54-B061-B9142810B2BB}" type="presOf" srcId="{43452E63-DAB7-4850-8F03-8F563C2AE0F5}" destId="{D712F3B5-22F9-4340-B30B-3355A8F1E734}" srcOrd="0" destOrd="0" presId="urn:microsoft.com/office/officeart/2005/8/layout/hProcess6"/>
    <dgm:cxn modelId="{8E2CC7E1-CCC5-4AD0-AA99-830B86955644}" type="presOf" srcId="{39347370-ABD9-4BAB-81D7-DACF473BE8F5}" destId="{0DC128EB-8B30-4317-9572-ECCD33F492CF}" srcOrd="0" destOrd="0" presId="urn:microsoft.com/office/officeart/2005/8/layout/hProcess6"/>
    <dgm:cxn modelId="{382706E3-D2F9-4009-81CE-246FC5966FCD}" type="presOf" srcId="{9CB6448C-3388-4D16-A0D0-89E5F2674E65}" destId="{7E7B2176-0E6D-4CD3-9FBA-BB18AFC8031B}" srcOrd="1" destOrd="1" presId="urn:microsoft.com/office/officeart/2005/8/layout/hProcess6"/>
    <dgm:cxn modelId="{188465E3-90AC-4C60-BFE3-D5841DFF3223}" srcId="{732D48AB-E42E-47C9-9C16-CD9286F95D82}" destId="{39347370-ABD9-4BAB-81D7-DACF473BE8F5}" srcOrd="0" destOrd="0" parTransId="{8E4A36C9-C60D-440B-B7C3-94DD8BB77511}" sibTransId="{9EE396F7-7125-470A-8AA9-9A55F7EBA5CB}"/>
    <dgm:cxn modelId="{8797BCE7-0D4D-455C-A26A-D71E201C76E2}" srcId="{F3C5AFD0-7AE3-4245-913A-1A33797DE6CF}" destId="{0C93FDCA-FD1C-42C5-A5A6-9DF165CE81E8}" srcOrd="1" destOrd="0" parTransId="{6F1C4B35-3C91-4A28-867F-16E27820F60E}" sibTransId="{07261395-C83A-40B3-8DA3-4A413E79A2B1}"/>
    <dgm:cxn modelId="{97029DE9-97CB-4B0B-91EA-C1F1E4029619}" type="presOf" srcId="{0C93FDCA-FD1C-42C5-A5A6-9DF165CE81E8}" destId="{D712F3B5-22F9-4340-B30B-3355A8F1E734}" srcOrd="0" destOrd="1" presId="urn:microsoft.com/office/officeart/2005/8/layout/hProcess6"/>
    <dgm:cxn modelId="{6463E3EC-4914-4305-90F9-F4659636A9CF}" type="presOf" srcId="{EC1C6412-B01C-4A12-9950-AD656110AD8B}" destId="{564392A9-0A0A-4210-BC80-F5F90E7FF477}" srcOrd="0" destOrd="0" presId="urn:microsoft.com/office/officeart/2005/8/layout/hProcess6"/>
    <dgm:cxn modelId="{11A939E7-D133-4F9D-8755-DE64BB61788E}" type="presParOf" srcId="{ABA7DA52-1B77-4566-B8D4-43873DBDFB49}" destId="{2832F919-63EE-47BF-82D9-038D3FB98DC5}" srcOrd="0" destOrd="0" presId="urn:microsoft.com/office/officeart/2005/8/layout/hProcess6"/>
    <dgm:cxn modelId="{D93AB07F-79DA-47CD-896E-FB3EE8626BF3}" type="presParOf" srcId="{2832F919-63EE-47BF-82D9-038D3FB98DC5}" destId="{1B42CEB6-7E6A-4E10-A058-6399136F9804}" srcOrd="0" destOrd="0" presId="urn:microsoft.com/office/officeart/2005/8/layout/hProcess6"/>
    <dgm:cxn modelId="{4FD7B41F-6B42-4D31-9B79-80B2D233B04D}" type="presParOf" srcId="{2832F919-63EE-47BF-82D9-038D3FB98DC5}" destId="{D712F3B5-22F9-4340-B30B-3355A8F1E734}" srcOrd="1" destOrd="0" presId="urn:microsoft.com/office/officeart/2005/8/layout/hProcess6"/>
    <dgm:cxn modelId="{F7EE4777-4DF6-43C6-B196-57D3659AD853}" type="presParOf" srcId="{2832F919-63EE-47BF-82D9-038D3FB98DC5}" destId="{8B3042A1-252D-4E72-9A1D-7A820E41A848}" srcOrd="2" destOrd="0" presId="urn:microsoft.com/office/officeart/2005/8/layout/hProcess6"/>
    <dgm:cxn modelId="{7C725F2C-517F-400A-B765-20136ADE728F}" type="presParOf" srcId="{2832F919-63EE-47BF-82D9-038D3FB98DC5}" destId="{833930A3-BF23-4171-A590-76768ADE4462}" srcOrd="3" destOrd="0" presId="urn:microsoft.com/office/officeart/2005/8/layout/hProcess6"/>
    <dgm:cxn modelId="{1AB1CBD0-BFFC-4906-B8B3-AE607F98394E}" type="presParOf" srcId="{ABA7DA52-1B77-4566-B8D4-43873DBDFB49}" destId="{41A6C7A4-1716-4382-A1E9-3C3151822BD9}" srcOrd="1" destOrd="0" presId="urn:microsoft.com/office/officeart/2005/8/layout/hProcess6"/>
    <dgm:cxn modelId="{9EEA3566-AFB0-47E5-9417-A6220B1ECEBD}" type="presParOf" srcId="{ABA7DA52-1B77-4566-B8D4-43873DBDFB49}" destId="{CB756D22-599D-447F-A420-FCCAFCE51E4F}" srcOrd="2" destOrd="0" presId="urn:microsoft.com/office/officeart/2005/8/layout/hProcess6"/>
    <dgm:cxn modelId="{ED5420BC-5E3F-474D-9898-B9A08B553D8B}" type="presParOf" srcId="{CB756D22-599D-447F-A420-FCCAFCE51E4F}" destId="{3661221B-C776-4644-917A-D5AC5FC19EC6}" srcOrd="0" destOrd="0" presId="urn:microsoft.com/office/officeart/2005/8/layout/hProcess6"/>
    <dgm:cxn modelId="{2DFBD88F-3461-4C9A-8C4B-A39B18C5A24B}" type="presParOf" srcId="{CB756D22-599D-447F-A420-FCCAFCE51E4F}" destId="{D50706EB-91BE-409F-B0A7-284EEABA12BD}" srcOrd="1" destOrd="0" presId="urn:microsoft.com/office/officeart/2005/8/layout/hProcess6"/>
    <dgm:cxn modelId="{402BA981-0680-4AA1-BC9F-5E0EA277521E}" type="presParOf" srcId="{CB756D22-599D-447F-A420-FCCAFCE51E4F}" destId="{7E7B2176-0E6D-4CD3-9FBA-BB18AFC8031B}" srcOrd="2" destOrd="0" presId="urn:microsoft.com/office/officeart/2005/8/layout/hProcess6"/>
    <dgm:cxn modelId="{C3D79960-72AA-4CAF-AC8A-57EAF239D7AA}" type="presParOf" srcId="{CB756D22-599D-447F-A420-FCCAFCE51E4F}" destId="{564392A9-0A0A-4210-BC80-F5F90E7FF477}" srcOrd="3" destOrd="0" presId="urn:microsoft.com/office/officeart/2005/8/layout/hProcess6"/>
    <dgm:cxn modelId="{BEFAF30C-1D5F-4EAA-8580-C47B0E46A2CF}" type="presParOf" srcId="{ABA7DA52-1B77-4566-B8D4-43873DBDFB49}" destId="{019EA6DD-964A-4C89-8489-AE5C340CEFAC}" srcOrd="3" destOrd="0" presId="urn:microsoft.com/office/officeart/2005/8/layout/hProcess6"/>
    <dgm:cxn modelId="{603EFB76-4E4C-43C9-A681-A6D0AB8C3B94}" type="presParOf" srcId="{ABA7DA52-1B77-4566-B8D4-43873DBDFB49}" destId="{BED2E10D-D0EE-4229-B614-7C629C05415A}" srcOrd="4" destOrd="0" presId="urn:microsoft.com/office/officeart/2005/8/layout/hProcess6"/>
    <dgm:cxn modelId="{D98F6274-6447-4F25-AFBF-D573EB3EB6F6}" type="presParOf" srcId="{BED2E10D-D0EE-4229-B614-7C629C05415A}" destId="{2894A713-73C7-4131-BC12-4A59CB8EA6CD}" srcOrd="0" destOrd="0" presId="urn:microsoft.com/office/officeart/2005/8/layout/hProcess6"/>
    <dgm:cxn modelId="{0B8B4A43-9D8B-4634-8A1F-A52AD7B2CFD2}" type="presParOf" srcId="{BED2E10D-D0EE-4229-B614-7C629C05415A}" destId="{0DC128EB-8B30-4317-9572-ECCD33F492CF}" srcOrd="1" destOrd="0" presId="urn:microsoft.com/office/officeart/2005/8/layout/hProcess6"/>
    <dgm:cxn modelId="{78B8EB9E-E5CD-4806-B7F5-638840B6A06C}" type="presParOf" srcId="{BED2E10D-D0EE-4229-B614-7C629C05415A}" destId="{5D06024A-591A-45FB-8A97-D119D9F0CA4D}" srcOrd="2" destOrd="0" presId="urn:microsoft.com/office/officeart/2005/8/layout/hProcess6"/>
    <dgm:cxn modelId="{9890100C-AFF8-453B-A025-C8C18323C1B2}" type="presParOf" srcId="{BED2E10D-D0EE-4229-B614-7C629C05415A}" destId="{E6011EA5-E883-4ADA-9C2A-CBA9FCF0E21E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7DE308-A00A-48EB-803F-BE4C4D161E41}" type="doc">
      <dgm:prSet loTypeId="urn:microsoft.com/office/officeart/2005/8/layout/hProcess6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BB91660-6252-4129-941E-152367AB3484}">
      <dgm:prSet phldrT="[Texto]" custT="1"/>
      <dgm:spPr>
        <a:xfrm>
          <a:off x="1541344" y="471986"/>
          <a:ext cx="1573825" cy="1574142"/>
        </a:xfrm>
        <a:prstGeom prst="ellipse">
          <a:avLst/>
        </a:prstGeom>
        <a:solidFill>
          <a:srgbClr val="002060"/>
        </a:solidFill>
        <a:ln w="1587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s-PE" sz="1800" dirty="0">
              <a:solidFill>
                <a:srgbClr val="FFFFFF"/>
              </a:solidFill>
              <a:latin typeface="Tw Cen MT" panose="020B0602020104020603"/>
              <a:ea typeface="+mn-ea"/>
              <a:cs typeface="+mn-cs"/>
            </a:rPr>
            <a:t>Forzar Dirigir</a:t>
          </a:r>
          <a:endParaRPr lang="en-US" sz="1800" dirty="0">
            <a:solidFill>
              <a:srgbClr val="FFFFFF"/>
            </a:solidFill>
            <a:latin typeface="Tw Cen MT" panose="020B0602020104020603"/>
            <a:ea typeface="+mn-ea"/>
            <a:cs typeface="+mn-cs"/>
          </a:endParaRPr>
        </a:p>
      </dgm:t>
    </dgm:pt>
    <dgm:pt modelId="{851F971D-A9D3-404E-9E4F-C32BC4A8A220}" type="parTrans" cxnId="{F592C4A3-0FAB-4EBE-9A33-B8AF3DE611B4}">
      <dgm:prSet/>
      <dgm:spPr/>
      <dgm:t>
        <a:bodyPr/>
        <a:lstStyle/>
        <a:p>
          <a:endParaRPr lang="en-US"/>
        </a:p>
      </dgm:t>
    </dgm:pt>
    <dgm:pt modelId="{5BDD0ECD-3A70-4508-9D4D-ABA272BEF76F}" type="sibTrans" cxnId="{F592C4A3-0FAB-4EBE-9A33-B8AF3DE611B4}">
      <dgm:prSet/>
      <dgm:spPr/>
      <dgm:t>
        <a:bodyPr/>
        <a:lstStyle/>
        <a:p>
          <a:endParaRPr lang="en-US"/>
        </a:p>
      </dgm:t>
    </dgm:pt>
    <dgm:pt modelId="{74F50515-6272-44B1-B0DC-5DC100A5418C}">
      <dgm:prSet phldrT="[Texto]" custT="1"/>
      <dgm:spPr>
        <a:xfrm>
          <a:off x="2168492" y="0"/>
          <a:ext cx="3200253" cy="2518115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r"/>
          <a:r>
            <a:rPr lang="es-PE" sz="18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Imposición</a:t>
          </a:r>
          <a:endParaRPr lang="en-US" sz="18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gm:t>
    </dgm:pt>
    <dgm:pt modelId="{9693066A-0289-4B09-A316-FD970009B477}" type="parTrans" cxnId="{1A12AC6C-5EC8-4527-AE6D-73B1D1293329}">
      <dgm:prSet/>
      <dgm:spPr/>
      <dgm:t>
        <a:bodyPr/>
        <a:lstStyle/>
        <a:p>
          <a:endParaRPr lang="en-US"/>
        </a:p>
      </dgm:t>
    </dgm:pt>
    <dgm:pt modelId="{6A8A62E6-2C27-4247-AB0C-440E9165BDAA}" type="sibTrans" cxnId="{1A12AC6C-5EC8-4527-AE6D-73B1D1293329}">
      <dgm:prSet/>
      <dgm:spPr/>
      <dgm:t>
        <a:bodyPr/>
        <a:lstStyle/>
        <a:p>
          <a:endParaRPr lang="en-US"/>
        </a:p>
      </dgm:t>
    </dgm:pt>
    <dgm:pt modelId="{388E09A5-5C6D-4DDF-8DBE-5D9C61C4E114}">
      <dgm:prSet phldrT="[Texto]" custT="1"/>
      <dgm:spPr>
        <a:xfrm>
          <a:off x="2168492" y="0"/>
          <a:ext cx="3200253" cy="2518115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r"/>
          <a:r>
            <a:rPr lang="es-PE" sz="18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Ganar – perder</a:t>
          </a:r>
          <a:endParaRPr lang="en-US" sz="18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gm:t>
    </dgm:pt>
    <dgm:pt modelId="{C9122528-29CE-4EEB-8626-6E1EB3ABEF3F}" type="parTrans" cxnId="{17919592-F86E-4E87-BA9A-7ADA95C1151B}">
      <dgm:prSet/>
      <dgm:spPr/>
      <dgm:t>
        <a:bodyPr/>
        <a:lstStyle/>
        <a:p>
          <a:endParaRPr lang="en-US"/>
        </a:p>
      </dgm:t>
    </dgm:pt>
    <dgm:pt modelId="{A6948579-DAF8-4783-ACB5-E3F6854E4A53}" type="sibTrans" cxnId="{17919592-F86E-4E87-BA9A-7ADA95C1151B}">
      <dgm:prSet/>
      <dgm:spPr/>
      <dgm:t>
        <a:bodyPr/>
        <a:lstStyle/>
        <a:p>
          <a:endParaRPr lang="en-US"/>
        </a:p>
      </dgm:t>
    </dgm:pt>
    <dgm:pt modelId="{39C4D101-D1AB-4866-9DB6-E16BD7487347}">
      <dgm:prSet phldrT="[Texto]" custT="1"/>
      <dgm:spPr>
        <a:xfrm>
          <a:off x="5621225" y="471986"/>
          <a:ext cx="1573825" cy="1574142"/>
        </a:xfrm>
        <a:prstGeom prst="ellipse">
          <a:avLst/>
        </a:prstGeom>
        <a:solidFill>
          <a:srgbClr val="002060"/>
        </a:solidFill>
        <a:ln w="1587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s-PE" sz="1800" dirty="0">
              <a:solidFill>
                <a:srgbClr val="FFFFFF"/>
              </a:solidFill>
              <a:latin typeface="Tw Cen MT" panose="020B0602020104020603"/>
              <a:ea typeface="+mn-ea"/>
              <a:cs typeface="+mn-cs"/>
            </a:rPr>
            <a:t>Colaborar Resolver</a:t>
          </a:r>
          <a:endParaRPr lang="en-US" sz="1800" dirty="0">
            <a:solidFill>
              <a:srgbClr val="FFFFFF"/>
            </a:solidFill>
            <a:latin typeface="Tw Cen MT" panose="020B0602020104020603"/>
            <a:ea typeface="+mn-ea"/>
            <a:cs typeface="+mn-cs"/>
          </a:endParaRPr>
        </a:p>
      </dgm:t>
    </dgm:pt>
    <dgm:pt modelId="{74CFB16E-975F-4B19-B704-13CEBF1E1B0D}" type="parTrans" cxnId="{1BD07D92-FFB0-4C60-8DCD-D9730D86E035}">
      <dgm:prSet/>
      <dgm:spPr/>
      <dgm:t>
        <a:bodyPr/>
        <a:lstStyle/>
        <a:p>
          <a:endParaRPr lang="en-US"/>
        </a:p>
      </dgm:t>
    </dgm:pt>
    <dgm:pt modelId="{3ACFF0D8-15EC-4F20-8673-E61E504581ED}" type="sibTrans" cxnId="{1BD07D92-FFB0-4C60-8DCD-D9730D86E035}">
      <dgm:prSet/>
      <dgm:spPr/>
      <dgm:t>
        <a:bodyPr/>
        <a:lstStyle/>
        <a:p>
          <a:endParaRPr lang="en-US"/>
        </a:p>
      </dgm:t>
    </dgm:pt>
    <dgm:pt modelId="{A5C86441-AB89-430A-8505-FB19C26B0AD2}">
      <dgm:prSet phldrT="[Texto]" custT="1"/>
      <dgm:spPr>
        <a:xfrm>
          <a:off x="6248373" y="0"/>
          <a:ext cx="3200253" cy="2518115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r"/>
          <a:r>
            <a:rPr lang="es-PE" sz="18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Múltiples puntos de vista</a:t>
          </a:r>
          <a:endParaRPr lang="en-US" sz="18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gm:t>
    </dgm:pt>
    <dgm:pt modelId="{FF9CB77D-04F6-4840-8055-E82199F26E12}" type="parTrans" cxnId="{4A0AA1F7-0224-45CF-9004-3E0AC7921730}">
      <dgm:prSet/>
      <dgm:spPr/>
      <dgm:t>
        <a:bodyPr/>
        <a:lstStyle/>
        <a:p>
          <a:endParaRPr lang="en-US"/>
        </a:p>
      </dgm:t>
    </dgm:pt>
    <dgm:pt modelId="{C259621E-0452-4FB8-BEC4-111288F1B13E}" type="sibTrans" cxnId="{4A0AA1F7-0224-45CF-9004-3E0AC7921730}">
      <dgm:prSet/>
      <dgm:spPr/>
      <dgm:t>
        <a:bodyPr/>
        <a:lstStyle/>
        <a:p>
          <a:endParaRPr lang="en-US"/>
        </a:p>
      </dgm:t>
    </dgm:pt>
    <dgm:pt modelId="{A12505C6-0B91-4EDB-8B57-E71BDD1845FE}">
      <dgm:prSet phldrT="[Texto]" custT="1"/>
      <dgm:spPr>
        <a:xfrm>
          <a:off x="6248373" y="0"/>
          <a:ext cx="3200253" cy="2518115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r"/>
          <a:r>
            <a:rPr lang="es-PE" sz="18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Diferentes perspectivas</a:t>
          </a:r>
          <a:endParaRPr lang="en-US" sz="18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gm:t>
    </dgm:pt>
    <dgm:pt modelId="{271CFBE9-9B91-4459-854F-18F1D87E7E1E}" type="parTrans" cxnId="{41AFD3B2-E667-45CC-831A-DFF0DBF8EB38}">
      <dgm:prSet/>
      <dgm:spPr/>
      <dgm:t>
        <a:bodyPr/>
        <a:lstStyle/>
        <a:p>
          <a:endParaRPr lang="en-US"/>
        </a:p>
      </dgm:t>
    </dgm:pt>
    <dgm:pt modelId="{057290E9-F720-4CB6-A02B-CC69536E1247}" type="sibTrans" cxnId="{41AFD3B2-E667-45CC-831A-DFF0DBF8EB38}">
      <dgm:prSet/>
      <dgm:spPr/>
      <dgm:t>
        <a:bodyPr/>
        <a:lstStyle/>
        <a:p>
          <a:endParaRPr lang="en-US"/>
        </a:p>
      </dgm:t>
    </dgm:pt>
    <dgm:pt modelId="{5320129D-B414-488E-BA4D-A916658E5E80}">
      <dgm:prSet phldrT="[Texto]" custT="1"/>
      <dgm:spPr>
        <a:xfrm>
          <a:off x="6248373" y="0"/>
          <a:ext cx="3200253" cy="2518115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algn="r"/>
          <a:r>
            <a:rPr lang="es-PE" sz="18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Ganar - ganar</a:t>
          </a:r>
          <a:endParaRPr lang="en-US" sz="18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gm:t>
    </dgm:pt>
    <dgm:pt modelId="{A228C598-F568-4E4D-A64C-0D5871BBEC2B}" type="parTrans" cxnId="{031FE3F1-8A7F-42F5-BC96-6EDC00516CA2}">
      <dgm:prSet/>
      <dgm:spPr/>
      <dgm:t>
        <a:bodyPr/>
        <a:lstStyle/>
        <a:p>
          <a:endParaRPr lang="en-US"/>
        </a:p>
      </dgm:t>
    </dgm:pt>
    <dgm:pt modelId="{F5D112D4-BC89-4F47-BE42-BA8BDEB1C026}" type="sibTrans" cxnId="{031FE3F1-8A7F-42F5-BC96-6EDC00516CA2}">
      <dgm:prSet/>
      <dgm:spPr/>
      <dgm:t>
        <a:bodyPr/>
        <a:lstStyle/>
        <a:p>
          <a:endParaRPr lang="en-US"/>
        </a:p>
      </dgm:t>
    </dgm:pt>
    <dgm:pt modelId="{ABA7DA52-1B77-4566-B8D4-43873DBDFB49}" type="pres">
      <dgm:prSet presAssocID="{3F7DE308-A00A-48EB-803F-BE4C4D161E41}" presName="theList" presStyleCnt="0">
        <dgm:presLayoutVars>
          <dgm:dir/>
          <dgm:animLvl val="lvl"/>
          <dgm:resizeHandles val="exact"/>
        </dgm:presLayoutVars>
      </dgm:prSet>
      <dgm:spPr/>
    </dgm:pt>
    <dgm:pt modelId="{CD12747F-004C-43E5-804B-2DE070C7FB9E}" type="pres">
      <dgm:prSet presAssocID="{9BB91660-6252-4129-941E-152367AB3484}" presName="compNode" presStyleCnt="0"/>
      <dgm:spPr/>
    </dgm:pt>
    <dgm:pt modelId="{862A0B6A-E47F-481D-A86E-286B20EDB2C9}" type="pres">
      <dgm:prSet presAssocID="{9BB91660-6252-4129-941E-152367AB3484}" presName="noGeometry" presStyleCnt="0"/>
      <dgm:spPr/>
    </dgm:pt>
    <dgm:pt modelId="{160D16B5-EE81-4579-8A06-739C6396C394}" type="pres">
      <dgm:prSet presAssocID="{9BB91660-6252-4129-941E-152367AB3484}" presName="childTextVisible" presStyleLbl="bgAccFollowNode1" presStyleIdx="0" presStyleCnt="2" custScaleX="111092">
        <dgm:presLayoutVars>
          <dgm:bulletEnabled val="1"/>
        </dgm:presLayoutVars>
      </dgm:prSet>
      <dgm:spPr/>
    </dgm:pt>
    <dgm:pt modelId="{6712CD2E-CE15-4BEC-B540-BD5BF6F2E957}" type="pres">
      <dgm:prSet presAssocID="{9BB91660-6252-4129-941E-152367AB3484}" presName="childTextHidden" presStyleLbl="bgAccFollowNode1" presStyleIdx="0" presStyleCnt="2"/>
      <dgm:spPr/>
    </dgm:pt>
    <dgm:pt modelId="{32270FE6-816A-4AB5-AE6D-DFD9765F651D}" type="pres">
      <dgm:prSet presAssocID="{9BB91660-6252-4129-941E-152367AB3484}" presName="parentText" presStyleLbl="node1" presStyleIdx="0" presStyleCnt="2" custScaleX="109266" custScaleY="109288">
        <dgm:presLayoutVars>
          <dgm:chMax val="1"/>
          <dgm:bulletEnabled val="1"/>
        </dgm:presLayoutVars>
      </dgm:prSet>
      <dgm:spPr/>
    </dgm:pt>
    <dgm:pt modelId="{C3170E1E-8970-4920-83A5-6EF5157EC76F}" type="pres">
      <dgm:prSet presAssocID="{9BB91660-6252-4129-941E-152367AB3484}" presName="aSpace" presStyleCnt="0"/>
      <dgm:spPr/>
    </dgm:pt>
    <dgm:pt modelId="{4F3739D1-1AC3-404D-80F9-201310081E55}" type="pres">
      <dgm:prSet presAssocID="{39C4D101-D1AB-4866-9DB6-E16BD7487347}" presName="compNode" presStyleCnt="0"/>
      <dgm:spPr/>
    </dgm:pt>
    <dgm:pt modelId="{2674025F-D26B-4588-A871-DB312A7099C6}" type="pres">
      <dgm:prSet presAssocID="{39C4D101-D1AB-4866-9DB6-E16BD7487347}" presName="noGeometry" presStyleCnt="0"/>
      <dgm:spPr/>
    </dgm:pt>
    <dgm:pt modelId="{102F9BAD-5D9F-44AA-8967-6814A5ECFE93}" type="pres">
      <dgm:prSet presAssocID="{39C4D101-D1AB-4866-9DB6-E16BD7487347}" presName="childTextVisible" presStyleLbl="bgAccFollowNode1" presStyleIdx="1" presStyleCnt="2" custScaleX="111092">
        <dgm:presLayoutVars>
          <dgm:bulletEnabled val="1"/>
        </dgm:presLayoutVars>
      </dgm:prSet>
      <dgm:spPr/>
    </dgm:pt>
    <dgm:pt modelId="{EC90C955-1CC2-43FC-B60F-B7E82AB409F2}" type="pres">
      <dgm:prSet presAssocID="{39C4D101-D1AB-4866-9DB6-E16BD7487347}" presName="childTextHidden" presStyleLbl="bgAccFollowNode1" presStyleIdx="1" presStyleCnt="2"/>
      <dgm:spPr/>
    </dgm:pt>
    <dgm:pt modelId="{EA7EAEB3-CAD9-4335-8135-E3F01203CDF0}" type="pres">
      <dgm:prSet presAssocID="{39C4D101-D1AB-4866-9DB6-E16BD7487347}" presName="parentText" presStyleLbl="node1" presStyleIdx="1" presStyleCnt="2" custScaleX="109266" custScaleY="109288">
        <dgm:presLayoutVars>
          <dgm:chMax val="1"/>
          <dgm:bulletEnabled val="1"/>
        </dgm:presLayoutVars>
      </dgm:prSet>
      <dgm:spPr/>
    </dgm:pt>
  </dgm:ptLst>
  <dgm:cxnLst>
    <dgm:cxn modelId="{E281C105-725A-4AF3-9364-21BC61DCBA41}" type="presOf" srcId="{3F7DE308-A00A-48EB-803F-BE4C4D161E41}" destId="{ABA7DA52-1B77-4566-B8D4-43873DBDFB49}" srcOrd="0" destOrd="0" presId="urn:microsoft.com/office/officeart/2005/8/layout/hProcess6"/>
    <dgm:cxn modelId="{654C070D-7FCF-45C8-AABD-A7D51C31AE43}" type="presOf" srcId="{A5C86441-AB89-430A-8505-FB19C26B0AD2}" destId="{102F9BAD-5D9F-44AA-8967-6814A5ECFE93}" srcOrd="0" destOrd="0" presId="urn:microsoft.com/office/officeart/2005/8/layout/hProcess6"/>
    <dgm:cxn modelId="{06A4A10F-BB25-45B1-86A1-544B4ABE8398}" type="presOf" srcId="{9BB91660-6252-4129-941E-152367AB3484}" destId="{32270FE6-816A-4AB5-AE6D-DFD9765F651D}" srcOrd="0" destOrd="0" presId="urn:microsoft.com/office/officeart/2005/8/layout/hProcess6"/>
    <dgm:cxn modelId="{B9267118-49A4-48A1-92D3-0C062ABE42A3}" type="presOf" srcId="{A12505C6-0B91-4EDB-8B57-E71BDD1845FE}" destId="{EC90C955-1CC2-43FC-B60F-B7E82AB409F2}" srcOrd="1" destOrd="1" presId="urn:microsoft.com/office/officeart/2005/8/layout/hProcess6"/>
    <dgm:cxn modelId="{BE46F63C-CAA1-4E36-9702-64F48DC68385}" type="presOf" srcId="{39C4D101-D1AB-4866-9DB6-E16BD7487347}" destId="{EA7EAEB3-CAD9-4335-8135-E3F01203CDF0}" srcOrd="0" destOrd="0" presId="urn:microsoft.com/office/officeart/2005/8/layout/hProcess6"/>
    <dgm:cxn modelId="{1A12AC6C-5EC8-4527-AE6D-73B1D1293329}" srcId="{9BB91660-6252-4129-941E-152367AB3484}" destId="{74F50515-6272-44B1-B0DC-5DC100A5418C}" srcOrd="0" destOrd="0" parTransId="{9693066A-0289-4B09-A316-FD970009B477}" sibTransId="{6A8A62E6-2C27-4247-AB0C-440E9165BDAA}"/>
    <dgm:cxn modelId="{69A44D6D-1DCD-4991-B2A2-CDED83E1EDAD}" type="presOf" srcId="{A12505C6-0B91-4EDB-8B57-E71BDD1845FE}" destId="{102F9BAD-5D9F-44AA-8967-6814A5ECFE93}" srcOrd="0" destOrd="1" presId="urn:microsoft.com/office/officeart/2005/8/layout/hProcess6"/>
    <dgm:cxn modelId="{1BD07D92-FFB0-4C60-8DCD-D9730D86E035}" srcId="{3F7DE308-A00A-48EB-803F-BE4C4D161E41}" destId="{39C4D101-D1AB-4866-9DB6-E16BD7487347}" srcOrd="1" destOrd="0" parTransId="{74CFB16E-975F-4B19-B704-13CEBF1E1B0D}" sibTransId="{3ACFF0D8-15EC-4F20-8673-E61E504581ED}"/>
    <dgm:cxn modelId="{17919592-F86E-4E87-BA9A-7ADA95C1151B}" srcId="{9BB91660-6252-4129-941E-152367AB3484}" destId="{388E09A5-5C6D-4DDF-8DBE-5D9C61C4E114}" srcOrd="1" destOrd="0" parTransId="{C9122528-29CE-4EEB-8626-6E1EB3ABEF3F}" sibTransId="{A6948579-DAF8-4783-ACB5-E3F6854E4A53}"/>
    <dgm:cxn modelId="{8461A792-E354-462A-A082-F705029AF437}" type="presOf" srcId="{388E09A5-5C6D-4DDF-8DBE-5D9C61C4E114}" destId="{6712CD2E-CE15-4BEC-B540-BD5BF6F2E957}" srcOrd="1" destOrd="1" presId="urn:microsoft.com/office/officeart/2005/8/layout/hProcess6"/>
    <dgm:cxn modelId="{417C6194-9B39-482C-A533-487AB6364A8F}" type="presOf" srcId="{5320129D-B414-488E-BA4D-A916658E5E80}" destId="{EC90C955-1CC2-43FC-B60F-B7E82AB409F2}" srcOrd="1" destOrd="2" presId="urn:microsoft.com/office/officeart/2005/8/layout/hProcess6"/>
    <dgm:cxn modelId="{F592C4A3-0FAB-4EBE-9A33-B8AF3DE611B4}" srcId="{3F7DE308-A00A-48EB-803F-BE4C4D161E41}" destId="{9BB91660-6252-4129-941E-152367AB3484}" srcOrd="0" destOrd="0" parTransId="{851F971D-A9D3-404E-9E4F-C32BC4A8A220}" sibTransId="{5BDD0ECD-3A70-4508-9D4D-ABA272BEF76F}"/>
    <dgm:cxn modelId="{93F074AF-6FA6-40EC-998E-D9780401C69F}" type="presOf" srcId="{A5C86441-AB89-430A-8505-FB19C26B0AD2}" destId="{EC90C955-1CC2-43FC-B60F-B7E82AB409F2}" srcOrd="1" destOrd="0" presId="urn:microsoft.com/office/officeart/2005/8/layout/hProcess6"/>
    <dgm:cxn modelId="{41AFD3B2-E667-45CC-831A-DFF0DBF8EB38}" srcId="{39C4D101-D1AB-4866-9DB6-E16BD7487347}" destId="{A12505C6-0B91-4EDB-8B57-E71BDD1845FE}" srcOrd="1" destOrd="0" parTransId="{271CFBE9-9B91-4459-854F-18F1D87E7E1E}" sibTransId="{057290E9-F720-4CB6-A02B-CC69536E1247}"/>
    <dgm:cxn modelId="{2AAC78B6-16A6-4B4D-99D9-F0FC75C6C356}" type="presOf" srcId="{388E09A5-5C6D-4DDF-8DBE-5D9C61C4E114}" destId="{160D16B5-EE81-4579-8A06-739C6396C394}" srcOrd="0" destOrd="1" presId="urn:microsoft.com/office/officeart/2005/8/layout/hProcess6"/>
    <dgm:cxn modelId="{0A2C6ED2-F6CB-4741-969E-EC0B9CAAE962}" type="presOf" srcId="{74F50515-6272-44B1-B0DC-5DC100A5418C}" destId="{6712CD2E-CE15-4BEC-B540-BD5BF6F2E957}" srcOrd="1" destOrd="0" presId="urn:microsoft.com/office/officeart/2005/8/layout/hProcess6"/>
    <dgm:cxn modelId="{E9339AE7-0A03-4E0A-A4F3-EFBD6CB7FBF7}" type="presOf" srcId="{5320129D-B414-488E-BA4D-A916658E5E80}" destId="{102F9BAD-5D9F-44AA-8967-6814A5ECFE93}" srcOrd="0" destOrd="2" presId="urn:microsoft.com/office/officeart/2005/8/layout/hProcess6"/>
    <dgm:cxn modelId="{031FE3F1-8A7F-42F5-BC96-6EDC00516CA2}" srcId="{39C4D101-D1AB-4866-9DB6-E16BD7487347}" destId="{5320129D-B414-488E-BA4D-A916658E5E80}" srcOrd="2" destOrd="0" parTransId="{A228C598-F568-4E4D-A64C-0D5871BBEC2B}" sibTransId="{F5D112D4-BC89-4F47-BE42-BA8BDEB1C026}"/>
    <dgm:cxn modelId="{124917F3-7D79-421C-9798-B258F3FCDC3B}" type="presOf" srcId="{74F50515-6272-44B1-B0DC-5DC100A5418C}" destId="{160D16B5-EE81-4579-8A06-739C6396C394}" srcOrd="0" destOrd="0" presId="urn:microsoft.com/office/officeart/2005/8/layout/hProcess6"/>
    <dgm:cxn modelId="{4A0AA1F7-0224-45CF-9004-3E0AC7921730}" srcId="{39C4D101-D1AB-4866-9DB6-E16BD7487347}" destId="{A5C86441-AB89-430A-8505-FB19C26B0AD2}" srcOrd="0" destOrd="0" parTransId="{FF9CB77D-04F6-4840-8055-E82199F26E12}" sibTransId="{C259621E-0452-4FB8-BEC4-111288F1B13E}"/>
    <dgm:cxn modelId="{823633C9-31ED-4C69-90F7-3EC6A2F524A1}" type="presParOf" srcId="{ABA7DA52-1B77-4566-B8D4-43873DBDFB49}" destId="{CD12747F-004C-43E5-804B-2DE070C7FB9E}" srcOrd="0" destOrd="0" presId="urn:microsoft.com/office/officeart/2005/8/layout/hProcess6"/>
    <dgm:cxn modelId="{2745B61A-8DD0-496B-A803-AF3AB67976C9}" type="presParOf" srcId="{CD12747F-004C-43E5-804B-2DE070C7FB9E}" destId="{862A0B6A-E47F-481D-A86E-286B20EDB2C9}" srcOrd="0" destOrd="0" presId="urn:microsoft.com/office/officeart/2005/8/layout/hProcess6"/>
    <dgm:cxn modelId="{49E9B74B-E068-4BF1-A106-EA0AE74585D7}" type="presParOf" srcId="{CD12747F-004C-43E5-804B-2DE070C7FB9E}" destId="{160D16B5-EE81-4579-8A06-739C6396C394}" srcOrd="1" destOrd="0" presId="urn:microsoft.com/office/officeart/2005/8/layout/hProcess6"/>
    <dgm:cxn modelId="{AA32D9D0-6042-46BB-82A3-4256686C6445}" type="presParOf" srcId="{CD12747F-004C-43E5-804B-2DE070C7FB9E}" destId="{6712CD2E-CE15-4BEC-B540-BD5BF6F2E957}" srcOrd="2" destOrd="0" presId="urn:microsoft.com/office/officeart/2005/8/layout/hProcess6"/>
    <dgm:cxn modelId="{F25438AD-9BC3-4AAD-ACEC-008B9B38A834}" type="presParOf" srcId="{CD12747F-004C-43E5-804B-2DE070C7FB9E}" destId="{32270FE6-816A-4AB5-AE6D-DFD9765F651D}" srcOrd="3" destOrd="0" presId="urn:microsoft.com/office/officeart/2005/8/layout/hProcess6"/>
    <dgm:cxn modelId="{24BA98CB-A364-4D53-A1E2-6381D0EB7203}" type="presParOf" srcId="{ABA7DA52-1B77-4566-B8D4-43873DBDFB49}" destId="{C3170E1E-8970-4920-83A5-6EF5157EC76F}" srcOrd="1" destOrd="0" presId="urn:microsoft.com/office/officeart/2005/8/layout/hProcess6"/>
    <dgm:cxn modelId="{C1C95C64-DFDA-4ED9-8A1C-A4DA97FB87FC}" type="presParOf" srcId="{ABA7DA52-1B77-4566-B8D4-43873DBDFB49}" destId="{4F3739D1-1AC3-404D-80F9-201310081E55}" srcOrd="2" destOrd="0" presId="urn:microsoft.com/office/officeart/2005/8/layout/hProcess6"/>
    <dgm:cxn modelId="{74270B8C-618D-4156-91A5-23D203404765}" type="presParOf" srcId="{4F3739D1-1AC3-404D-80F9-201310081E55}" destId="{2674025F-D26B-4588-A871-DB312A7099C6}" srcOrd="0" destOrd="0" presId="urn:microsoft.com/office/officeart/2005/8/layout/hProcess6"/>
    <dgm:cxn modelId="{60DC4619-3497-456E-8189-6E0B5BD6458C}" type="presParOf" srcId="{4F3739D1-1AC3-404D-80F9-201310081E55}" destId="{102F9BAD-5D9F-44AA-8967-6814A5ECFE93}" srcOrd="1" destOrd="0" presId="urn:microsoft.com/office/officeart/2005/8/layout/hProcess6"/>
    <dgm:cxn modelId="{74A9BDAB-5CAF-48D1-AB70-A0F321A6FCC9}" type="presParOf" srcId="{4F3739D1-1AC3-404D-80F9-201310081E55}" destId="{EC90C955-1CC2-43FC-B60F-B7E82AB409F2}" srcOrd="2" destOrd="0" presId="urn:microsoft.com/office/officeart/2005/8/layout/hProcess6"/>
    <dgm:cxn modelId="{76A92E06-C453-4731-A2BE-9064CAF7F587}" type="presParOf" srcId="{4F3739D1-1AC3-404D-80F9-201310081E55}" destId="{EA7EAEB3-CAD9-4335-8135-E3F01203CDF0}" srcOrd="3" destOrd="0" presId="urn:microsoft.com/office/officeart/2005/8/layout/hProcess6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12F3B5-22F9-4340-B30B-3355A8F1E734}">
      <dsp:nvSpPr>
        <dsp:cNvPr id="0" name=""/>
        <dsp:cNvSpPr/>
      </dsp:nvSpPr>
      <dsp:spPr>
        <a:xfrm>
          <a:off x="581676" y="212958"/>
          <a:ext cx="3223266" cy="2536222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11430" rIns="22860" bIns="11430" numCol="1" spcCol="1270" anchor="ctr" anchorCtr="0">
          <a:noAutofit/>
        </a:bodyPr>
        <a:lstStyle/>
        <a:p>
          <a:pPr marL="171450" lvl="1" indent="-171450" algn="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800" kern="12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Posponer</a:t>
          </a:r>
          <a:endParaRPr lang="en-US" sz="1800" kern="12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  <a:p>
          <a:pPr marL="171450" lvl="1" indent="-171450" algn="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800" kern="12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Que otro lo resuelva</a:t>
          </a:r>
          <a:endParaRPr lang="en-US" sz="1800" kern="12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sp:txBody>
      <dsp:txXfrm>
        <a:off x="1387493" y="593391"/>
        <a:ext cx="1571343" cy="1775356"/>
      </dsp:txXfrm>
    </dsp:sp>
    <dsp:sp modelId="{833930A3-BF23-4171-A590-76768ADE4462}">
      <dsp:nvSpPr>
        <dsp:cNvPr id="0" name=""/>
        <dsp:cNvSpPr/>
      </dsp:nvSpPr>
      <dsp:spPr>
        <a:xfrm>
          <a:off x="6219" y="799347"/>
          <a:ext cx="1472741" cy="1363444"/>
        </a:xfrm>
        <a:prstGeom prst="ellipse">
          <a:avLst/>
        </a:prstGeom>
        <a:solidFill>
          <a:srgbClr val="002060"/>
        </a:solidFill>
        <a:ln w="1587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>
              <a:solidFill>
                <a:srgbClr val="FFFFFF"/>
              </a:solidFill>
              <a:latin typeface="Tw Cen MT" panose="020B0602020104020603"/>
              <a:ea typeface="+mn-ea"/>
              <a:cs typeface="+mn-cs"/>
            </a:rPr>
            <a:t>Retirada Evitar</a:t>
          </a:r>
          <a:endParaRPr lang="en-US" sz="1800" kern="1200" dirty="0">
            <a:solidFill>
              <a:srgbClr val="FFFFFF"/>
            </a:solidFill>
            <a:latin typeface="Tw Cen MT" panose="020B0602020104020603"/>
            <a:ea typeface="+mn-ea"/>
            <a:cs typeface="+mn-cs"/>
          </a:endParaRPr>
        </a:p>
      </dsp:txBody>
      <dsp:txXfrm>
        <a:off x="221897" y="999019"/>
        <a:ext cx="1041385" cy="964100"/>
      </dsp:txXfrm>
    </dsp:sp>
    <dsp:sp modelId="{D50706EB-91BE-409F-B0A7-284EEABA12BD}">
      <dsp:nvSpPr>
        <dsp:cNvPr id="0" name=""/>
        <dsp:cNvSpPr/>
      </dsp:nvSpPr>
      <dsp:spPr>
        <a:xfrm>
          <a:off x="4561740" y="212958"/>
          <a:ext cx="3223266" cy="2536222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11430" rIns="22860" bIns="11430" numCol="1" spcCol="1270" anchor="ctr" anchorCtr="0">
          <a:noAutofit/>
        </a:bodyPr>
        <a:lstStyle/>
        <a:p>
          <a:pPr marL="171450" lvl="1" indent="-171450" algn="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800" kern="12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Puntos afines sobre las diferencias</a:t>
          </a:r>
          <a:endParaRPr lang="en-US" sz="1800" kern="12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  <a:p>
          <a:pPr marL="171450" lvl="1" indent="-171450" algn="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800" kern="12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Ceder</a:t>
          </a:r>
          <a:endParaRPr lang="en-US" sz="1800" kern="12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sp:txBody>
      <dsp:txXfrm>
        <a:off x="5367556" y="593391"/>
        <a:ext cx="1571343" cy="1775356"/>
      </dsp:txXfrm>
    </dsp:sp>
    <dsp:sp modelId="{564392A9-0A0A-4210-BC80-F5F90E7FF477}">
      <dsp:nvSpPr>
        <dsp:cNvPr id="0" name=""/>
        <dsp:cNvSpPr/>
      </dsp:nvSpPr>
      <dsp:spPr>
        <a:xfrm>
          <a:off x="3986283" y="799347"/>
          <a:ext cx="1472741" cy="1363444"/>
        </a:xfrm>
        <a:prstGeom prst="ellipse">
          <a:avLst/>
        </a:prstGeom>
        <a:solidFill>
          <a:srgbClr val="002060"/>
        </a:solidFill>
        <a:ln w="1587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>
              <a:solidFill>
                <a:srgbClr val="FFFFFF"/>
              </a:solidFill>
              <a:latin typeface="Tw Cen MT" panose="020B0602020104020603"/>
              <a:ea typeface="+mn-ea"/>
              <a:cs typeface="+mn-cs"/>
            </a:rPr>
            <a:t>Suavizar Adaptarse</a:t>
          </a:r>
          <a:endParaRPr lang="en-US" sz="1800" kern="1200" dirty="0">
            <a:solidFill>
              <a:srgbClr val="FFFFFF"/>
            </a:solidFill>
            <a:latin typeface="Tw Cen MT" panose="020B0602020104020603"/>
            <a:ea typeface="+mn-ea"/>
            <a:cs typeface="+mn-cs"/>
          </a:endParaRPr>
        </a:p>
      </dsp:txBody>
      <dsp:txXfrm>
        <a:off x="4201961" y="999019"/>
        <a:ext cx="1041385" cy="964100"/>
      </dsp:txXfrm>
    </dsp:sp>
    <dsp:sp modelId="{0DC128EB-8B30-4317-9572-ECCD33F492CF}">
      <dsp:nvSpPr>
        <dsp:cNvPr id="0" name=""/>
        <dsp:cNvSpPr/>
      </dsp:nvSpPr>
      <dsp:spPr>
        <a:xfrm>
          <a:off x="8541803" y="212958"/>
          <a:ext cx="3223266" cy="2536222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11430" rIns="22860" bIns="11430" numCol="1" spcCol="1270" anchor="ctr" anchorCtr="0">
          <a:noAutofit/>
        </a:bodyPr>
        <a:lstStyle/>
        <a:p>
          <a:pPr marL="171450" lvl="1" indent="-171450" algn="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800" kern="12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Solución parcial para todos</a:t>
          </a:r>
          <a:endParaRPr lang="en-US" sz="1800" kern="12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  <a:p>
          <a:pPr marL="171450" lvl="1" indent="-171450" algn="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800" kern="12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Perder – perder</a:t>
          </a:r>
          <a:endParaRPr lang="en-US" sz="1800" kern="12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sp:txBody>
      <dsp:txXfrm>
        <a:off x="9347620" y="593391"/>
        <a:ext cx="1571343" cy="1775356"/>
      </dsp:txXfrm>
    </dsp:sp>
    <dsp:sp modelId="{E6011EA5-E883-4ADA-9C2A-CBA9FCF0E21E}">
      <dsp:nvSpPr>
        <dsp:cNvPr id="0" name=""/>
        <dsp:cNvSpPr/>
      </dsp:nvSpPr>
      <dsp:spPr>
        <a:xfrm>
          <a:off x="7966346" y="799347"/>
          <a:ext cx="1472741" cy="1363444"/>
        </a:xfrm>
        <a:prstGeom prst="ellipse">
          <a:avLst/>
        </a:prstGeom>
        <a:solidFill>
          <a:srgbClr val="002060"/>
        </a:solidFill>
        <a:ln w="1587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kern="1200" dirty="0">
              <a:solidFill>
                <a:srgbClr val="FFFFFF"/>
              </a:solidFill>
              <a:latin typeface="Tw Cen MT" panose="020B0602020104020603"/>
              <a:ea typeface="+mn-ea"/>
              <a:cs typeface="+mn-cs"/>
            </a:rPr>
            <a:t>Compromiso Conciliar</a:t>
          </a:r>
          <a:endParaRPr lang="en-US" sz="1600" kern="1200" dirty="0">
            <a:solidFill>
              <a:srgbClr val="FFFFFF"/>
            </a:solidFill>
            <a:latin typeface="Tw Cen MT" panose="020B0602020104020603"/>
            <a:ea typeface="+mn-ea"/>
            <a:cs typeface="+mn-cs"/>
          </a:endParaRPr>
        </a:p>
      </dsp:txBody>
      <dsp:txXfrm>
        <a:off x="8182024" y="999019"/>
        <a:ext cx="1041385" cy="9641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60D16B5-EE81-4579-8A06-739C6396C394}">
      <dsp:nvSpPr>
        <dsp:cNvPr id="0" name=""/>
        <dsp:cNvSpPr/>
      </dsp:nvSpPr>
      <dsp:spPr>
        <a:xfrm>
          <a:off x="2168492" y="0"/>
          <a:ext cx="3200253" cy="2518115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11430" rIns="22860" bIns="11430" numCol="1" spcCol="1270" anchor="ctr" anchorCtr="0">
          <a:noAutofit/>
        </a:bodyPr>
        <a:lstStyle/>
        <a:p>
          <a:pPr marL="171450" lvl="1" indent="-171450" algn="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800" kern="12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Imposición</a:t>
          </a:r>
          <a:endParaRPr lang="en-US" sz="1800" kern="12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  <a:p>
          <a:pPr marL="171450" lvl="1" indent="-171450" algn="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800" kern="12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Ganar – perder</a:t>
          </a:r>
          <a:endParaRPr lang="en-US" sz="1800" kern="12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sp:txBody>
      <dsp:txXfrm>
        <a:off x="2968556" y="377717"/>
        <a:ext cx="1560124" cy="1762681"/>
      </dsp:txXfrm>
    </dsp:sp>
    <dsp:sp modelId="{32270FE6-816A-4AB5-AE6D-DFD9765F651D}">
      <dsp:nvSpPr>
        <dsp:cNvPr id="0" name=""/>
        <dsp:cNvSpPr/>
      </dsp:nvSpPr>
      <dsp:spPr>
        <a:xfrm>
          <a:off x="1541344" y="471986"/>
          <a:ext cx="1573825" cy="1574142"/>
        </a:xfrm>
        <a:prstGeom prst="ellipse">
          <a:avLst/>
        </a:prstGeom>
        <a:solidFill>
          <a:srgbClr val="002060"/>
        </a:solidFill>
        <a:ln w="1587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>
              <a:solidFill>
                <a:srgbClr val="FFFFFF"/>
              </a:solidFill>
              <a:latin typeface="Tw Cen MT" panose="020B0602020104020603"/>
              <a:ea typeface="+mn-ea"/>
              <a:cs typeface="+mn-cs"/>
            </a:rPr>
            <a:t>Forzar Dirigir</a:t>
          </a:r>
          <a:endParaRPr lang="en-US" sz="1800" kern="1200" dirty="0">
            <a:solidFill>
              <a:srgbClr val="FFFFFF"/>
            </a:solidFill>
            <a:latin typeface="Tw Cen MT" panose="020B0602020104020603"/>
            <a:ea typeface="+mn-ea"/>
            <a:cs typeface="+mn-cs"/>
          </a:endParaRPr>
        </a:p>
      </dsp:txBody>
      <dsp:txXfrm>
        <a:off x="1771825" y="702514"/>
        <a:ext cx="1112863" cy="1113086"/>
      </dsp:txXfrm>
    </dsp:sp>
    <dsp:sp modelId="{102F9BAD-5D9F-44AA-8967-6814A5ECFE93}">
      <dsp:nvSpPr>
        <dsp:cNvPr id="0" name=""/>
        <dsp:cNvSpPr/>
      </dsp:nvSpPr>
      <dsp:spPr>
        <a:xfrm>
          <a:off x="6248373" y="0"/>
          <a:ext cx="3200253" cy="2518115"/>
        </a:xfrm>
        <a:prstGeom prst="rightArrow">
          <a:avLst>
            <a:gd name="adj1" fmla="val 70000"/>
            <a:gd name="adj2" fmla="val 50000"/>
          </a:avLst>
        </a:prstGeom>
        <a:solidFill>
          <a:srgbClr val="C89F5D">
            <a:lumMod val="60000"/>
            <a:lumOff val="40000"/>
            <a:alpha val="90000"/>
          </a:srgbClr>
        </a:solidFill>
        <a:ln w="15875" cap="flat" cmpd="sng" algn="ctr">
          <a:solidFill>
            <a:srgbClr val="A9A57C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11430" rIns="22860" bIns="11430" numCol="1" spcCol="1270" anchor="ctr" anchorCtr="0">
          <a:noAutofit/>
        </a:bodyPr>
        <a:lstStyle/>
        <a:p>
          <a:pPr marL="171450" lvl="1" indent="-171450" algn="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800" kern="12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Múltiples puntos de vista</a:t>
          </a:r>
          <a:endParaRPr lang="en-US" sz="1800" kern="12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  <a:p>
          <a:pPr marL="171450" lvl="1" indent="-171450" algn="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800" kern="12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Diferentes perspectivas</a:t>
          </a:r>
          <a:endParaRPr lang="en-US" sz="1800" kern="12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  <a:p>
          <a:pPr marL="171450" lvl="1" indent="-171450" algn="r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PE" sz="1800" kern="1200" dirty="0">
              <a:solidFill>
                <a:srgbClr val="2E2B21">
                  <a:hueOff val="0"/>
                  <a:satOff val="0"/>
                  <a:lumOff val="0"/>
                  <a:alphaOff val="0"/>
                </a:srgbClr>
              </a:solidFill>
              <a:latin typeface="Tw Cen MT" panose="020B0602020104020603"/>
              <a:ea typeface="+mn-ea"/>
              <a:cs typeface="+mn-cs"/>
            </a:rPr>
            <a:t>Ganar - ganar</a:t>
          </a:r>
          <a:endParaRPr lang="en-US" sz="1800" kern="1200" dirty="0">
            <a:solidFill>
              <a:srgbClr val="2E2B21">
                <a:hueOff val="0"/>
                <a:satOff val="0"/>
                <a:lumOff val="0"/>
                <a:alphaOff val="0"/>
              </a:srgbClr>
            </a:solidFill>
            <a:latin typeface="Tw Cen MT" panose="020B0602020104020603"/>
            <a:ea typeface="+mn-ea"/>
            <a:cs typeface="+mn-cs"/>
          </a:endParaRPr>
        </a:p>
      </dsp:txBody>
      <dsp:txXfrm>
        <a:off x="7048437" y="377717"/>
        <a:ext cx="1560124" cy="1762681"/>
      </dsp:txXfrm>
    </dsp:sp>
    <dsp:sp modelId="{EA7EAEB3-CAD9-4335-8135-E3F01203CDF0}">
      <dsp:nvSpPr>
        <dsp:cNvPr id="0" name=""/>
        <dsp:cNvSpPr/>
      </dsp:nvSpPr>
      <dsp:spPr>
        <a:xfrm>
          <a:off x="5621225" y="471986"/>
          <a:ext cx="1573825" cy="1574142"/>
        </a:xfrm>
        <a:prstGeom prst="ellipse">
          <a:avLst/>
        </a:prstGeom>
        <a:solidFill>
          <a:srgbClr val="002060"/>
        </a:solidFill>
        <a:ln w="15875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dirty="0">
              <a:solidFill>
                <a:srgbClr val="FFFFFF"/>
              </a:solidFill>
              <a:latin typeface="Tw Cen MT" panose="020B0602020104020603"/>
              <a:ea typeface="+mn-ea"/>
              <a:cs typeface="+mn-cs"/>
            </a:rPr>
            <a:t>Colaborar Resolver</a:t>
          </a:r>
          <a:endParaRPr lang="en-US" sz="1800" kern="1200" dirty="0">
            <a:solidFill>
              <a:srgbClr val="FFFFFF"/>
            </a:solidFill>
            <a:latin typeface="Tw Cen MT" panose="020B0602020104020603"/>
            <a:ea typeface="+mn-ea"/>
            <a:cs typeface="+mn-cs"/>
          </a:endParaRPr>
        </a:p>
      </dsp:txBody>
      <dsp:txXfrm>
        <a:off x="5851706" y="702514"/>
        <a:ext cx="1112863" cy="11130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6">
  <dgm:title val=""/>
  <dgm:desc val=""/>
  <dgm:catLst>
    <dgm:cat type="process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L"/>
          <dgm:param type="nodeHorzAlign" val="l"/>
        </dgm:alg>
      </dgm:if>
      <dgm:else name="Name2">
        <dgm:alg type="lin">
          <dgm:param type="linDir" val="from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refFor="ch" refForName="compNode" fact="0.7"/>
      <dgm:constr type="ctrY" for="ch" forName="compNode" refType="h" fact="0.5"/>
      <dgm:constr type="w" for="ch" forName="aSpace" refType="w" fact="0.05"/>
      <dgm:constr type="primFontSz" for="des" forName="childTextHidden" op="equ" val="65"/>
      <dgm:constr type="primFontSz" for="des" forName="parentText" op="equ"/>
    </dgm:constrLst>
    <dgm:ruleLst/>
    <dgm:forEach name="aNodeForEach" axis="ch" ptType="node">
      <dgm:layoutNode name="compNode">
        <dgm:alg type="composite">
          <dgm:param type="ar" val="1.43"/>
        </dgm:alg>
        <dgm:shape xmlns:r="http://schemas.openxmlformats.org/officeDocument/2006/relationships" r:blip="">
          <dgm:adjLst/>
        </dgm:shape>
        <dgm:presOf/>
        <dgm:choose name="Name3">
          <dgm:if name="Name4" func="var" arg="dir" op="equ" val="norm">
            <dgm:constrLst>
              <dgm:constr type="w" for="ch" forName="childTextVisible" refType="w" fact="0.8"/>
              <dgm:constr type="h" for="ch" forName="childTextVisible" refType="h"/>
              <dgm:constr type="r" for="ch" forName="childTextVisible" refType="w"/>
              <dgm:constr type="w" for="ch" forName="childTextHidden" refType="w" fact="0.6"/>
              <dgm:constr type="h" for="ch" forName="childTextHidden" refType="h"/>
              <dgm:constr type="r" for="ch" forName="childTextHidden" refType="w"/>
              <dgm:constr type="l" for="ch" forName="parentText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if>
          <dgm:else name="Name5">
            <dgm:constrLst>
              <dgm:constr type="w" for="ch" forName="childTextVisible" refType="w" fact="0.8"/>
              <dgm:constr type="h" for="ch" forName="childTextVisible" refType="h"/>
              <dgm:constr type="l" for="ch" forName="childTextVisible"/>
              <dgm:constr type="w" for="ch" forName="childTextHidden" refType="w" fact="0.6"/>
              <dgm:constr type="h" for="ch" forName="childTextHidden" refType="h"/>
              <dgm:constr type="l" for="ch" forName="childTextHidden"/>
              <dgm:constr type="r" for="ch" forName="parentText" refType="w"/>
              <dgm:constr type="w" for="ch" forName="parentText" refType="w" fact="0.4"/>
              <dgm:constr type="h" for="ch" forName="parentText" refType="w" refFor="ch" refForName="parentText" op="equ"/>
              <dgm:constr type="ctrY" for="ch" forName="parentText" refType="h" fact="0.5"/>
            </dgm:constrLst>
          </dgm:else>
        </dgm:choose>
        <dgm:ruleLst/>
        <dgm:layoutNode name="noGeometry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childTextVisible" styleLbl="bgAccFollowNode1">
          <dgm:varLst>
            <dgm:bulletEnabled val="1"/>
          </dgm:varLst>
          <dgm:alg type="sp"/>
          <dgm:choose name="Name6">
            <dgm:if name="Name7" func="var" arg="dir" op="equ" val="norm">
              <dgm:shape xmlns:r="http://schemas.openxmlformats.org/officeDocument/2006/relationships" type="rightArrow" r:blip="">
                <dgm:adjLst>
                  <dgm:adj idx="1" val="0.7"/>
                  <dgm:adj idx="2" val="0.5"/>
                </dgm:adjLst>
              </dgm:shape>
            </dgm:if>
            <dgm:else name="Name8">
              <dgm:shape xmlns:r="http://schemas.openxmlformats.org/officeDocument/2006/relationships" type="leftArrow" r:blip="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/>
          <dgm:ruleLst/>
        </dgm:layoutNode>
        <dgm:layoutNode name="childTextHidden" styleLbl="bgAccFollowNode1">
          <dgm:choose name="Name9">
            <dgm:if name="Name10" axis="des followSib" ptType="node node" st="1 1" cnt="1 0" func="cnt" op="gte" val="1">
              <dgm:alg type="tx">
                <dgm:param type="stBulletLvl" val="1"/>
                <dgm:param type="txAnchorVertCh" val="mid"/>
              </dgm:alg>
            </dgm:if>
            <dgm:else name="Name11">
              <dgm:alg type="tx">
                <dgm:param type="stBulletLvl" val="2"/>
                <dgm:param type="txAnchorVertCh" val="mid"/>
              </dgm:alg>
            </dgm:else>
          </dgm:choose>
          <dgm:choose name="Name12">
            <dgm:if name="Name13" func="var" arg="dir" op="equ" val="norm">
              <dgm:shape xmlns:r="http://schemas.openxmlformats.org/officeDocument/2006/relationships" type="rightArrow" r:blip="" hideGeom="1">
                <dgm:adjLst>
                  <dgm:adj idx="1" val="0.7"/>
                  <dgm:adj idx="2" val="0.5"/>
                </dgm:adjLst>
              </dgm:shape>
            </dgm:if>
            <dgm:else name="Name14">
              <dgm:shape xmlns:r="http://schemas.openxmlformats.org/officeDocument/2006/relationships" type="leftArrow" r:blip="" hideGeom="1">
                <dgm:adjLst>
                  <dgm:adj idx="1" val="0.7"/>
                  <dgm:adj idx="2" val="0.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rMarg" refType="primFontSz" fact="0.1"/>
            <dgm:constr type="lMarg" refType="primFontSz" fact="0.2"/>
          </dgm:constrLst>
          <dgm:ruleLst>
            <dgm:rule type="primFontSz" val="5" fact="NaN" max="NaN"/>
          </dgm:ruleLst>
        </dgm:layoutNode>
        <dgm:layoutNode name="parentText" styleLbl="node1">
          <dgm:varLst>
            <dgm:chMax val="1"/>
            <dgm:bulletEnabled val="1"/>
          </dgm:varLst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primFontSz" val="65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choose name="Name15">
        <dgm:if name="Name16" axis="self" ptType="node" func="revPos" op="gte" val="2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CCFEB-18AA-4EE0-896B-70E1BBA070B1}" type="datetimeFigureOut">
              <a:rPr lang="es-PE" smtClean="0"/>
              <a:t>7/11/2023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FAC0A-98B9-47C6-A828-BA2356E45C0B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88301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07/11/2023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815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07/11/2023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45228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07/11/2023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3730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07/11/2023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4624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07/11/2023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62326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07/11/2023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9915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07/11/2023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2406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07/11/2023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980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07/11/2023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691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07/11/2023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9273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31CB2-8F63-4ACB-AA28-38CB9C3B0788}" type="datetimeFigureOut">
              <a:rPr lang="es-ES" smtClean="0"/>
              <a:t>07/11/2023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107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782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31CB2-8F63-4ACB-AA28-38CB9C3B0788}" type="datetimeFigureOut">
              <a:rPr lang="es-ES" smtClean="0"/>
              <a:t>07/11/2023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79FA8-4D08-4E50-BBA2-D88CCB2634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8081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inelinc/" TargetMode="External"/><Relationship Id="rId2" Type="http://schemas.openxmlformats.org/officeDocument/2006/relationships/hyperlink" Target="https://www.linkedin.com/company/inelinc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5802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469177" y="541700"/>
            <a:ext cx="3811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CURSO DE FORMACIÓN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889950" y="2754228"/>
            <a:ext cx="10993549" cy="14750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b="1" dirty="0">
                <a:solidFill>
                  <a:schemeClr val="bg1"/>
                </a:solidFill>
              </a:rPr>
              <a:t>GESTIÓN DE PROYECTOS ELECTROMECÁNICOS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Subtítulo 2"/>
          <p:cNvSpPr txBox="1">
            <a:spLocks/>
          </p:cNvSpPr>
          <p:nvPr/>
        </p:nvSpPr>
        <p:spPr>
          <a:xfrm>
            <a:off x="783075" y="3754230"/>
            <a:ext cx="10993546" cy="5903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Según 7ma edición PMBOK® - PROJECT MANAGEMENT INSTITUTE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8205311" y="4943265"/>
            <a:ext cx="317715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000" b="1" dirty="0">
                <a:solidFill>
                  <a:schemeClr val="bg1"/>
                </a:solidFill>
                <a:latin typeface="Arial Narrow" panose="020B0606020202030204" pitchFamily="34" charset="0"/>
              </a:rPr>
              <a:t>MAYOR ENFOQUE A </a:t>
            </a:r>
            <a:r>
              <a:rPr lang="es-ES" sz="2800" b="1" dirty="0">
                <a:solidFill>
                  <a:schemeClr val="bg1"/>
                </a:solidFill>
                <a:latin typeface="Arial Narrow" panose="020B0606020202030204" pitchFamily="34" charset="0"/>
              </a:rPr>
              <a:t>RESULTADOS</a:t>
            </a:r>
            <a:r>
              <a:rPr lang="es-ES" sz="2000" b="1" dirty="0">
                <a:solidFill>
                  <a:schemeClr val="bg1"/>
                </a:solidFill>
                <a:latin typeface="Arial Narrow" panose="020B0606020202030204" pitchFamily="34" charset="0"/>
              </a:rPr>
              <a:t>… QUE A ENTREGABLES</a:t>
            </a:r>
            <a:endParaRPr lang="en-US" sz="2000" b="1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619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64FB8828-6999-4A9C-6074-68E59EA64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72" y="2757273"/>
            <a:ext cx="10407677" cy="1652802"/>
          </a:xfrm>
        </p:spPr>
        <p:txBody>
          <a:bodyPr>
            <a:normAutofit/>
          </a:bodyPr>
          <a:lstStyle/>
          <a:p>
            <a:r>
              <a:rPr lang="es-ES" b="1" dirty="0">
                <a:solidFill>
                  <a:srgbClr val="00F3B5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SESIÓN 12</a:t>
            </a:r>
            <a:br>
              <a:rPr lang="es-ES" b="1" dirty="0">
                <a:solidFill>
                  <a:srgbClr val="00F3B5"/>
                </a:solidFill>
                <a:latin typeface="Prompt" panose="00000800000000000000" pitchFamily="2" charset="-34"/>
                <a:cs typeface="Prompt" panose="00000800000000000000" pitchFamily="2" charset="-34"/>
              </a:rPr>
            </a:br>
            <a:r>
              <a:rPr lang="es-ES" sz="3600" b="1" dirty="0">
                <a:solidFill>
                  <a:srgbClr val="00F3B5"/>
                </a:solidFill>
                <a:latin typeface="Prompt" panose="00000800000000000000" pitchFamily="2" charset="-34"/>
                <a:cs typeface="Prompt" panose="00000800000000000000" pitchFamily="2" charset="-34"/>
              </a:rPr>
              <a:t>GESTIÓN DE LAS COMUNICACIONES</a:t>
            </a:r>
          </a:p>
        </p:txBody>
      </p:sp>
    </p:spTree>
    <p:extLst>
      <p:ext uri="{BB962C8B-B14F-4D97-AF65-F5344CB8AC3E}">
        <p14:creationId xmlns:p14="http://schemas.microsoft.com/office/powerpoint/2010/main" val="1071336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hlinkClick r:id="rId2"/>
            <a:extLst>
              <a:ext uri="{FF2B5EF4-FFF2-40B4-BE49-F238E27FC236}">
                <a16:creationId xmlns:a16="http://schemas.microsoft.com/office/drawing/2014/main" id="{7B96E061-6B28-4B27-A40C-4AC919FA18F4}"/>
              </a:ext>
            </a:extLst>
          </p:cNvPr>
          <p:cNvSpPr/>
          <p:nvPr/>
        </p:nvSpPr>
        <p:spPr>
          <a:xfrm>
            <a:off x="576775" y="6296024"/>
            <a:ext cx="295422" cy="2547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ángulo 6">
            <a:hlinkClick r:id="rId3"/>
            <a:extLst>
              <a:ext uri="{FF2B5EF4-FFF2-40B4-BE49-F238E27FC236}">
                <a16:creationId xmlns:a16="http://schemas.microsoft.com/office/drawing/2014/main" id="{46BABD7D-8BAF-4EA4-A549-45A745C7D66C}"/>
              </a:ext>
            </a:extLst>
          </p:cNvPr>
          <p:cNvSpPr/>
          <p:nvPr/>
        </p:nvSpPr>
        <p:spPr>
          <a:xfrm>
            <a:off x="926306" y="6296025"/>
            <a:ext cx="271463" cy="2876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80DC3D3-042A-4FBC-84AB-5E5F72824E1E}"/>
              </a:ext>
            </a:extLst>
          </p:cNvPr>
          <p:cNvSpPr txBox="1"/>
          <p:nvPr/>
        </p:nvSpPr>
        <p:spPr>
          <a:xfrm>
            <a:off x="480300" y="734293"/>
            <a:ext cx="73353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4000" dirty="0">
                <a:latin typeface="Futura-Bold" pitchFamily="2" charset="0"/>
              </a:rPr>
              <a:t>Agenda</a:t>
            </a:r>
          </a:p>
        </p:txBody>
      </p:sp>
      <p:sp>
        <p:nvSpPr>
          <p:cNvPr id="31" name="Rectangle 1">
            <a:extLst>
              <a:ext uri="{FF2B5EF4-FFF2-40B4-BE49-F238E27FC236}">
                <a16:creationId xmlns:a16="http://schemas.microsoft.com/office/drawing/2014/main" id="{5AB2D3A9-6F4D-344C-9378-75484DCB9681}"/>
              </a:ext>
            </a:extLst>
          </p:cNvPr>
          <p:cNvSpPr/>
          <p:nvPr/>
        </p:nvSpPr>
        <p:spPr>
          <a:xfrm>
            <a:off x="2808838" y="1939334"/>
            <a:ext cx="891540" cy="8915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2" name="Rectangle 2">
            <a:extLst>
              <a:ext uri="{FF2B5EF4-FFF2-40B4-BE49-F238E27FC236}">
                <a16:creationId xmlns:a16="http://schemas.microsoft.com/office/drawing/2014/main" id="{0B9D3BC8-4C2E-D642-88E4-84578137B50B}"/>
              </a:ext>
            </a:extLst>
          </p:cNvPr>
          <p:cNvSpPr/>
          <p:nvPr/>
        </p:nvSpPr>
        <p:spPr>
          <a:xfrm>
            <a:off x="2808838" y="3013754"/>
            <a:ext cx="891540" cy="8915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36" name="TextBox 6">
            <a:extLst>
              <a:ext uri="{FF2B5EF4-FFF2-40B4-BE49-F238E27FC236}">
                <a16:creationId xmlns:a16="http://schemas.microsoft.com/office/drawing/2014/main" id="{86E61A51-4080-D747-BEEC-36EB62F657E7}"/>
              </a:ext>
            </a:extLst>
          </p:cNvPr>
          <p:cNvSpPr txBox="1"/>
          <p:nvPr/>
        </p:nvSpPr>
        <p:spPr>
          <a:xfrm>
            <a:off x="2949877" y="1919369"/>
            <a:ext cx="609461" cy="97719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75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1</a:t>
            </a:r>
          </a:p>
        </p:txBody>
      </p:sp>
      <p:sp>
        <p:nvSpPr>
          <p:cNvPr id="37" name="TextBox 7">
            <a:extLst>
              <a:ext uri="{FF2B5EF4-FFF2-40B4-BE49-F238E27FC236}">
                <a16:creationId xmlns:a16="http://schemas.microsoft.com/office/drawing/2014/main" id="{B5E35E49-1469-C74E-9808-7442A8C2701B}"/>
              </a:ext>
            </a:extLst>
          </p:cNvPr>
          <p:cNvSpPr txBox="1"/>
          <p:nvPr/>
        </p:nvSpPr>
        <p:spPr>
          <a:xfrm>
            <a:off x="2949877" y="2993789"/>
            <a:ext cx="609461" cy="97719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75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2</a:t>
            </a:r>
          </a:p>
        </p:txBody>
      </p:sp>
      <p:sp>
        <p:nvSpPr>
          <p:cNvPr id="41" name="Rectangle 13">
            <a:extLst>
              <a:ext uri="{FF2B5EF4-FFF2-40B4-BE49-F238E27FC236}">
                <a16:creationId xmlns:a16="http://schemas.microsoft.com/office/drawing/2014/main" id="{F1DA5C09-0AA0-3A46-98D0-C4584C233D3D}"/>
              </a:ext>
            </a:extLst>
          </p:cNvPr>
          <p:cNvSpPr/>
          <p:nvPr/>
        </p:nvSpPr>
        <p:spPr>
          <a:xfrm>
            <a:off x="3703984" y="1939334"/>
            <a:ext cx="6351474" cy="89154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2">
                  <a:lumMod val="20000"/>
                  <a:lumOff val="80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42" name="Rectangle 14">
            <a:extLst>
              <a:ext uri="{FF2B5EF4-FFF2-40B4-BE49-F238E27FC236}">
                <a16:creationId xmlns:a16="http://schemas.microsoft.com/office/drawing/2014/main" id="{9EC1C1FF-95F0-C749-8196-8724C6BAE2D6}"/>
              </a:ext>
            </a:extLst>
          </p:cNvPr>
          <p:cNvSpPr/>
          <p:nvPr/>
        </p:nvSpPr>
        <p:spPr>
          <a:xfrm>
            <a:off x="3703984" y="3013754"/>
            <a:ext cx="6351474" cy="89154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2">
                  <a:lumMod val="20000"/>
                  <a:lumOff val="80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46" name="TextBox 18">
            <a:extLst>
              <a:ext uri="{FF2B5EF4-FFF2-40B4-BE49-F238E27FC236}">
                <a16:creationId xmlns:a16="http://schemas.microsoft.com/office/drawing/2014/main" id="{43A67BBC-AC66-0343-BD39-82BB808757E4}"/>
              </a:ext>
            </a:extLst>
          </p:cNvPr>
          <p:cNvSpPr txBox="1"/>
          <p:nvPr/>
        </p:nvSpPr>
        <p:spPr>
          <a:xfrm>
            <a:off x="4038338" y="2219318"/>
            <a:ext cx="586766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PLANIFICAR LA GESTIÓN DE LAS COMUNICACIONES</a:t>
            </a:r>
            <a:endParaRPr lang="en-US" sz="16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7" name="TextBox 20">
            <a:extLst>
              <a:ext uri="{FF2B5EF4-FFF2-40B4-BE49-F238E27FC236}">
                <a16:creationId xmlns:a16="http://schemas.microsoft.com/office/drawing/2014/main" id="{DDCD1AEF-006A-5D49-8BFB-CCAA6EEED0CA}"/>
              </a:ext>
            </a:extLst>
          </p:cNvPr>
          <p:cNvSpPr txBox="1"/>
          <p:nvPr/>
        </p:nvSpPr>
        <p:spPr>
          <a:xfrm>
            <a:off x="4038338" y="3313742"/>
            <a:ext cx="580098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GESTIONAR LAS COMUNICACIONES</a:t>
            </a:r>
            <a:endParaRPr lang="en-US" sz="16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83BBA82C-3621-DBA9-EC3D-56BCFDA2E7AF}"/>
              </a:ext>
            </a:extLst>
          </p:cNvPr>
          <p:cNvSpPr/>
          <p:nvPr/>
        </p:nvSpPr>
        <p:spPr>
          <a:xfrm>
            <a:off x="2801626" y="4033801"/>
            <a:ext cx="891540" cy="8915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421702B8-E2B9-2AF2-8E91-CD08D011BEE2}"/>
              </a:ext>
            </a:extLst>
          </p:cNvPr>
          <p:cNvSpPr txBox="1"/>
          <p:nvPr/>
        </p:nvSpPr>
        <p:spPr>
          <a:xfrm>
            <a:off x="2932245" y="4013836"/>
            <a:ext cx="630302" cy="97719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575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3</a:t>
            </a: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FA3F8A3E-D589-B469-DBBA-D0E4E2653347}"/>
              </a:ext>
            </a:extLst>
          </p:cNvPr>
          <p:cNvSpPr/>
          <p:nvPr/>
        </p:nvSpPr>
        <p:spPr>
          <a:xfrm>
            <a:off x="3696772" y="4033801"/>
            <a:ext cx="6351474" cy="891540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solidFill>
                <a:schemeClr val="bg2">
                  <a:lumMod val="20000"/>
                  <a:lumOff val="80000"/>
                </a:schemeClr>
              </a:solidFill>
              <a:latin typeface="Lato Light" panose="020F0502020204030203" pitchFamily="34" charset="0"/>
            </a:endParaRP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41FA06FF-82F1-CF3D-1D5C-2E4C3DA24BEB}"/>
              </a:ext>
            </a:extLst>
          </p:cNvPr>
          <p:cNvSpPr txBox="1"/>
          <p:nvPr/>
        </p:nvSpPr>
        <p:spPr>
          <a:xfrm>
            <a:off x="4031126" y="4333789"/>
            <a:ext cx="580098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MONITOREAR LAS COMUNICACIONES</a:t>
            </a:r>
            <a:endParaRPr lang="en-US" sz="1600" b="1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43982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6" grpId="0"/>
      <p:bldP spid="37" grpId="0"/>
      <p:bldP spid="41" grpId="0" animBg="1"/>
      <p:bldP spid="42" grpId="0" animBg="1"/>
      <p:bldP spid="46" grpId="0"/>
      <p:bldP spid="47" grpId="0"/>
      <p:bldP spid="15" grpId="0" animBg="1"/>
      <p:bldP spid="16" grpId="0"/>
      <p:bldP spid="17" grpId="0" animBg="1"/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0">
            <a:extLst>
              <a:ext uri="{FF2B5EF4-FFF2-40B4-BE49-F238E27FC236}">
                <a16:creationId xmlns:a16="http://schemas.microsoft.com/office/drawing/2014/main" id="{ECD0F126-95FB-A549-AAFF-98E4D7EF1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3052" y="5964043"/>
            <a:ext cx="5525893" cy="13733"/>
          </a:xfrm>
          <a:custGeom>
            <a:avLst/>
            <a:gdLst>
              <a:gd name="T0" fmla="*/ 0 w 8874"/>
              <a:gd name="T1" fmla="*/ 6888 h 23"/>
              <a:gd name="T2" fmla="*/ 724233 w 8874"/>
              <a:gd name="T3" fmla="*/ 3131 h 23"/>
              <a:gd name="T4" fmla="*/ 1449119 w 8874"/>
              <a:gd name="T5" fmla="*/ 1252 h 23"/>
              <a:gd name="T6" fmla="*/ 2897584 w 8874"/>
              <a:gd name="T7" fmla="*/ 0 h 23"/>
              <a:gd name="T8" fmla="*/ 4345396 w 8874"/>
              <a:gd name="T9" fmla="*/ 1252 h 23"/>
              <a:gd name="T10" fmla="*/ 5070282 w 8874"/>
              <a:gd name="T11" fmla="*/ 3131 h 23"/>
              <a:gd name="T12" fmla="*/ 5794515 w 8874"/>
              <a:gd name="T13" fmla="*/ 6888 h 23"/>
              <a:gd name="T14" fmla="*/ 5070282 w 8874"/>
              <a:gd name="T15" fmla="*/ 10019 h 23"/>
              <a:gd name="T16" fmla="*/ 4345396 w 8874"/>
              <a:gd name="T17" fmla="*/ 11897 h 23"/>
              <a:gd name="T18" fmla="*/ 2897584 w 8874"/>
              <a:gd name="T19" fmla="*/ 13776 h 23"/>
              <a:gd name="T20" fmla="*/ 1449119 w 8874"/>
              <a:gd name="T21" fmla="*/ 11897 h 23"/>
              <a:gd name="T22" fmla="*/ 724233 w 8874"/>
              <a:gd name="T23" fmla="*/ 10019 h 23"/>
              <a:gd name="T24" fmla="*/ 0 w 8874"/>
              <a:gd name="T25" fmla="*/ 6888 h 23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8874" h="23">
                <a:moveTo>
                  <a:pt x="0" y="11"/>
                </a:moveTo>
                <a:lnTo>
                  <a:pt x="1109" y="5"/>
                </a:lnTo>
                <a:lnTo>
                  <a:pt x="2219" y="2"/>
                </a:lnTo>
                <a:lnTo>
                  <a:pt x="4437" y="0"/>
                </a:lnTo>
                <a:lnTo>
                  <a:pt x="6654" y="2"/>
                </a:lnTo>
                <a:lnTo>
                  <a:pt x="7764" y="5"/>
                </a:lnTo>
                <a:lnTo>
                  <a:pt x="8873" y="11"/>
                </a:lnTo>
                <a:lnTo>
                  <a:pt x="7764" y="16"/>
                </a:lnTo>
                <a:lnTo>
                  <a:pt x="6654" y="19"/>
                </a:lnTo>
                <a:lnTo>
                  <a:pt x="4437" y="22"/>
                </a:lnTo>
                <a:lnTo>
                  <a:pt x="2219" y="19"/>
                </a:lnTo>
                <a:lnTo>
                  <a:pt x="1109" y="16"/>
                </a:lnTo>
                <a:lnTo>
                  <a:pt x="0" y="11"/>
                </a:lnTo>
              </a:path>
            </a:pathLst>
          </a:cu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4" name="Freeform 18">
            <a:extLst>
              <a:ext uri="{FF2B5EF4-FFF2-40B4-BE49-F238E27FC236}">
                <a16:creationId xmlns:a16="http://schemas.microsoft.com/office/drawing/2014/main" id="{ACC8BCD1-EA06-A045-8E64-B09D582EC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1990" y="4766558"/>
            <a:ext cx="504727" cy="1199613"/>
          </a:xfrm>
          <a:custGeom>
            <a:avLst/>
            <a:gdLst>
              <a:gd name="connsiteX0" fmla="*/ 0 w 1009453"/>
              <a:gd name="connsiteY0" fmla="*/ 2263136 h 2399226"/>
              <a:gd name="connsiteX1" fmla="*/ 1009453 w 1009453"/>
              <a:gd name="connsiteY1" fmla="*/ 2263136 h 2399226"/>
              <a:gd name="connsiteX2" fmla="*/ 1009453 w 1009453"/>
              <a:gd name="connsiteY2" fmla="*/ 2399226 h 2399226"/>
              <a:gd name="connsiteX3" fmla="*/ 0 w 1009453"/>
              <a:gd name="connsiteY3" fmla="*/ 2399226 h 2399226"/>
              <a:gd name="connsiteX4" fmla="*/ 259538 w 1009453"/>
              <a:gd name="connsiteY4" fmla="*/ 1933554 h 2399226"/>
              <a:gd name="connsiteX5" fmla="*/ 751163 w 1009453"/>
              <a:gd name="connsiteY5" fmla="*/ 1933554 h 2399226"/>
              <a:gd name="connsiteX6" fmla="*/ 875941 w 1009453"/>
              <a:gd name="connsiteY6" fmla="*/ 2051505 h 2399226"/>
              <a:gd name="connsiteX7" fmla="*/ 1009453 w 1009453"/>
              <a:gd name="connsiteY7" fmla="*/ 2113584 h 2399226"/>
              <a:gd name="connsiteX8" fmla="*/ 0 w 1009453"/>
              <a:gd name="connsiteY8" fmla="*/ 2113584 h 2399226"/>
              <a:gd name="connsiteX9" fmla="*/ 134760 w 1009453"/>
              <a:gd name="connsiteY9" fmla="*/ 2051505 h 2399226"/>
              <a:gd name="connsiteX10" fmla="*/ 259538 w 1009453"/>
              <a:gd name="connsiteY10" fmla="*/ 1933554 h 2399226"/>
              <a:gd name="connsiteX11" fmla="*/ 317357 w 1009453"/>
              <a:gd name="connsiteY11" fmla="*/ 1170020 h 2399226"/>
              <a:gd name="connsiteX12" fmla="*/ 690845 w 1009453"/>
              <a:gd name="connsiteY12" fmla="*/ 1170020 h 2399226"/>
              <a:gd name="connsiteX13" fmla="*/ 683350 w 1009453"/>
              <a:gd name="connsiteY13" fmla="*/ 1536439 h 2399226"/>
              <a:gd name="connsiteX14" fmla="*/ 698340 w 1009453"/>
              <a:gd name="connsiteY14" fmla="*/ 1682259 h 2399226"/>
              <a:gd name="connsiteX15" fmla="*/ 718326 w 1009453"/>
              <a:gd name="connsiteY15" fmla="*/ 1762024 h 2399226"/>
              <a:gd name="connsiteX16" fmla="*/ 291125 w 1009453"/>
              <a:gd name="connsiteY16" fmla="*/ 1762024 h 2399226"/>
              <a:gd name="connsiteX17" fmla="*/ 309862 w 1009453"/>
              <a:gd name="connsiteY17" fmla="*/ 1682259 h 2399226"/>
              <a:gd name="connsiteX18" fmla="*/ 324851 w 1009453"/>
              <a:gd name="connsiteY18" fmla="*/ 1536439 h 2399226"/>
              <a:gd name="connsiteX19" fmla="*/ 340562 w 1009453"/>
              <a:gd name="connsiteY19" fmla="*/ 527335 h 2399226"/>
              <a:gd name="connsiteX20" fmla="*/ 663398 w 1009453"/>
              <a:gd name="connsiteY20" fmla="*/ 527335 h 2399226"/>
              <a:gd name="connsiteX21" fmla="*/ 663398 w 1009453"/>
              <a:gd name="connsiteY21" fmla="*/ 960037 h 2399226"/>
              <a:gd name="connsiteX22" fmla="*/ 340562 w 1009453"/>
              <a:gd name="connsiteY22" fmla="*/ 960037 h 2399226"/>
              <a:gd name="connsiteX23" fmla="*/ 507472 w 1009453"/>
              <a:gd name="connsiteY23" fmla="*/ 0 h 2399226"/>
              <a:gd name="connsiteX24" fmla="*/ 729309 w 1009453"/>
              <a:gd name="connsiteY24" fmla="*/ 177903 h 2399226"/>
              <a:gd name="connsiteX25" fmla="*/ 507472 w 1009453"/>
              <a:gd name="connsiteY25" fmla="*/ 355807 h 2399226"/>
              <a:gd name="connsiteX26" fmla="*/ 285635 w 1009453"/>
              <a:gd name="connsiteY26" fmla="*/ 177903 h 2399226"/>
              <a:gd name="connsiteX27" fmla="*/ 507472 w 1009453"/>
              <a:gd name="connsiteY27" fmla="*/ 0 h 2399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009453" h="2399226">
                <a:moveTo>
                  <a:pt x="0" y="2263136"/>
                </a:moveTo>
                <a:lnTo>
                  <a:pt x="1009453" y="2263136"/>
                </a:lnTo>
                <a:lnTo>
                  <a:pt x="1009453" y="2399226"/>
                </a:lnTo>
                <a:lnTo>
                  <a:pt x="0" y="2399226"/>
                </a:lnTo>
                <a:close/>
                <a:moveTo>
                  <a:pt x="259538" y="1933554"/>
                </a:moveTo>
                <a:lnTo>
                  <a:pt x="751163" y="1933554"/>
                </a:lnTo>
                <a:cubicBezTo>
                  <a:pt x="778614" y="1985701"/>
                  <a:pt x="822286" y="2026673"/>
                  <a:pt x="875941" y="2051505"/>
                </a:cubicBezTo>
                <a:lnTo>
                  <a:pt x="1009453" y="2113584"/>
                </a:lnTo>
                <a:lnTo>
                  <a:pt x="0" y="2113584"/>
                </a:lnTo>
                <a:lnTo>
                  <a:pt x="134760" y="2051505"/>
                </a:lnTo>
                <a:cubicBezTo>
                  <a:pt x="188415" y="2026673"/>
                  <a:pt x="232087" y="1985701"/>
                  <a:pt x="259538" y="1933554"/>
                </a:cubicBezTo>
                <a:close/>
                <a:moveTo>
                  <a:pt x="317357" y="1170020"/>
                </a:moveTo>
                <a:lnTo>
                  <a:pt x="690845" y="1170020"/>
                </a:lnTo>
                <a:lnTo>
                  <a:pt x="683350" y="1536439"/>
                </a:lnTo>
                <a:cubicBezTo>
                  <a:pt x="682101" y="1585046"/>
                  <a:pt x="687098" y="1633652"/>
                  <a:pt x="698340" y="1682259"/>
                </a:cubicBezTo>
                <a:lnTo>
                  <a:pt x="718326" y="1762024"/>
                </a:lnTo>
                <a:lnTo>
                  <a:pt x="291125" y="1762024"/>
                </a:lnTo>
                <a:lnTo>
                  <a:pt x="309862" y="1682259"/>
                </a:lnTo>
                <a:cubicBezTo>
                  <a:pt x="321104" y="1633652"/>
                  <a:pt x="327350" y="1585046"/>
                  <a:pt x="324851" y="1536439"/>
                </a:cubicBezTo>
                <a:close/>
                <a:moveTo>
                  <a:pt x="340562" y="527335"/>
                </a:moveTo>
                <a:lnTo>
                  <a:pt x="663398" y="527335"/>
                </a:lnTo>
                <a:lnTo>
                  <a:pt x="663398" y="960037"/>
                </a:lnTo>
                <a:lnTo>
                  <a:pt x="340562" y="960037"/>
                </a:lnTo>
                <a:close/>
                <a:moveTo>
                  <a:pt x="507472" y="0"/>
                </a:moveTo>
                <a:cubicBezTo>
                  <a:pt x="606484" y="0"/>
                  <a:pt x="729309" y="79621"/>
                  <a:pt x="729309" y="177903"/>
                </a:cubicBezTo>
                <a:cubicBezTo>
                  <a:pt x="729309" y="276186"/>
                  <a:pt x="606484" y="355807"/>
                  <a:pt x="507472" y="355807"/>
                </a:cubicBezTo>
                <a:cubicBezTo>
                  <a:pt x="408460" y="355807"/>
                  <a:pt x="285635" y="276186"/>
                  <a:pt x="285635" y="177903"/>
                </a:cubicBezTo>
                <a:cubicBezTo>
                  <a:pt x="285635" y="79621"/>
                  <a:pt x="408460" y="0"/>
                  <a:pt x="507472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" name="Freeform 19">
            <a:extLst>
              <a:ext uri="{FF2B5EF4-FFF2-40B4-BE49-F238E27FC236}">
                <a16:creationId xmlns:a16="http://schemas.microsoft.com/office/drawing/2014/main" id="{F215BCD7-2E56-0443-81F2-39681B381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3539" y="4708884"/>
            <a:ext cx="578881" cy="1188609"/>
          </a:xfrm>
          <a:custGeom>
            <a:avLst/>
            <a:gdLst>
              <a:gd name="connsiteX0" fmla="*/ 72282 w 1157762"/>
              <a:gd name="connsiteY0" fmla="*/ 2230175 h 2377217"/>
              <a:gd name="connsiteX1" fmla="*/ 1085479 w 1157762"/>
              <a:gd name="connsiteY1" fmla="*/ 2230175 h 2377217"/>
              <a:gd name="connsiteX2" fmla="*/ 1157762 w 1157762"/>
              <a:gd name="connsiteY2" fmla="*/ 2303696 h 2377217"/>
              <a:gd name="connsiteX3" fmla="*/ 1085479 w 1157762"/>
              <a:gd name="connsiteY3" fmla="*/ 2377217 h 2377217"/>
              <a:gd name="connsiteX4" fmla="*/ 72282 w 1157762"/>
              <a:gd name="connsiteY4" fmla="*/ 2377217 h 2377217"/>
              <a:gd name="connsiteX5" fmla="*/ 0 w 1157762"/>
              <a:gd name="connsiteY5" fmla="*/ 2303696 h 2377217"/>
              <a:gd name="connsiteX6" fmla="*/ 72282 w 1157762"/>
              <a:gd name="connsiteY6" fmla="*/ 2230175 h 2377217"/>
              <a:gd name="connsiteX7" fmla="*/ 405646 w 1157762"/>
              <a:gd name="connsiteY7" fmla="*/ 1076636 h 2377217"/>
              <a:gd name="connsiteX8" fmla="*/ 752117 w 1157762"/>
              <a:gd name="connsiteY8" fmla="*/ 1076636 h 2377217"/>
              <a:gd name="connsiteX9" fmla="*/ 800723 w 1157762"/>
              <a:gd name="connsiteY9" fmla="*/ 1123267 h 2377217"/>
              <a:gd name="connsiteX10" fmla="*/ 800723 w 1157762"/>
              <a:gd name="connsiteY10" fmla="*/ 1144129 h 2377217"/>
              <a:gd name="connsiteX11" fmla="*/ 752117 w 1157762"/>
              <a:gd name="connsiteY11" fmla="*/ 1190760 h 2377217"/>
              <a:gd name="connsiteX12" fmla="*/ 405646 w 1157762"/>
              <a:gd name="connsiteY12" fmla="*/ 1190760 h 2377217"/>
              <a:gd name="connsiteX13" fmla="*/ 357040 w 1157762"/>
              <a:gd name="connsiteY13" fmla="*/ 1144129 h 2377217"/>
              <a:gd name="connsiteX14" fmla="*/ 357040 w 1157762"/>
              <a:gd name="connsiteY14" fmla="*/ 1123267 h 2377217"/>
              <a:gd name="connsiteX15" fmla="*/ 405646 w 1157762"/>
              <a:gd name="connsiteY15" fmla="*/ 1076636 h 2377217"/>
              <a:gd name="connsiteX16" fmla="*/ 582253 w 1157762"/>
              <a:gd name="connsiteY16" fmla="*/ 0 h 2377217"/>
              <a:gd name="connsiteX17" fmla="*/ 641416 w 1157762"/>
              <a:gd name="connsiteY17" fmla="*/ 60424 h 2377217"/>
              <a:gd name="connsiteX18" fmla="*/ 582253 w 1157762"/>
              <a:gd name="connsiteY18" fmla="*/ 119589 h 2377217"/>
              <a:gd name="connsiteX19" fmla="*/ 521830 w 1157762"/>
              <a:gd name="connsiteY19" fmla="*/ 60424 h 2377217"/>
              <a:gd name="connsiteX20" fmla="*/ 582253 w 1157762"/>
              <a:gd name="connsiteY20" fmla="*/ 0 h 2377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157762" h="2377217">
                <a:moveTo>
                  <a:pt x="72282" y="2230175"/>
                </a:moveTo>
                <a:lnTo>
                  <a:pt x="1085479" y="2230175"/>
                </a:lnTo>
                <a:cubicBezTo>
                  <a:pt x="1125359" y="2230175"/>
                  <a:pt x="1157762" y="2264400"/>
                  <a:pt x="1157762" y="2303696"/>
                </a:cubicBezTo>
                <a:cubicBezTo>
                  <a:pt x="1157762" y="2345527"/>
                  <a:pt x="1125359" y="2377217"/>
                  <a:pt x="1085479" y="2377217"/>
                </a:cubicBezTo>
                <a:lnTo>
                  <a:pt x="72282" y="2377217"/>
                </a:lnTo>
                <a:cubicBezTo>
                  <a:pt x="32402" y="2377217"/>
                  <a:pt x="0" y="2345527"/>
                  <a:pt x="0" y="2303696"/>
                </a:cubicBezTo>
                <a:cubicBezTo>
                  <a:pt x="0" y="2264400"/>
                  <a:pt x="32402" y="2230175"/>
                  <a:pt x="72282" y="2230175"/>
                </a:cubicBezTo>
                <a:close/>
                <a:moveTo>
                  <a:pt x="405646" y="1076636"/>
                </a:moveTo>
                <a:lnTo>
                  <a:pt x="752117" y="1076636"/>
                </a:lnTo>
                <a:cubicBezTo>
                  <a:pt x="778289" y="1076636"/>
                  <a:pt x="800723" y="1097497"/>
                  <a:pt x="800723" y="1123267"/>
                </a:cubicBezTo>
                <a:lnTo>
                  <a:pt x="800723" y="1144129"/>
                </a:lnTo>
                <a:cubicBezTo>
                  <a:pt x="800723" y="1169899"/>
                  <a:pt x="778289" y="1190760"/>
                  <a:pt x="752117" y="1190760"/>
                </a:cubicBezTo>
                <a:lnTo>
                  <a:pt x="405646" y="1190760"/>
                </a:lnTo>
                <a:cubicBezTo>
                  <a:pt x="378227" y="1190760"/>
                  <a:pt x="357040" y="1169899"/>
                  <a:pt x="357040" y="1144129"/>
                </a:cubicBezTo>
                <a:lnTo>
                  <a:pt x="357040" y="1123267"/>
                </a:lnTo>
                <a:cubicBezTo>
                  <a:pt x="357040" y="1097497"/>
                  <a:pt x="378227" y="1076636"/>
                  <a:pt x="405646" y="1076636"/>
                </a:cubicBezTo>
                <a:close/>
                <a:moveTo>
                  <a:pt x="582253" y="0"/>
                </a:moveTo>
                <a:cubicBezTo>
                  <a:pt x="614981" y="0"/>
                  <a:pt x="641416" y="27694"/>
                  <a:pt x="641416" y="60424"/>
                </a:cubicBezTo>
                <a:cubicBezTo>
                  <a:pt x="641416" y="91895"/>
                  <a:pt x="614981" y="119589"/>
                  <a:pt x="582253" y="119589"/>
                </a:cubicBezTo>
                <a:cubicBezTo>
                  <a:pt x="549524" y="119589"/>
                  <a:pt x="521830" y="91895"/>
                  <a:pt x="521830" y="60424"/>
                </a:cubicBezTo>
                <a:cubicBezTo>
                  <a:pt x="521830" y="27694"/>
                  <a:pt x="549524" y="0"/>
                  <a:pt x="582253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6" name="Freeform 20">
            <a:extLst>
              <a:ext uri="{FF2B5EF4-FFF2-40B4-BE49-F238E27FC236}">
                <a16:creationId xmlns:a16="http://schemas.microsoft.com/office/drawing/2014/main" id="{859DCD6A-A8C1-6A4F-9894-78FFD15A1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1605" y="4857195"/>
            <a:ext cx="325583" cy="878255"/>
          </a:xfrm>
          <a:custGeom>
            <a:avLst/>
            <a:gdLst>
              <a:gd name="connsiteX0" fmla="*/ 98921 w 651166"/>
              <a:gd name="connsiteY0" fmla="*/ 1581997 h 1756510"/>
              <a:gd name="connsiteX1" fmla="*/ 552072 w 651166"/>
              <a:gd name="connsiteY1" fmla="*/ 1581997 h 1756510"/>
              <a:gd name="connsiteX2" fmla="*/ 637971 w 651166"/>
              <a:gd name="connsiteY2" fmla="*/ 1669254 h 1756510"/>
              <a:gd name="connsiteX3" fmla="*/ 552072 w 651166"/>
              <a:gd name="connsiteY3" fmla="*/ 1756510 h 1756510"/>
              <a:gd name="connsiteX4" fmla="*/ 98921 w 651166"/>
              <a:gd name="connsiteY4" fmla="*/ 1756510 h 1756510"/>
              <a:gd name="connsiteX5" fmla="*/ 13022 w 651166"/>
              <a:gd name="connsiteY5" fmla="*/ 1669254 h 1756510"/>
              <a:gd name="connsiteX6" fmla="*/ 98921 w 651166"/>
              <a:gd name="connsiteY6" fmla="*/ 1581997 h 1756510"/>
              <a:gd name="connsiteX7" fmla="*/ 116592 w 651166"/>
              <a:gd name="connsiteY7" fmla="*/ 895368 h 1756510"/>
              <a:gd name="connsiteX8" fmla="*/ 535647 w 651166"/>
              <a:gd name="connsiteY8" fmla="*/ 895368 h 1756510"/>
              <a:gd name="connsiteX9" fmla="*/ 583040 w 651166"/>
              <a:gd name="connsiteY9" fmla="*/ 943537 h 1756510"/>
              <a:gd name="connsiteX10" fmla="*/ 535647 w 651166"/>
              <a:gd name="connsiteY10" fmla="*/ 992974 h 1756510"/>
              <a:gd name="connsiteX11" fmla="*/ 116592 w 651166"/>
              <a:gd name="connsiteY11" fmla="*/ 992974 h 1756510"/>
              <a:gd name="connsiteX12" fmla="*/ 67952 w 651166"/>
              <a:gd name="connsiteY12" fmla="*/ 943537 h 1756510"/>
              <a:gd name="connsiteX13" fmla="*/ 116592 w 651166"/>
              <a:gd name="connsiteY13" fmla="*/ 895368 h 1756510"/>
              <a:gd name="connsiteX14" fmla="*/ 56665 w 651166"/>
              <a:gd name="connsiteY14" fmla="*/ 0 h 1756510"/>
              <a:gd name="connsiteX15" fmla="*/ 57913 w 651166"/>
              <a:gd name="connsiteY15" fmla="*/ 0 h 1756510"/>
              <a:gd name="connsiteX16" fmla="*/ 138999 w 651166"/>
              <a:gd name="connsiteY16" fmla="*/ 31277 h 1756510"/>
              <a:gd name="connsiteX17" fmla="*/ 145236 w 651166"/>
              <a:gd name="connsiteY17" fmla="*/ 38784 h 1756510"/>
              <a:gd name="connsiteX18" fmla="*/ 262499 w 651166"/>
              <a:gd name="connsiteY18" fmla="*/ 48792 h 1756510"/>
              <a:gd name="connsiteX19" fmla="*/ 279964 w 651166"/>
              <a:gd name="connsiteY19" fmla="*/ 37532 h 1756510"/>
              <a:gd name="connsiteX20" fmla="*/ 388494 w 651166"/>
              <a:gd name="connsiteY20" fmla="*/ 41286 h 1756510"/>
              <a:gd name="connsiteX21" fmla="*/ 511995 w 651166"/>
              <a:gd name="connsiteY21" fmla="*/ 32528 h 1756510"/>
              <a:gd name="connsiteX22" fmla="*/ 594328 w 651166"/>
              <a:gd name="connsiteY22" fmla="*/ 0 h 1756510"/>
              <a:gd name="connsiteX23" fmla="*/ 642980 w 651166"/>
              <a:gd name="connsiteY23" fmla="*/ 86325 h 1756510"/>
              <a:gd name="connsiteX24" fmla="*/ 487045 w 651166"/>
              <a:gd name="connsiteY24" fmla="*/ 350303 h 1756510"/>
              <a:gd name="connsiteX25" fmla="*/ 163948 w 651166"/>
              <a:gd name="connsiteY25" fmla="*/ 350303 h 1756510"/>
              <a:gd name="connsiteX26" fmla="*/ 8014 w 651166"/>
              <a:gd name="connsiteY26" fmla="*/ 86325 h 1756510"/>
              <a:gd name="connsiteX27" fmla="*/ 56665 w 651166"/>
              <a:gd name="connsiteY27" fmla="*/ 0 h 175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651166" h="1756510">
                <a:moveTo>
                  <a:pt x="98921" y="1581997"/>
                </a:moveTo>
                <a:lnTo>
                  <a:pt x="552072" y="1581997"/>
                </a:lnTo>
                <a:cubicBezTo>
                  <a:pt x="599379" y="1581997"/>
                  <a:pt x="637971" y="1619935"/>
                  <a:pt x="637971" y="1669254"/>
                </a:cubicBezTo>
                <a:cubicBezTo>
                  <a:pt x="637971" y="1717308"/>
                  <a:pt x="599379" y="1756510"/>
                  <a:pt x="552072" y="1756510"/>
                </a:cubicBezTo>
                <a:lnTo>
                  <a:pt x="98921" y="1756510"/>
                </a:lnTo>
                <a:cubicBezTo>
                  <a:pt x="51614" y="1756510"/>
                  <a:pt x="13022" y="1717308"/>
                  <a:pt x="13022" y="1669254"/>
                </a:cubicBezTo>
                <a:cubicBezTo>
                  <a:pt x="13022" y="1619935"/>
                  <a:pt x="51614" y="1581997"/>
                  <a:pt x="98921" y="1581997"/>
                </a:cubicBezTo>
                <a:close/>
                <a:moveTo>
                  <a:pt x="116592" y="895368"/>
                </a:moveTo>
                <a:lnTo>
                  <a:pt x="535647" y="895368"/>
                </a:lnTo>
                <a:cubicBezTo>
                  <a:pt x="561838" y="895368"/>
                  <a:pt x="583040" y="918185"/>
                  <a:pt x="583040" y="943537"/>
                </a:cubicBezTo>
                <a:cubicBezTo>
                  <a:pt x="583040" y="971425"/>
                  <a:pt x="561838" y="992974"/>
                  <a:pt x="535647" y="992974"/>
                </a:cubicBezTo>
                <a:lnTo>
                  <a:pt x="116592" y="992974"/>
                </a:lnTo>
                <a:cubicBezTo>
                  <a:pt x="90401" y="992974"/>
                  <a:pt x="67952" y="971425"/>
                  <a:pt x="67952" y="943537"/>
                </a:cubicBezTo>
                <a:cubicBezTo>
                  <a:pt x="67952" y="918185"/>
                  <a:pt x="90401" y="895368"/>
                  <a:pt x="116592" y="895368"/>
                </a:cubicBezTo>
                <a:close/>
                <a:moveTo>
                  <a:pt x="56665" y="0"/>
                </a:moveTo>
                <a:lnTo>
                  <a:pt x="57913" y="0"/>
                </a:lnTo>
                <a:cubicBezTo>
                  <a:pt x="87852" y="0"/>
                  <a:pt x="117792" y="11260"/>
                  <a:pt x="138999" y="31277"/>
                </a:cubicBezTo>
                <a:lnTo>
                  <a:pt x="145236" y="38784"/>
                </a:lnTo>
                <a:cubicBezTo>
                  <a:pt x="177671" y="67558"/>
                  <a:pt x="226322" y="72563"/>
                  <a:pt x="262499" y="48792"/>
                </a:cubicBezTo>
                <a:lnTo>
                  <a:pt x="279964" y="37532"/>
                </a:lnTo>
                <a:cubicBezTo>
                  <a:pt x="313646" y="15013"/>
                  <a:pt x="356060" y="16264"/>
                  <a:pt x="388494" y="41286"/>
                </a:cubicBezTo>
                <a:cubicBezTo>
                  <a:pt x="425919" y="68810"/>
                  <a:pt x="478313" y="66307"/>
                  <a:pt x="511995" y="32528"/>
                </a:cubicBezTo>
                <a:cubicBezTo>
                  <a:pt x="534449" y="11260"/>
                  <a:pt x="563141" y="0"/>
                  <a:pt x="594328" y="0"/>
                </a:cubicBezTo>
                <a:cubicBezTo>
                  <a:pt x="639237" y="0"/>
                  <a:pt x="665435" y="47541"/>
                  <a:pt x="642980" y="86325"/>
                </a:cubicBezTo>
                <a:lnTo>
                  <a:pt x="487045" y="350303"/>
                </a:lnTo>
                <a:lnTo>
                  <a:pt x="163948" y="350303"/>
                </a:lnTo>
                <a:lnTo>
                  <a:pt x="8014" y="86325"/>
                </a:lnTo>
                <a:cubicBezTo>
                  <a:pt x="-14441" y="47541"/>
                  <a:pt x="13004" y="0"/>
                  <a:pt x="56665" y="0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7" name="Freeform 82">
            <a:extLst>
              <a:ext uri="{FF2B5EF4-FFF2-40B4-BE49-F238E27FC236}">
                <a16:creationId xmlns:a16="http://schemas.microsoft.com/office/drawing/2014/main" id="{228486BC-FD7C-594A-9292-20B590C60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4025" y="4708884"/>
            <a:ext cx="1763233" cy="101620"/>
          </a:xfrm>
          <a:custGeom>
            <a:avLst/>
            <a:gdLst>
              <a:gd name="T0" fmla="*/ 1848500 w 2829"/>
              <a:gd name="T1" fmla="*/ 105908 h 161"/>
              <a:gd name="T2" fmla="*/ 0 w 2829"/>
              <a:gd name="T3" fmla="*/ 105908 h 161"/>
              <a:gd name="T4" fmla="*/ 0 w 2829"/>
              <a:gd name="T5" fmla="*/ 0 h 161"/>
              <a:gd name="T6" fmla="*/ 1848500 w 2829"/>
              <a:gd name="T7" fmla="*/ 0 h 161"/>
              <a:gd name="T8" fmla="*/ 1848500 w 2829"/>
              <a:gd name="T9" fmla="*/ 105908 h 16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829" h="161">
                <a:moveTo>
                  <a:pt x="2828" y="160"/>
                </a:moveTo>
                <a:lnTo>
                  <a:pt x="0" y="160"/>
                </a:lnTo>
                <a:lnTo>
                  <a:pt x="0" y="0"/>
                </a:lnTo>
                <a:lnTo>
                  <a:pt x="2828" y="0"/>
                </a:lnTo>
                <a:lnTo>
                  <a:pt x="2828" y="160"/>
                </a:lnTo>
              </a:path>
            </a:pathLst>
          </a:cu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8" name="Freeform 83">
            <a:extLst>
              <a:ext uri="{FF2B5EF4-FFF2-40B4-BE49-F238E27FC236}">
                <a16:creationId xmlns:a16="http://schemas.microsoft.com/office/drawing/2014/main" id="{C926EFD1-76B3-4E40-B19E-E78289922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2687" y="4807758"/>
            <a:ext cx="634434" cy="1159033"/>
          </a:xfrm>
          <a:custGeom>
            <a:avLst/>
            <a:gdLst>
              <a:gd name="T0" fmla="*/ 664695 w 1018"/>
              <a:gd name="T1" fmla="*/ 1214835 h 1860"/>
              <a:gd name="T2" fmla="*/ 0 w 1018"/>
              <a:gd name="T3" fmla="*/ 1214835 h 1860"/>
              <a:gd name="T4" fmla="*/ 0 w 1018"/>
              <a:gd name="T5" fmla="*/ 0 h 1860"/>
              <a:gd name="T6" fmla="*/ 664695 w 1018"/>
              <a:gd name="T7" fmla="*/ 0 h 1860"/>
              <a:gd name="T8" fmla="*/ 664695 w 1018"/>
              <a:gd name="T9" fmla="*/ 1214835 h 18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18" h="1860">
                <a:moveTo>
                  <a:pt x="1017" y="1859"/>
                </a:moveTo>
                <a:lnTo>
                  <a:pt x="0" y="1859"/>
                </a:lnTo>
                <a:lnTo>
                  <a:pt x="0" y="0"/>
                </a:lnTo>
                <a:lnTo>
                  <a:pt x="1017" y="0"/>
                </a:lnTo>
                <a:lnTo>
                  <a:pt x="1017" y="1859"/>
                </a:lnTo>
              </a:path>
            </a:pathLst>
          </a:cu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9" name="Freeform 23">
            <a:extLst>
              <a:ext uri="{FF2B5EF4-FFF2-40B4-BE49-F238E27FC236}">
                <a16:creationId xmlns:a16="http://schemas.microsoft.com/office/drawing/2014/main" id="{3DC974AA-0ABC-9746-B475-A3291A2C52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2686" y="4807757"/>
            <a:ext cx="1567613" cy="1163904"/>
          </a:xfrm>
          <a:custGeom>
            <a:avLst/>
            <a:gdLst>
              <a:gd name="connsiteX0" fmla="*/ 0 w 3135226"/>
              <a:gd name="connsiteY0" fmla="*/ 0 h 2327808"/>
              <a:gd name="connsiteX1" fmla="*/ 3135220 w 3135226"/>
              <a:gd name="connsiteY1" fmla="*/ 0 h 2327808"/>
              <a:gd name="connsiteX2" fmla="*/ 3135220 w 3135226"/>
              <a:gd name="connsiteY2" fmla="*/ 2 h 2327808"/>
              <a:gd name="connsiteX3" fmla="*/ 3135226 w 3135226"/>
              <a:gd name="connsiteY3" fmla="*/ 2 h 2327808"/>
              <a:gd name="connsiteX4" fmla="*/ 3135226 w 3135226"/>
              <a:gd name="connsiteY4" fmla="*/ 2327808 h 2327808"/>
              <a:gd name="connsiteX5" fmla="*/ 3021118 w 3135226"/>
              <a:gd name="connsiteY5" fmla="*/ 2327808 h 2327808"/>
              <a:gd name="connsiteX6" fmla="*/ 3021118 w 3135226"/>
              <a:gd name="connsiteY6" fmla="*/ 278900 h 2327808"/>
              <a:gd name="connsiteX7" fmla="*/ 0 w 3135226"/>
              <a:gd name="connsiteY7" fmla="*/ 278900 h 23278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35226" h="2327808">
                <a:moveTo>
                  <a:pt x="0" y="0"/>
                </a:moveTo>
                <a:lnTo>
                  <a:pt x="3135220" y="0"/>
                </a:lnTo>
                <a:lnTo>
                  <a:pt x="3135220" y="2"/>
                </a:lnTo>
                <a:lnTo>
                  <a:pt x="3135226" y="2"/>
                </a:lnTo>
                <a:lnTo>
                  <a:pt x="3135226" y="2327808"/>
                </a:lnTo>
                <a:lnTo>
                  <a:pt x="3021118" y="2327808"/>
                </a:lnTo>
                <a:lnTo>
                  <a:pt x="3021118" y="278900"/>
                </a:lnTo>
                <a:lnTo>
                  <a:pt x="0" y="278900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0" name="Freeform 24">
            <a:extLst>
              <a:ext uri="{FF2B5EF4-FFF2-40B4-BE49-F238E27FC236}">
                <a16:creationId xmlns:a16="http://schemas.microsoft.com/office/drawing/2014/main" id="{F5F5E78B-BE53-514F-B692-5BF8385D6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0080" y="5024734"/>
            <a:ext cx="73533" cy="650298"/>
          </a:xfrm>
          <a:custGeom>
            <a:avLst/>
            <a:gdLst>
              <a:gd name="connsiteX0" fmla="*/ 73532 w 147065"/>
              <a:gd name="connsiteY0" fmla="*/ 1153539 h 1300596"/>
              <a:gd name="connsiteX1" fmla="*/ 147065 w 147065"/>
              <a:gd name="connsiteY1" fmla="*/ 1227696 h 1300596"/>
              <a:gd name="connsiteX2" fmla="*/ 73532 w 147065"/>
              <a:gd name="connsiteY2" fmla="*/ 1300596 h 1300596"/>
              <a:gd name="connsiteX3" fmla="*/ 0 w 147065"/>
              <a:gd name="connsiteY3" fmla="*/ 1227696 h 1300596"/>
              <a:gd name="connsiteX4" fmla="*/ 73532 w 147065"/>
              <a:gd name="connsiteY4" fmla="*/ 1153539 h 1300596"/>
              <a:gd name="connsiteX5" fmla="*/ 73532 w 147065"/>
              <a:gd name="connsiteY5" fmla="*/ 538317 h 1300596"/>
              <a:gd name="connsiteX6" fmla="*/ 147065 w 147065"/>
              <a:gd name="connsiteY6" fmla="*/ 611851 h 1300596"/>
              <a:gd name="connsiteX7" fmla="*/ 73532 w 147065"/>
              <a:gd name="connsiteY7" fmla="*/ 685385 h 1300596"/>
              <a:gd name="connsiteX8" fmla="*/ 0 w 147065"/>
              <a:gd name="connsiteY8" fmla="*/ 611851 h 1300596"/>
              <a:gd name="connsiteX9" fmla="*/ 73532 w 147065"/>
              <a:gd name="connsiteY9" fmla="*/ 538317 h 1300596"/>
              <a:gd name="connsiteX10" fmla="*/ 73532 w 147065"/>
              <a:gd name="connsiteY10" fmla="*/ 0 h 1300596"/>
              <a:gd name="connsiteX11" fmla="*/ 147065 w 147065"/>
              <a:gd name="connsiteY11" fmla="*/ 73534 h 1300596"/>
              <a:gd name="connsiteX12" fmla="*/ 73532 w 147065"/>
              <a:gd name="connsiteY12" fmla="*/ 147068 h 1300596"/>
              <a:gd name="connsiteX13" fmla="*/ 0 w 147065"/>
              <a:gd name="connsiteY13" fmla="*/ 73534 h 1300596"/>
              <a:gd name="connsiteX14" fmla="*/ 73532 w 147065"/>
              <a:gd name="connsiteY14" fmla="*/ 0 h 1300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47065" h="1300596">
                <a:moveTo>
                  <a:pt x="73532" y="1153539"/>
                </a:moveTo>
                <a:cubicBezTo>
                  <a:pt x="114661" y="1153539"/>
                  <a:pt x="147065" y="1186218"/>
                  <a:pt x="147065" y="1227696"/>
                </a:cubicBezTo>
                <a:cubicBezTo>
                  <a:pt x="147065" y="1267917"/>
                  <a:pt x="114661" y="1300596"/>
                  <a:pt x="73532" y="1300596"/>
                </a:cubicBezTo>
                <a:cubicBezTo>
                  <a:pt x="32404" y="1300596"/>
                  <a:pt x="0" y="1267917"/>
                  <a:pt x="0" y="1227696"/>
                </a:cubicBezTo>
                <a:cubicBezTo>
                  <a:pt x="0" y="1186218"/>
                  <a:pt x="32404" y="1153539"/>
                  <a:pt x="73532" y="1153539"/>
                </a:cubicBezTo>
                <a:close/>
                <a:moveTo>
                  <a:pt x="73532" y="538317"/>
                </a:moveTo>
                <a:cubicBezTo>
                  <a:pt x="114661" y="538317"/>
                  <a:pt x="147065" y="570722"/>
                  <a:pt x="147065" y="611851"/>
                </a:cubicBezTo>
                <a:cubicBezTo>
                  <a:pt x="147065" y="652980"/>
                  <a:pt x="114661" y="685385"/>
                  <a:pt x="73532" y="685385"/>
                </a:cubicBezTo>
                <a:cubicBezTo>
                  <a:pt x="32404" y="685385"/>
                  <a:pt x="0" y="652980"/>
                  <a:pt x="0" y="611851"/>
                </a:cubicBezTo>
                <a:cubicBezTo>
                  <a:pt x="0" y="570722"/>
                  <a:pt x="32404" y="538317"/>
                  <a:pt x="73532" y="538317"/>
                </a:cubicBezTo>
                <a:close/>
                <a:moveTo>
                  <a:pt x="73532" y="0"/>
                </a:moveTo>
                <a:cubicBezTo>
                  <a:pt x="114661" y="0"/>
                  <a:pt x="147065" y="32405"/>
                  <a:pt x="147065" y="73534"/>
                </a:cubicBezTo>
                <a:cubicBezTo>
                  <a:pt x="147065" y="114663"/>
                  <a:pt x="114661" y="147068"/>
                  <a:pt x="73532" y="147068"/>
                </a:cubicBezTo>
                <a:cubicBezTo>
                  <a:pt x="32404" y="147068"/>
                  <a:pt x="0" y="114663"/>
                  <a:pt x="0" y="73534"/>
                </a:cubicBezTo>
                <a:cubicBezTo>
                  <a:pt x="0" y="32405"/>
                  <a:pt x="32404" y="0"/>
                  <a:pt x="73532" y="0"/>
                </a:cubicBezTo>
                <a:close/>
              </a:path>
            </a:pathLst>
          </a:cu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1" name="Freeform 25">
            <a:extLst>
              <a:ext uri="{FF2B5EF4-FFF2-40B4-BE49-F238E27FC236}">
                <a16:creationId xmlns:a16="http://schemas.microsoft.com/office/drawing/2014/main" id="{B12C624E-E7CB-E941-9708-F4003AE71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2687" y="5178538"/>
            <a:ext cx="633811" cy="589818"/>
          </a:xfrm>
          <a:custGeom>
            <a:avLst/>
            <a:gdLst>
              <a:gd name="connsiteX0" fmla="*/ 0 w 1267621"/>
              <a:gd name="connsiteY0" fmla="*/ 1170021 h 1179635"/>
              <a:gd name="connsiteX1" fmla="*/ 1267621 w 1267621"/>
              <a:gd name="connsiteY1" fmla="*/ 1170021 h 1179635"/>
              <a:gd name="connsiteX2" fmla="*/ 1267621 w 1267621"/>
              <a:gd name="connsiteY2" fmla="*/ 1179635 h 1179635"/>
              <a:gd name="connsiteX3" fmla="*/ 0 w 1267621"/>
              <a:gd name="connsiteY3" fmla="*/ 1179635 h 1179635"/>
              <a:gd name="connsiteX4" fmla="*/ 0 w 1267621"/>
              <a:gd name="connsiteY4" fmla="*/ 587759 h 1179635"/>
              <a:gd name="connsiteX5" fmla="*/ 1267621 w 1267621"/>
              <a:gd name="connsiteY5" fmla="*/ 587759 h 1179635"/>
              <a:gd name="connsiteX6" fmla="*/ 1267621 w 1267621"/>
              <a:gd name="connsiteY6" fmla="*/ 597373 h 1179635"/>
              <a:gd name="connsiteX7" fmla="*/ 0 w 1267621"/>
              <a:gd name="connsiteY7" fmla="*/ 597373 h 1179635"/>
              <a:gd name="connsiteX8" fmla="*/ 0 w 1267621"/>
              <a:gd name="connsiteY8" fmla="*/ 0 h 1179635"/>
              <a:gd name="connsiteX9" fmla="*/ 1267621 w 1267621"/>
              <a:gd name="connsiteY9" fmla="*/ 0 h 1179635"/>
              <a:gd name="connsiteX10" fmla="*/ 1267621 w 1267621"/>
              <a:gd name="connsiteY10" fmla="*/ 9614 h 1179635"/>
              <a:gd name="connsiteX11" fmla="*/ 0 w 1267621"/>
              <a:gd name="connsiteY11" fmla="*/ 9614 h 11796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67621" h="1179635">
                <a:moveTo>
                  <a:pt x="0" y="1170021"/>
                </a:moveTo>
                <a:lnTo>
                  <a:pt x="1267621" y="1170021"/>
                </a:lnTo>
                <a:lnTo>
                  <a:pt x="1267621" y="1179635"/>
                </a:lnTo>
                <a:lnTo>
                  <a:pt x="0" y="1179635"/>
                </a:lnTo>
                <a:close/>
                <a:moveTo>
                  <a:pt x="0" y="587759"/>
                </a:moveTo>
                <a:lnTo>
                  <a:pt x="1267621" y="587759"/>
                </a:lnTo>
                <a:lnTo>
                  <a:pt x="1267621" y="597373"/>
                </a:lnTo>
                <a:lnTo>
                  <a:pt x="0" y="597373"/>
                </a:lnTo>
                <a:close/>
                <a:moveTo>
                  <a:pt x="0" y="0"/>
                </a:moveTo>
                <a:lnTo>
                  <a:pt x="1267621" y="0"/>
                </a:lnTo>
                <a:lnTo>
                  <a:pt x="1267621" y="9614"/>
                </a:lnTo>
                <a:lnTo>
                  <a:pt x="0" y="9614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2" name="Freeform 93">
            <a:extLst>
              <a:ext uri="{FF2B5EF4-FFF2-40B4-BE49-F238E27FC236}">
                <a16:creationId xmlns:a16="http://schemas.microsoft.com/office/drawing/2014/main" id="{1411DE3C-40A0-E442-ABA0-F42A4D79E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155" y="5192272"/>
            <a:ext cx="851406" cy="123593"/>
          </a:xfrm>
          <a:custGeom>
            <a:avLst/>
            <a:gdLst>
              <a:gd name="T0" fmla="*/ 835372 w 1366"/>
              <a:gd name="T1" fmla="*/ 0 h 197"/>
              <a:gd name="T2" fmla="*/ 0 w 1366"/>
              <a:gd name="T3" fmla="*/ 0 h 197"/>
              <a:gd name="T4" fmla="*/ 0 w 1366"/>
              <a:gd name="T5" fmla="*/ 58556 h 197"/>
              <a:gd name="T6" fmla="*/ 0 w 1366"/>
              <a:gd name="T7" fmla="*/ 58556 h 197"/>
              <a:gd name="T8" fmla="*/ 70595 w 1366"/>
              <a:gd name="T9" fmla="*/ 128955 h 197"/>
              <a:gd name="T10" fmla="*/ 835372 w 1366"/>
              <a:gd name="T11" fmla="*/ 128955 h 197"/>
              <a:gd name="T12" fmla="*/ 835372 w 1366"/>
              <a:gd name="T13" fmla="*/ 128955 h 197"/>
              <a:gd name="T14" fmla="*/ 892240 w 1366"/>
              <a:gd name="T15" fmla="*/ 71715 h 197"/>
              <a:gd name="T16" fmla="*/ 892240 w 1366"/>
              <a:gd name="T17" fmla="*/ 57240 h 197"/>
              <a:gd name="T18" fmla="*/ 892240 w 1366"/>
              <a:gd name="T19" fmla="*/ 57240 h 197"/>
              <a:gd name="T20" fmla="*/ 835372 w 1366"/>
              <a:gd name="T21" fmla="*/ 0 h 19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366" h="197">
                <a:moveTo>
                  <a:pt x="1278" y="0"/>
                </a:moveTo>
                <a:lnTo>
                  <a:pt x="0" y="0"/>
                </a:lnTo>
                <a:lnTo>
                  <a:pt x="0" y="89"/>
                </a:lnTo>
                <a:cubicBezTo>
                  <a:pt x="0" y="148"/>
                  <a:pt x="49" y="196"/>
                  <a:pt x="108" y="196"/>
                </a:cubicBezTo>
                <a:lnTo>
                  <a:pt x="1278" y="196"/>
                </a:lnTo>
                <a:cubicBezTo>
                  <a:pt x="1327" y="196"/>
                  <a:pt x="1365" y="158"/>
                  <a:pt x="1365" y="109"/>
                </a:cubicBezTo>
                <a:lnTo>
                  <a:pt x="1365" y="87"/>
                </a:lnTo>
                <a:cubicBezTo>
                  <a:pt x="1365" y="38"/>
                  <a:pt x="1327" y="0"/>
                  <a:pt x="1278" y="0"/>
                </a:cubicBezTo>
              </a:path>
            </a:pathLst>
          </a:cu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3" name="Freeform 27">
            <a:extLst>
              <a:ext uri="{FF2B5EF4-FFF2-40B4-BE49-F238E27FC236}">
                <a16:creationId xmlns:a16="http://schemas.microsoft.com/office/drawing/2014/main" id="{DBE065AF-132B-BC4D-AB1D-2248395C5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366" y="4519372"/>
            <a:ext cx="905713" cy="1444051"/>
          </a:xfrm>
          <a:custGeom>
            <a:avLst/>
            <a:gdLst>
              <a:gd name="connsiteX0" fmla="*/ 1406195 w 1811425"/>
              <a:gd name="connsiteY0" fmla="*/ 1587493 h 2888101"/>
              <a:gd name="connsiteX1" fmla="*/ 1535869 w 1811425"/>
              <a:gd name="connsiteY1" fmla="*/ 1587493 h 2888101"/>
              <a:gd name="connsiteX2" fmla="*/ 1811425 w 1811425"/>
              <a:gd name="connsiteY2" fmla="*/ 2888101 h 2888101"/>
              <a:gd name="connsiteX3" fmla="*/ 1775266 w 1811425"/>
              <a:gd name="connsiteY3" fmla="*/ 2888101 h 2888101"/>
              <a:gd name="connsiteX4" fmla="*/ 934713 w 1811425"/>
              <a:gd name="connsiteY4" fmla="*/ 1587493 h 2888101"/>
              <a:gd name="connsiteX5" fmla="*/ 1064386 w 1811425"/>
              <a:gd name="connsiteY5" fmla="*/ 1587493 h 2888101"/>
              <a:gd name="connsiteX6" fmla="*/ 695315 w 1811425"/>
              <a:gd name="connsiteY6" fmla="*/ 2888101 h 2888101"/>
              <a:gd name="connsiteX7" fmla="*/ 659156 w 1811425"/>
              <a:gd name="connsiteY7" fmla="*/ 2888101 h 2888101"/>
              <a:gd name="connsiteX8" fmla="*/ 474551 w 1811425"/>
              <a:gd name="connsiteY8" fmla="*/ 1587493 h 2888101"/>
              <a:gd name="connsiteX9" fmla="*/ 602978 w 1811425"/>
              <a:gd name="connsiteY9" fmla="*/ 1587493 h 2888101"/>
              <a:gd name="connsiteX10" fmla="*/ 235154 w 1811425"/>
              <a:gd name="connsiteY10" fmla="*/ 2888101 h 2888101"/>
              <a:gd name="connsiteX11" fmla="*/ 197748 w 1811425"/>
              <a:gd name="connsiteY11" fmla="*/ 2888101 h 2888101"/>
              <a:gd name="connsiteX12" fmla="*/ 0 w 1811425"/>
              <a:gd name="connsiteY12" fmla="*/ 0 h 2888101"/>
              <a:gd name="connsiteX13" fmla="*/ 1316310 w 1811425"/>
              <a:gd name="connsiteY13" fmla="*/ 0 h 2888101"/>
              <a:gd name="connsiteX14" fmla="*/ 1646635 w 1811425"/>
              <a:gd name="connsiteY14" fmla="*/ 1344551 h 2888101"/>
              <a:gd name="connsiteX15" fmla="*/ 329078 w 1811425"/>
              <a:gd name="connsiteY15" fmla="*/ 1344551 h 2888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811425" h="2888101">
                <a:moveTo>
                  <a:pt x="1406195" y="1587493"/>
                </a:moveTo>
                <a:lnTo>
                  <a:pt x="1535869" y="1587493"/>
                </a:lnTo>
                <a:lnTo>
                  <a:pt x="1811425" y="2888101"/>
                </a:lnTo>
                <a:lnTo>
                  <a:pt x="1775266" y="2888101"/>
                </a:lnTo>
                <a:close/>
                <a:moveTo>
                  <a:pt x="934713" y="1587493"/>
                </a:moveTo>
                <a:lnTo>
                  <a:pt x="1064386" y="1587493"/>
                </a:lnTo>
                <a:lnTo>
                  <a:pt x="695315" y="2888101"/>
                </a:lnTo>
                <a:lnTo>
                  <a:pt x="659156" y="2888101"/>
                </a:lnTo>
                <a:close/>
                <a:moveTo>
                  <a:pt x="474551" y="1587493"/>
                </a:moveTo>
                <a:lnTo>
                  <a:pt x="602978" y="1587493"/>
                </a:lnTo>
                <a:lnTo>
                  <a:pt x="235154" y="2888101"/>
                </a:lnTo>
                <a:lnTo>
                  <a:pt x="197748" y="2888101"/>
                </a:lnTo>
                <a:close/>
                <a:moveTo>
                  <a:pt x="0" y="0"/>
                </a:moveTo>
                <a:lnTo>
                  <a:pt x="1316310" y="0"/>
                </a:lnTo>
                <a:lnTo>
                  <a:pt x="1646635" y="1344551"/>
                </a:lnTo>
                <a:lnTo>
                  <a:pt x="329078" y="134455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4" name="Freeform 97">
            <a:extLst>
              <a:ext uri="{FF2B5EF4-FFF2-40B4-BE49-F238E27FC236}">
                <a16:creationId xmlns:a16="http://schemas.microsoft.com/office/drawing/2014/main" id="{FB646642-2F0A-E148-A29C-274CF7AD8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658" y="5524601"/>
            <a:ext cx="258168" cy="447684"/>
          </a:xfrm>
          <a:custGeom>
            <a:avLst/>
            <a:gdLst>
              <a:gd name="T0" fmla="*/ 0 w 413"/>
              <a:gd name="T1" fmla="*/ 0 h 718"/>
              <a:gd name="T2" fmla="*/ 270092 w 413"/>
              <a:gd name="T3" fmla="*/ 0 h 718"/>
              <a:gd name="T4" fmla="*/ 230759 w 413"/>
              <a:gd name="T5" fmla="*/ 468836 h 718"/>
              <a:gd name="T6" fmla="*/ 39334 w 413"/>
              <a:gd name="T7" fmla="*/ 468836 h 718"/>
              <a:gd name="T8" fmla="*/ 0 w 413"/>
              <a:gd name="T9" fmla="*/ 0 h 7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3" h="718">
                <a:moveTo>
                  <a:pt x="0" y="0"/>
                </a:moveTo>
                <a:lnTo>
                  <a:pt x="412" y="0"/>
                </a:lnTo>
                <a:lnTo>
                  <a:pt x="352" y="717"/>
                </a:lnTo>
                <a:lnTo>
                  <a:pt x="60" y="717"/>
                </a:lnTo>
                <a:lnTo>
                  <a:pt x="0" y="0"/>
                </a:lnTo>
              </a:path>
            </a:pathLst>
          </a:custGeom>
          <a:solidFill>
            <a:srgbClr val="39596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5" name="Freeform 98">
            <a:extLst>
              <a:ext uri="{FF2B5EF4-FFF2-40B4-BE49-F238E27FC236}">
                <a16:creationId xmlns:a16="http://schemas.microsoft.com/office/drawing/2014/main" id="{7F1CF3F4-A897-DB45-8792-5079C84B68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6994" y="5000015"/>
            <a:ext cx="211479" cy="527333"/>
          </a:xfrm>
          <a:custGeom>
            <a:avLst/>
            <a:gdLst>
              <a:gd name="T0" fmla="*/ 47759 w 339"/>
              <a:gd name="T1" fmla="*/ 552364 h 845"/>
              <a:gd name="T2" fmla="*/ 47759 w 339"/>
              <a:gd name="T3" fmla="*/ 552364 h 845"/>
              <a:gd name="T4" fmla="*/ 108602 w 339"/>
              <a:gd name="T5" fmla="*/ 270946 h 845"/>
              <a:gd name="T6" fmla="*/ 108602 w 339"/>
              <a:gd name="T7" fmla="*/ 270946 h 845"/>
              <a:gd name="T8" fmla="*/ 198232 w 339"/>
              <a:gd name="T9" fmla="*/ 654 h 845"/>
              <a:gd name="T10" fmla="*/ 203466 w 339"/>
              <a:gd name="T11" fmla="*/ 0 h 845"/>
              <a:gd name="T12" fmla="*/ 203466 w 339"/>
              <a:gd name="T13" fmla="*/ 0 h 845"/>
              <a:gd name="T14" fmla="*/ 112528 w 339"/>
              <a:gd name="T15" fmla="*/ 274873 h 845"/>
              <a:gd name="T16" fmla="*/ 112528 w 339"/>
              <a:gd name="T17" fmla="*/ 274873 h 845"/>
              <a:gd name="T18" fmla="*/ 52993 w 339"/>
              <a:gd name="T19" fmla="*/ 551055 h 845"/>
              <a:gd name="T20" fmla="*/ 47759 w 339"/>
              <a:gd name="T21" fmla="*/ 552364 h 84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339" h="845">
                <a:moveTo>
                  <a:pt x="73" y="844"/>
                </a:moveTo>
                <a:lnTo>
                  <a:pt x="73" y="844"/>
                </a:lnTo>
                <a:cubicBezTo>
                  <a:pt x="72" y="842"/>
                  <a:pt x="0" y="600"/>
                  <a:pt x="166" y="414"/>
                </a:cubicBezTo>
                <a:cubicBezTo>
                  <a:pt x="329" y="231"/>
                  <a:pt x="303" y="3"/>
                  <a:pt x="303" y="1"/>
                </a:cubicBezTo>
                <a:lnTo>
                  <a:pt x="311" y="0"/>
                </a:lnTo>
                <a:cubicBezTo>
                  <a:pt x="311" y="2"/>
                  <a:pt x="338" y="235"/>
                  <a:pt x="172" y="420"/>
                </a:cubicBezTo>
                <a:cubicBezTo>
                  <a:pt x="9" y="602"/>
                  <a:pt x="80" y="839"/>
                  <a:pt x="81" y="842"/>
                </a:cubicBezTo>
                <a:lnTo>
                  <a:pt x="73" y="844"/>
                </a:lnTo>
              </a:path>
            </a:pathLst>
          </a:custGeom>
          <a:solidFill>
            <a:srgbClr val="B7554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A4E6A74A-4D51-6443-BC99-C51AD15FA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6732" y="4876416"/>
            <a:ext cx="348561" cy="567349"/>
          </a:xfrm>
          <a:custGeom>
            <a:avLst/>
            <a:gdLst>
              <a:gd name="connsiteX0" fmla="*/ 381984 w 697121"/>
              <a:gd name="connsiteY0" fmla="*/ 982802 h 1134698"/>
              <a:gd name="connsiteX1" fmla="*/ 424291 w 697121"/>
              <a:gd name="connsiteY1" fmla="*/ 1005703 h 1134698"/>
              <a:gd name="connsiteX2" fmla="*/ 350177 w 697121"/>
              <a:gd name="connsiteY2" fmla="*/ 1104732 h 1134698"/>
              <a:gd name="connsiteX3" fmla="*/ 194535 w 697121"/>
              <a:gd name="connsiteY3" fmla="*/ 1119587 h 1134698"/>
              <a:gd name="connsiteX4" fmla="*/ 300767 w 697121"/>
              <a:gd name="connsiteY4" fmla="*/ 1004465 h 1134698"/>
              <a:gd name="connsiteX5" fmla="*/ 381984 w 697121"/>
              <a:gd name="connsiteY5" fmla="*/ 982802 h 1134698"/>
              <a:gd name="connsiteX6" fmla="*/ 51887 w 697121"/>
              <a:gd name="connsiteY6" fmla="*/ 794928 h 1134698"/>
              <a:gd name="connsiteX7" fmla="*/ 129055 w 697121"/>
              <a:gd name="connsiteY7" fmla="*/ 830683 h 1134698"/>
              <a:gd name="connsiteX8" fmla="*/ 217247 w 697121"/>
              <a:gd name="connsiteY8" fmla="*/ 962413 h 1134698"/>
              <a:gd name="connsiteX9" fmla="*/ 64464 w 697121"/>
              <a:gd name="connsiteY9" fmla="*/ 922267 h 1134698"/>
              <a:gd name="connsiteX10" fmla="*/ 7326 w 697121"/>
              <a:gd name="connsiteY10" fmla="*/ 811865 h 1134698"/>
              <a:gd name="connsiteX11" fmla="*/ 51887 w 697121"/>
              <a:gd name="connsiteY11" fmla="*/ 794928 h 1134698"/>
              <a:gd name="connsiteX12" fmla="*/ 432310 w 697121"/>
              <a:gd name="connsiteY12" fmla="*/ 775772 h 1134698"/>
              <a:gd name="connsiteX13" fmla="*/ 542248 w 697121"/>
              <a:gd name="connsiteY13" fmla="*/ 832828 h 1134698"/>
              <a:gd name="connsiteX14" fmla="*/ 431075 w 697121"/>
              <a:gd name="connsiteY14" fmla="*/ 886162 h 1134698"/>
              <a:gd name="connsiteX15" fmla="*/ 285314 w 697121"/>
              <a:gd name="connsiteY15" fmla="*/ 829107 h 1134698"/>
              <a:gd name="connsiteX16" fmla="*/ 432310 w 697121"/>
              <a:gd name="connsiteY16" fmla="*/ 775772 h 1134698"/>
              <a:gd name="connsiteX17" fmla="*/ 267006 w 697121"/>
              <a:gd name="connsiteY17" fmla="*/ 493277 h 1134698"/>
              <a:gd name="connsiteX18" fmla="*/ 341133 w 697121"/>
              <a:gd name="connsiteY18" fmla="*/ 575868 h 1134698"/>
              <a:gd name="connsiteX19" fmla="*/ 349898 w 697121"/>
              <a:gd name="connsiteY19" fmla="*/ 733318 h 1134698"/>
              <a:gd name="connsiteX20" fmla="*/ 238463 w 697121"/>
              <a:gd name="connsiteY20" fmla="*/ 620854 h 1134698"/>
              <a:gd name="connsiteX21" fmla="*/ 244723 w 697121"/>
              <a:gd name="connsiteY21" fmla="*/ 495893 h 1134698"/>
              <a:gd name="connsiteX22" fmla="*/ 267006 w 697121"/>
              <a:gd name="connsiteY22" fmla="*/ 493277 h 1134698"/>
              <a:gd name="connsiteX23" fmla="*/ 650479 w 697121"/>
              <a:gd name="connsiteY23" fmla="*/ 434197 h 1134698"/>
              <a:gd name="connsiteX24" fmla="*/ 693277 w 697121"/>
              <a:gd name="connsiteY24" fmla="*/ 458383 h 1134698"/>
              <a:gd name="connsiteX25" fmla="*/ 615803 w 697121"/>
              <a:gd name="connsiteY25" fmla="*/ 558285 h 1134698"/>
              <a:gd name="connsiteX26" fmla="*/ 458356 w 697121"/>
              <a:gd name="connsiteY26" fmla="*/ 569666 h 1134698"/>
              <a:gd name="connsiteX27" fmla="*/ 568319 w 697121"/>
              <a:gd name="connsiteY27" fmla="*/ 454589 h 1134698"/>
              <a:gd name="connsiteX28" fmla="*/ 650479 w 697121"/>
              <a:gd name="connsiteY28" fmla="*/ 434197 h 1134698"/>
              <a:gd name="connsiteX29" fmla="*/ 327327 w 697121"/>
              <a:gd name="connsiteY29" fmla="*/ 220306 h 1134698"/>
              <a:gd name="connsiteX30" fmla="*/ 423904 w 697121"/>
              <a:gd name="connsiteY30" fmla="*/ 271439 h 1134698"/>
              <a:gd name="connsiteX31" fmla="*/ 487013 w 697121"/>
              <a:gd name="connsiteY31" fmla="*/ 416886 h 1134698"/>
              <a:gd name="connsiteX32" fmla="*/ 344709 w 697121"/>
              <a:gd name="connsiteY32" fmla="*/ 350432 h 1134698"/>
              <a:gd name="connsiteX33" fmla="*/ 307586 w 697121"/>
              <a:gd name="connsiteY33" fmla="*/ 231316 h 1134698"/>
              <a:gd name="connsiteX34" fmla="*/ 327327 w 697121"/>
              <a:gd name="connsiteY34" fmla="*/ 220306 h 1134698"/>
              <a:gd name="connsiteX35" fmla="*/ 452749 w 697121"/>
              <a:gd name="connsiteY35" fmla="*/ 808 h 1134698"/>
              <a:gd name="connsiteX36" fmla="*/ 528768 w 697121"/>
              <a:gd name="connsiteY36" fmla="*/ 98912 h 1134698"/>
              <a:gd name="connsiteX37" fmla="*/ 504246 w 697121"/>
              <a:gd name="connsiteY37" fmla="*/ 256131 h 1134698"/>
              <a:gd name="connsiteX38" fmla="*/ 419644 w 697121"/>
              <a:gd name="connsiteY38" fmla="*/ 121552 h 1134698"/>
              <a:gd name="connsiteX39" fmla="*/ 452749 w 697121"/>
              <a:gd name="connsiteY39" fmla="*/ 808 h 1134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697121" h="1134698">
                <a:moveTo>
                  <a:pt x="381984" y="982802"/>
                </a:moveTo>
                <a:cubicBezTo>
                  <a:pt x="402983" y="983730"/>
                  <a:pt x="417498" y="992086"/>
                  <a:pt x="424291" y="1005703"/>
                </a:cubicBezTo>
                <a:cubicBezTo>
                  <a:pt x="437879" y="1034174"/>
                  <a:pt x="416880" y="1071310"/>
                  <a:pt x="350177" y="1104732"/>
                </a:cubicBezTo>
                <a:cubicBezTo>
                  <a:pt x="290885" y="1134441"/>
                  <a:pt x="208123" y="1146820"/>
                  <a:pt x="194535" y="1119587"/>
                </a:cubicBezTo>
                <a:cubicBezTo>
                  <a:pt x="180948" y="1092354"/>
                  <a:pt x="240239" y="1035412"/>
                  <a:pt x="300767" y="1004465"/>
                </a:cubicBezTo>
                <a:cubicBezTo>
                  <a:pt x="333501" y="988372"/>
                  <a:pt x="360985" y="981873"/>
                  <a:pt x="381984" y="982802"/>
                </a:cubicBezTo>
                <a:close/>
                <a:moveTo>
                  <a:pt x="51887" y="794928"/>
                </a:moveTo>
                <a:cubicBezTo>
                  <a:pt x="72538" y="797438"/>
                  <a:pt x="98623" y="808729"/>
                  <a:pt x="129055" y="830683"/>
                </a:cubicBezTo>
                <a:cubicBezTo>
                  <a:pt x="183709" y="869575"/>
                  <a:pt x="234637" y="936067"/>
                  <a:pt x="217247" y="962413"/>
                </a:cubicBezTo>
                <a:cubicBezTo>
                  <a:pt x="198615" y="987504"/>
                  <a:pt x="120360" y="962413"/>
                  <a:pt x="64464" y="922267"/>
                </a:cubicBezTo>
                <a:cubicBezTo>
                  <a:pt x="4842" y="879612"/>
                  <a:pt x="-11306" y="836956"/>
                  <a:pt x="7326" y="811865"/>
                </a:cubicBezTo>
                <a:cubicBezTo>
                  <a:pt x="16021" y="798692"/>
                  <a:pt x="31237" y="792419"/>
                  <a:pt x="51887" y="794928"/>
                </a:cubicBezTo>
                <a:close/>
                <a:moveTo>
                  <a:pt x="432310" y="775772"/>
                </a:moveTo>
                <a:cubicBezTo>
                  <a:pt x="505190" y="777013"/>
                  <a:pt x="542248" y="801819"/>
                  <a:pt x="542248" y="832828"/>
                </a:cubicBezTo>
                <a:cubicBezTo>
                  <a:pt x="541013" y="863836"/>
                  <a:pt x="505190" y="888643"/>
                  <a:pt x="431075" y="886162"/>
                </a:cubicBezTo>
                <a:cubicBezTo>
                  <a:pt x="364371" y="886162"/>
                  <a:pt x="285314" y="858875"/>
                  <a:pt x="285314" y="829107"/>
                </a:cubicBezTo>
                <a:cubicBezTo>
                  <a:pt x="285314" y="798098"/>
                  <a:pt x="364371" y="774532"/>
                  <a:pt x="432310" y="775772"/>
                </a:cubicBezTo>
                <a:close/>
                <a:moveTo>
                  <a:pt x="267006" y="493277"/>
                </a:moveTo>
                <a:cubicBezTo>
                  <a:pt x="290659" y="497611"/>
                  <a:pt x="317657" y="523385"/>
                  <a:pt x="341133" y="575868"/>
                </a:cubicBezTo>
                <a:cubicBezTo>
                  <a:pt x="368679" y="637099"/>
                  <a:pt x="377443" y="720822"/>
                  <a:pt x="349898" y="733318"/>
                </a:cubicBezTo>
                <a:cubicBezTo>
                  <a:pt x="321100" y="745814"/>
                  <a:pt x="266008" y="683334"/>
                  <a:pt x="238463" y="620854"/>
                </a:cubicBezTo>
                <a:cubicBezTo>
                  <a:pt x="208413" y="554625"/>
                  <a:pt x="215925" y="508389"/>
                  <a:pt x="244723" y="495893"/>
                </a:cubicBezTo>
                <a:cubicBezTo>
                  <a:pt x="251609" y="492769"/>
                  <a:pt x="259122" y="491832"/>
                  <a:pt x="267006" y="493277"/>
                </a:cubicBezTo>
                <a:close/>
                <a:moveTo>
                  <a:pt x="650479" y="434197"/>
                </a:moveTo>
                <a:cubicBezTo>
                  <a:pt x="671722" y="435620"/>
                  <a:pt x="686405" y="444472"/>
                  <a:pt x="693277" y="458383"/>
                </a:cubicBezTo>
                <a:cubicBezTo>
                  <a:pt x="707023" y="486203"/>
                  <a:pt x="684530" y="525406"/>
                  <a:pt x="615803" y="558285"/>
                </a:cubicBezTo>
                <a:cubicBezTo>
                  <a:pt x="555823" y="587371"/>
                  <a:pt x="470851" y="597487"/>
                  <a:pt x="458356" y="569666"/>
                </a:cubicBezTo>
                <a:cubicBezTo>
                  <a:pt x="444610" y="540581"/>
                  <a:pt x="507089" y="483674"/>
                  <a:pt x="568319" y="454589"/>
                </a:cubicBezTo>
                <a:cubicBezTo>
                  <a:pt x="601433" y="438782"/>
                  <a:pt x="629236" y="432775"/>
                  <a:pt x="650479" y="434197"/>
                </a:cubicBezTo>
                <a:close/>
                <a:moveTo>
                  <a:pt x="327327" y="220306"/>
                </a:moveTo>
                <a:cubicBezTo>
                  <a:pt x="350819" y="215486"/>
                  <a:pt x="384925" y="230062"/>
                  <a:pt x="423904" y="271439"/>
                </a:cubicBezTo>
                <a:cubicBezTo>
                  <a:pt x="470927" y="319086"/>
                  <a:pt x="509287" y="394316"/>
                  <a:pt x="487013" y="416886"/>
                </a:cubicBezTo>
                <a:cubicBezTo>
                  <a:pt x="465977" y="438201"/>
                  <a:pt x="392969" y="398078"/>
                  <a:pt x="344709" y="350432"/>
                </a:cubicBezTo>
                <a:cubicBezTo>
                  <a:pt x="293974" y="297770"/>
                  <a:pt x="285312" y="252632"/>
                  <a:pt x="307586" y="231316"/>
                </a:cubicBezTo>
                <a:cubicBezTo>
                  <a:pt x="312845" y="225674"/>
                  <a:pt x="319496" y="221912"/>
                  <a:pt x="327327" y="220306"/>
                </a:cubicBezTo>
                <a:close/>
                <a:moveTo>
                  <a:pt x="452749" y="808"/>
                </a:moveTo>
                <a:cubicBezTo>
                  <a:pt x="482176" y="-5481"/>
                  <a:pt x="512829" y="24705"/>
                  <a:pt x="528768" y="98912"/>
                </a:cubicBezTo>
                <a:cubicBezTo>
                  <a:pt x="542255" y="165573"/>
                  <a:pt x="533672" y="249842"/>
                  <a:pt x="504246" y="256131"/>
                </a:cubicBezTo>
                <a:cubicBezTo>
                  <a:pt x="474819" y="262419"/>
                  <a:pt x="433132" y="189470"/>
                  <a:pt x="419644" y="121552"/>
                </a:cubicBezTo>
                <a:cubicBezTo>
                  <a:pt x="406157" y="49860"/>
                  <a:pt x="422097" y="7096"/>
                  <a:pt x="452749" y="808"/>
                </a:cubicBezTo>
                <a:close/>
              </a:path>
            </a:pathLst>
          </a:custGeom>
          <a:solidFill>
            <a:srgbClr val="B7554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7" name="Freeform 31">
            <a:extLst>
              <a:ext uri="{FF2B5EF4-FFF2-40B4-BE49-F238E27FC236}">
                <a16:creationId xmlns:a16="http://schemas.microsoft.com/office/drawing/2014/main" id="{071871EC-2E07-D24D-8468-1C6ABE4AD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2805" y="4518978"/>
            <a:ext cx="415394" cy="908612"/>
          </a:xfrm>
          <a:custGeom>
            <a:avLst/>
            <a:gdLst>
              <a:gd name="connsiteX0" fmla="*/ 323062 w 830787"/>
              <a:gd name="connsiteY0" fmla="*/ 1557168 h 1817223"/>
              <a:gd name="connsiteX1" fmla="*/ 436199 w 830787"/>
              <a:gd name="connsiteY1" fmla="*/ 1609421 h 1817223"/>
              <a:gd name="connsiteX2" fmla="*/ 565320 w 830787"/>
              <a:gd name="connsiteY2" fmla="*/ 1802164 h 1817223"/>
              <a:gd name="connsiteX3" fmla="*/ 343082 w 830787"/>
              <a:gd name="connsiteY3" fmla="*/ 1743340 h 1817223"/>
              <a:gd name="connsiteX4" fmla="*/ 257415 w 830787"/>
              <a:gd name="connsiteY4" fmla="*/ 1581886 h 1817223"/>
              <a:gd name="connsiteX5" fmla="*/ 323062 w 830787"/>
              <a:gd name="connsiteY5" fmla="*/ 1557168 h 1817223"/>
              <a:gd name="connsiteX6" fmla="*/ 781186 w 830787"/>
              <a:gd name="connsiteY6" fmla="*/ 1253927 h 1817223"/>
              <a:gd name="connsiteX7" fmla="*/ 811782 w 830787"/>
              <a:gd name="connsiteY7" fmla="*/ 1268072 h 1817223"/>
              <a:gd name="connsiteX8" fmla="*/ 762114 w 830787"/>
              <a:gd name="connsiteY8" fmla="*/ 1446117 h 1817223"/>
              <a:gd name="connsiteX9" fmla="*/ 555991 w 830787"/>
              <a:gd name="connsiteY9" fmla="*/ 1551440 h 1817223"/>
              <a:gd name="connsiteX10" fmla="*/ 641669 w 830787"/>
              <a:gd name="connsiteY10" fmla="*/ 1333272 h 1817223"/>
              <a:gd name="connsiteX11" fmla="*/ 781186 w 830787"/>
              <a:gd name="connsiteY11" fmla="*/ 1253927 h 1817223"/>
              <a:gd name="connsiteX12" fmla="*/ 241058 w 830787"/>
              <a:gd name="connsiteY12" fmla="*/ 1225580 h 1817223"/>
              <a:gd name="connsiteX13" fmla="*/ 361823 w 830787"/>
              <a:gd name="connsiteY13" fmla="*/ 1259480 h 1817223"/>
              <a:gd name="connsiteX14" fmla="*/ 517888 w 830787"/>
              <a:gd name="connsiteY14" fmla="*/ 1431492 h 1817223"/>
              <a:gd name="connsiteX15" fmla="*/ 288745 w 830787"/>
              <a:gd name="connsiteY15" fmla="*/ 1407636 h 1817223"/>
              <a:gd name="connsiteX16" fmla="*/ 179747 w 830787"/>
              <a:gd name="connsiteY16" fmla="*/ 1259480 h 1817223"/>
              <a:gd name="connsiteX17" fmla="*/ 241058 w 830787"/>
              <a:gd name="connsiteY17" fmla="*/ 1225580 h 1817223"/>
              <a:gd name="connsiteX18" fmla="*/ 715253 w 830787"/>
              <a:gd name="connsiteY18" fmla="*/ 968288 h 1817223"/>
              <a:gd name="connsiteX19" fmla="*/ 745868 w 830787"/>
              <a:gd name="connsiteY19" fmla="*/ 982433 h 1817223"/>
              <a:gd name="connsiteX20" fmla="*/ 696200 w 830787"/>
              <a:gd name="connsiteY20" fmla="*/ 1159225 h 1817223"/>
              <a:gd name="connsiteX21" fmla="*/ 490077 w 830787"/>
              <a:gd name="connsiteY21" fmla="*/ 1264547 h 1817223"/>
              <a:gd name="connsiteX22" fmla="*/ 574513 w 830787"/>
              <a:gd name="connsiteY22" fmla="*/ 1047633 h 1817223"/>
              <a:gd name="connsiteX23" fmla="*/ 715253 w 830787"/>
              <a:gd name="connsiteY23" fmla="*/ 968288 h 1817223"/>
              <a:gd name="connsiteX24" fmla="*/ 103499 w 830787"/>
              <a:gd name="connsiteY24" fmla="*/ 859164 h 1817223"/>
              <a:gd name="connsiteX25" fmla="*/ 227490 w 830787"/>
              <a:gd name="connsiteY25" fmla="*/ 881508 h 1817223"/>
              <a:gd name="connsiteX26" fmla="*/ 401798 w 830787"/>
              <a:gd name="connsiteY26" fmla="*/ 1038860 h 1817223"/>
              <a:gd name="connsiteX27" fmla="*/ 167297 w 830787"/>
              <a:gd name="connsiteY27" fmla="*/ 1036343 h 1817223"/>
              <a:gd name="connsiteX28" fmla="*/ 44403 w 830787"/>
              <a:gd name="connsiteY28" fmla="*/ 899132 h 1817223"/>
              <a:gd name="connsiteX29" fmla="*/ 103499 w 830787"/>
              <a:gd name="connsiteY29" fmla="*/ 859164 h 1817223"/>
              <a:gd name="connsiteX30" fmla="*/ 605414 w 830787"/>
              <a:gd name="connsiteY30" fmla="*/ 632286 h 1817223"/>
              <a:gd name="connsiteX31" fmla="*/ 636010 w 830787"/>
              <a:gd name="connsiteY31" fmla="*/ 645734 h 1817223"/>
              <a:gd name="connsiteX32" fmla="*/ 586342 w 830787"/>
              <a:gd name="connsiteY32" fmla="*/ 820353 h 1817223"/>
              <a:gd name="connsiteX33" fmla="*/ 380219 w 830787"/>
              <a:gd name="connsiteY33" fmla="*/ 924382 h 1817223"/>
              <a:gd name="connsiteX34" fmla="*/ 465897 w 830787"/>
              <a:gd name="connsiteY34" fmla="*/ 710133 h 1817223"/>
              <a:gd name="connsiteX35" fmla="*/ 605414 w 830787"/>
              <a:gd name="connsiteY35" fmla="*/ 632286 h 1817223"/>
              <a:gd name="connsiteX36" fmla="*/ 72418 w 830787"/>
              <a:gd name="connsiteY36" fmla="*/ 520625 h 1817223"/>
              <a:gd name="connsiteX37" fmla="*/ 190152 w 830787"/>
              <a:gd name="connsiteY37" fmla="*/ 563425 h 1817223"/>
              <a:gd name="connsiteX38" fmla="*/ 332859 w 830787"/>
              <a:gd name="connsiteY38" fmla="*/ 745209 h 1817223"/>
              <a:gd name="connsiteX39" fmla="*/ 104527 w 830787"/>
              <a:gd name="connsiteY39" fmla="*/ 704121 h 1817223"/>
              <a:gd name="connsiteX40" fmla="*/ 7734 w 830787"/>
              <a:gd name="connsiteY40" fmla="*/ 549729 h 1817223"/>
              <a:gd name="connsiteX41" fmla="*/ 72418 w 830787"/>
              <a:gd name="connsiteY41" fmla="*/ 520625 h 1817223"/>
              <a:gd name="connsiteX42" fmla="*/ 610268 w 830787"/>
              <a:gd name="connsiteY42" fmla="*/ 404999 h 1817223"/>
              <a:gd name="connsiteX43" fmla="*/ 674738 w 830787"/>
              <a:gd name="connsiteY43" fmla="*/ 435741 h 1817223"/>
              <a:gd name="connsiteX44" fmla="*/ 574555 w 830787"/>
              <a:gd name="connsiteY44" fmla="*/ 588048 h 1817223"/>
              <a:gd name="connsiteX45" fmla="*/ 346980 w 830787"/>
              <a:gd name="connsiteY45" fmla="*/ 624252 h 1817223"/>
              <a:gd name="connsiteX46" fmla="*/ 492925 w 830787"/>
              <a:gd name="connsiteY46" fmla="*/ 444480 h 1817223"/>
              <a:gd name="connsiteX47" fmla="*/ 610268 w 830787"/>
              <a:gd name="connsiteY47" fmla="*/ 404999 h 1817223"/>
              <a:gd name="connsiteX48" fmla="*/ 171424 w 830787"/>
              <a:gd name="connsiteY48" fmla="*/ 187036 h 1817223"/>
              <a:gd name="connsiteX49" fmla="*/ 295360 w 830787"/>
              <a:gd name="connsiteY49" fmla="*/ 290152 h 1817223"/>
              <a:gd name="connsiteX50" fmla="*/ 339984 w 830787"/>
              <a:gd name="connsiteY50" fmla="*/ 519533 h 1817223"/>
              <a:gd name="connsiteX51" fmla="*/ 156530 w 830787"/>
              <a:gd name="connsiteY51" fmla="*/ 379147 h 1817223"/>
              <a:gd name="connsiteX52" fmla="*/ 139176 w 830787"/>
              <a:gd name="connsiteY52" fmla="*/ 196143 h 1817223"/>
              <a:gd name="connsiteX53" fmla="*/ 171424 w 830787"/>
              <a:gd name="connsiteY53" fmla="*/ 187036 h 1817223"/>
              <a:gd name="connsiteX54" fmla="*/ 578228 w 830787"/>
              <a:gd name="connsiteY54" fmla="*/ 97 h 1817223"/>
              <a:gd name="connsiteX55" fmla="*/ 611701 w 830787"/>
              <a:gd name="connsiteY55" fmla="*/ 8127 h 1817223"/>
              <a:gd name="connsiteX56" fmla="*/ 594162 w 830787"/>
              <a:gd name="connsiteY56" fmla="*/ 191130 h 1817223"/>
              <a:gd name="connsiteX57" fmla="*/ 407498 w 830787"/>
              <a:gd name="connsiteY57" fmla="*/ 331517 h 1817223"/>
              <a:gd name="connsiteX58" fmla="*/ 453851 w 830787"/>
              <a:gd name="connsiteY58" fmla="*/ 103389 h 1817223"/>
              <a:gd name="connsiteX59" fmla="*/ 578228 w 830787"/>
              <a:gd name="connsiteY59" fmla="*/ 97 h 1817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830787" h="1817223">
                <a:moveTo>
                  <a:pt x="323062" y="1557168"/>
                </a:moveTo>
                <a:cubicBezTo>
                  <a:pt x="353325" y="1560609"/>
                  <a:pt x="391503" y="1576880"/>
                  <a:pt x="436199" y="1609421"/>
                </a:cubicBezTo>
                <a:cubicBezTo>
                  <a:pt x="516900" y="1666994"/>
                  <a:pt x="592635" y="1765868"/>
                  <a:pt x="565320" y="1802164"/>
                </a:cubicBezTo>
                <a:cubicBezTo>
                  <a:pt x="540489" y="1839711"/>
                  <a:pt x="422542" y="1802164"/>
                  <a:pt x="343082" y="1743340"/>
                </a:cubicBezTo>
                <a:cubicBezTo>
                  <a:pt x="254932" y="1682013"/>
                  <a:pt x="231342" y="1619434"/>
                  <a:pt x="257415" y="1581886"/>
                </a:cubicBezTo>
                <a:cubicBezTo>
                  <a:pt x="270451" y="1563112"/>
                  <a:pt x="292799" y="1553726"/>
                  <a:pt x="323062" y="1557168"/>
                </a:cubicBezTo>
                <a:close/>
                <a:moveTo>
                  <a:pt x="781186" y="1253927"/>
                </a:moveTo>
                <a:cubicBezTo>
                  <a:pt x="793079" y="1255455"/>
                  <a:pt x="803401" y="1260235"/>
                  <a:pt x="811782" y="1268072"/>
                </a:cubicBezTo>
                <a:cubicBezTo>
                  <a:pt x="845309" y="1299418"/>
                  <a:pt x="837858" y="1363364"/>
                  <a:pt x="762114" y="1446117"/>
                </a:cubicBezTo>
                <a:cubicBezTo>
                  <a:pt x="696304" y="1518840"/>
                  <a:pt x="589517" y="1581532"/>
                  <a:pt x="555991" y="1551440"/>
                </a:cubicBezTo>
                <a:cubicBezTo>
                  <a:pt x="522465" y="1518840"/>
                  <a:pt x="574617" y="1407248"/>
                  <a:pt x="641669" y="1333272"/>
                </a:cubicBezTo>
                <a:cubicBezTo>
                  <a:pt x="695683" y="1274028"/>
                  <a:pt x="745506" y="1249343"/>
                  <a:pt x="781186" y="1253927"/>
                </a:cubicBezTo>
                <a:close/>
                <a:moveTo>
                  <a:pt x="241058" y="1225580"/>
                </a:moveTo>
                <a:cubicBezTo>
                  <a:pt x="271714" y="1224325"/>
                  <a:pt x="312278" y="1234369"/>
                  <a:pt x="361823" y="1259480"/>
                </a:cubicBezTo>
                <a:cubicBezTo>
                  <a:pt x="448526" y="1303425"/>
                  <a:pt x="537706" y="1390058"/>
                  <a:pt x="517888" y="1431492"/>
                </a:cubicBezTo>
                <a:cubicBezTo>
                  <a:pt x="498070" y="1471669"/>
                  <a:pt x="376686" y="1452836"/>
                  <a:pt x="288745" y="1407636"/>
                </a:cubicBezTo>
                <a:cubicBezTo>
                  <a:pt x="193372" y="1358669"/>
                  <a:pt x="159929" y="1300914"/>
                  <a:pt x="179747" y="1259480"/>
                </a:cubicBezTo>
                <a:cubicBezTo>
                  <a:pt x="189656" y="1239391"/>
                  <a:pt x="210403" y="1226836"/>
                  <a:pt x="241058" y="1225580"/>
                </a:cubicBezTo>
                <a:close/>
                <a:moveTo>
                  <a:pt x="715253" y="968288"/>
                </a:moveTo>
                <a:cubicBezTo>
                  <a:pt x="727165" y="969816"/>
                  <a:pt x="737487" y="974596"/>
                  <a:pt x="745868" y="982433"/>
                </a:cubicBezTo>
                <a:cubicBezTo>
                  <a:pt x="779395" y="1013779"/>
                  <a:pt x="770703" y="1077725"/>
                  <a:pt x="696200" y="1159225"/>
                </a:cubicBezTo>
                <a:cubicBezTo>
                  <a:pt x="629148" y="1233201"/>
                  <a:pt x="522362" y="1295893"/>
                  <a:pt x="490077" y="1264547"/>
                </a:cubicBezTo>
                <a:cubicBezTo>
                  <a:pt x="456551" y="1233201"/>
                  <a:pt x="507461" y="1121609"/>
                  <a:pt x="574513" y="1047633"/>
                </a:cubicBezTo>
                <a:cubicBezTo>
                  <a:pt x="629459" y="988389"/>
                  <a:pt x="679515" y="963704"/>
                  <a:pt x="715253" y="968288"/>
                </a:cubicBezTo>
                <a:close/>
                <a:moveTo>
                  <a:pt x="103499" y="859164"/>
                </a:moveTo>
                <a:cubicBezTo>
                  <a:pt x="134066" y="855073"/>
                  <a:pt x="175448" y="861367"/>
                  <a:pt x="227490" y="881508"/>
                </a:cubicBezTo>
                <a:cubicBezTo>
                  <a:pt x="320287" y="918014"/>
                  <a:pt x="416846" y="996061"/>
                  <a:pt x="401798" y="1038860"/>
                </a:cubicBezTo>
                <a:cubicBezTo>
                  <a:pt x="384242" y="1081660"/>
                  <a:pt x="261348" y="1072848"/>
                  <a:pt x="167297" y="1036343"/>
                </a:cubicBezTo>
                <a:cubicBezTo>
                  <a:pt x="66975" y="997319"/>
                  <a:pt x="28101" y="941931"/>
                  <a:pt x="44403" y="899132"/>
                </a:cubicBezTo>
                <a:cubicBezTo>
                  <a:pt x="53181" y="877732"/>
                  <a:pt x="72932" y="863256"/>
                  <a:pt x="103499" y="859164"/>
                </a:cubicBezTo>
                <a:close/>
                <a:moveTo>
                  <a:pt x="605414" y="632286"/>
                </a:moveTo>
                <a:cubicBezTo>
                  <a:pt x="617307" y="633737"/>
                  <a:pt x="627629" y="638303"/>
                  <a:pt x="636010" y="645734"/>
                </a:cubicBezTo>
                <a:cubicBezTo>
                  <a:pt x="669537" y="676695"/>
                  <a:pt x="660845" y="739855"/>
                  <a:pt x="586342" y="820353"/>
                </a:cubicBezTo>
                <a:cubicBezTo>
                  <a:pt x="519290" y="893421"/>
                  <a:pt x="412504" y="955343"/>
                  <a:pt x="380219" y="924382"/>
                </a:cubicBezTo>
                <a:cubicBezTo>
                  <a:pt x="346693" y="894659"/>
                  <a:pt x="397603" y="784439"/>
                  <a:pt x="465897" y="710133"/>
                </a:cubicBezTo>
                <a:cubicBezTo>
                  <a:pt x="519911" y="651617"/>
                  <a:pt x="569734" y="627932"/>
                  <a:pt x="605414" y="632286"/>
                </a:cubicBezTo>
                <a:close/>
                <a:moveTo>
                  <a:pt x="72418" y="520625"/>
                </a:moveTo>
                <a:cubicBezTo>
                  <a:pt x="103287" y="521715"/>
                  <a:pt x="142996" y="534788"/>
                  <a:pt x="190152" y="563425"/>
                </a:cubicBezTo>
                <a:cubicBezTo>
                  <a:pt x="273294" y="614474"/>
                  <a:pt x="356436" y="706611"/>
                  <a:pt x="332859" y="745209"/>
                </a:cubicBezTo>
                <a:cubicBezTo>
                  <a:pt x="309281" y="785052"/>
                  <a:pt x="190152" y="756415"/>
                  <a:pt x="104527" y="704121"/>
                </a:cubicBezTo>
                <a:cubicBezTo>
                  <a:pt x="13939" y="649337"/>
                  <a:pt x="-15843" y="588327"/>
                  <a:pt x="7734" y="549729"/>
                </a:cubicBezTo>
                <a:cubicBezTo>
                  <a:pt x="19523" y="530430"/>
                  <a:pt x="41550" y="519536"/>
                  <a:pt x="72418" y="520625"/>
                </a:cubicBezTo>
                <a:close/>
                <a:moveTo>
                  <a:pt x="610268" y="404999"/>
                </a:moveTo>
                <a:cubicBezTo>
                  <a:pt x="641344" y="404531"/>
                  <a:pt x="663606" y="415767"/>
                  <a:pt x="674738" y="435741"/>
                </a:cubicBezTo>
                <a:cubicBezTo>
                  <a:pt x="697000" y="474442"/>
                  <a:pt x="669790" y="531869"/>
                  <a:pt x="574555" y="588048"/>
                </a:cubicBezTo>
                <a:cubicBezTo>
                  <a:pt x="489214" y="636736"/>
                  <a:pt x="369243" y="664202"/>
                  <a:pt x="346980" y="624252"/>
                </a:cubicBezTo>
                <a:cubicBezTo>
                  <a:pt x="324717" y="585551"/>
                  <a:pt x="407584" y="494417"/>
                  <a:pt x="492925" y="444480"/>
                </a:cubicBezTo>
                <a:cubicBezTo>
                  <a:pt x="539306" y="417639"/>
                  <a:pt x="579193" y="405467"/>
                  <a:pt x="610268" y="404999"/>
                </a:cubicBezTo>
                <a:close/>
                <a:moveTo>
                  <a:pt x="171424" y="187036"/>
                </a:moveTo>
                <a:cubicBezTo>
                  <a:pt x="206809" y="187917"/>
                  <a:pt x="250736" y="219645"/>
                  <a:pt x="295360" y="290152"/>
                </a:cubicBezTo>
                <a:cubicBezTo>
                  <a:pt x="347421" y="375386"/>
                  <a:pt x="378410" y="495717"/>
                  <a:pt x="339984" y="519533"/>
                </a:cubicBezTo>
                <a:cubicBezTo>
                  <a:pt x="301557" y="543349"/>
                  <a:pt x="208591" y="464381"/>
                  <a:pt x="156530" y="379147"/>
                </a:cubicBezTo>
                <a:cubicBezTo>
                  <a:pt x="99510" y="287645"/>
                  <a:pt x="100750" y="219959"/>
                  <a:pt x="139176" y="196143"/>
                </a:cubicBezTo>
                <a:cubicBezTo>
                  <a:pt x="148782" y="189876"/>
                  <a:pt x="159629" y="186742"/>
                  <a:pt x="171424" y="187036"/>
                </a:cubicBezTo>
                <a:close/>
                <a:moveTo>
                  <a:pt x="578228" y="97"/>
                </a:moveTo>
                <a:cubicBezTo>
                  <a:pt x="590404" y="-569"/>
                  <a:pt x="601679" y="2173"/>
                  <a:pt x="611701" y="8127"/>
                </a:cubicBezTo>
                <a:cubicBezTo>
                  <a:pt x="649284" y="33196"/>
                  <a:pt x="653042" y="97121"/>
                  <a:pt x="594162" y="191130"/>
                </a:cubicBezTo>
                <a:cubicBezTo>
                  <a:pt x="540293" y="275111"/>
                  <a:pt x="446334" y="356586"/>
                  <a:pt x="407498" y="331517"/>
                </a:cubicBezTo>
                <a:cubicBezTo>
                  <a:pt x="368662" y="307701"/>
                  <a:pt x="399982" y="188623"/>
                  <a:pt x="453851" y="103389"/>
                </a:cubicBezTo>
                <a:cubicBezTo>
                  <a:pt x="497072" y="34763"/>
                  <a:pt x="541702" y="2094"/>
                  <a:pt x="578228" y="97"/>
                </a:cubicBezTo>
                <a:close/>
              </a:path>
            </a:pathLst>
          </a:custGeom>
          <a:solidFill>
            <a:srgbClr val="F4716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8" name="Freeform 115">
            <a:extLst>
              <a:ext uri="{FF2B5EF4-FFF2-40B4-BE49-F238E27FC236}">
                <a16:creationId xmlns:a16="http://schemas.microsoft.com/office/drawing/2014/main" id="{70F880A9-6D98-8A4D-8C07-4B87830374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5727" y="4648459"/>
            <a:ext cx="197746" cy="878888"/>
          </a:xfrm>
          <a:custGeom>
            <a:avLst/>
            <a:gdLst>
              <a:gd name="T0" fmla="*/ 175527 w 319"/>
              <a:gd name="T1" fmla="*/ 921044 h 1411"/>
              <a:gd name="T2" fmla="*/ 170326 w 319"/>
              <a:gd name="T3" fmla="*/ 920391 h 1411"/>
              <a:gd name="T4" fmla="*/ 170326 w 319"/>
              <a:gd name="T5" fmla="*/ 920391 h 1411"/>
              <a:gd name="T6" fmla="*/ 98165 w 319"/>
              <a:gd name="T7" fmla="*/ 431127 h 1411"/>
              <a:gd name="T8" fmla="*/ 98165 w 319"/>
              <a:gd name="T9" fmla="*/ 431127 h 1411"/>
              <a:gd name="T10" fmla="*/ 106616 w 319"/>
              <a:gd name="T11" fmla="*/ 0 h 1411"/>
              <a:gd name="T12" fmla="*/ 111817 w 319"/>
              <a:gd name="T13" fmla="*/ 2613 h 1411"/>
              <a:gd name="T14" fmla="*/ 111817 w 319"/>
              <a:gd name="T15" fmla="*/ 2613 h 1411"/>
              <a:gd name="T16" fmla="*/ 104016 w 319"/>
              <a:gd name="T17" fmla="*/ 429167 h 1411"/>
              <a:gd name="T18" fmla="*/ 104016 w 319"/>
              <a:gd name="T19" fmla="*/ 429167 h 1411"/>
              <a:gd name="T20" fmla="*/ 181378 w 319"/>
              <a:gd name="T21" fmla="*/ 779948 h 1411"/>
              <a:gd name="T22" fmla="*/ 181378 w 319"/>
              <a:gd name="T23" fmla="*/ 779948 h 1411"/>
              <a:gd name="T24" fmla="*/ 175527 w 319"/>
              <a:gd name="T25" fmla="*/ 921044 h 1411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319" h="1411">
                <a:moveTo>
                  <a:pt x="270" y="1410"/>
                </a:moveTo>
                <a:lnTo>
                  <a:pt x="262" y="1409"/>
                </a:lnTo>
                <a:cubicBezTo>
                  <a:pt x="262" y="1405"/>
                  <a:pt x="318" y="1081"/>
                  <a:pt x="151" y="660"/>
                </a:cubicBezTo>
                <a:cubicBezTo>
                  <a:pt x="0" y="278"/>
                  <a:pt x="162" y="3"/>
                  <a:pt x="164" y="0"/>
                </a:cubicBezTo>
                <a:lnTo>
                  <a:pt x="172" y="4"/>
                </a:lnTo>
                <a:cubicBezTo>
                  <a:pt x="170" y="8"/>
                  <a:pt x="10" y="279"/>
                  <a:pt x="160" y="657"/>
                </a:cubicBezTo>
                <a:cubicBezTo>
                  <a:pt x="248" y="878"/>
                  <a:pt x="273" y="1072"/>
                  <a:pt x="279" y="1194"/>
                </a:cubicBezTo>
                <a:cubicBezTo>
                  <a:pt x="285" y="1327"/>
                  <a:pt x="270" y="1409"/>
                  <a:pt x="270" y="1410"/>
                </a:cubicBezTo>
              </a:path>
            </a:pathLst>
          </a:custGeom>
          <a:solidFill>
            <a:srgbClr val="182E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19" name="Freeform 33">
            <a:extLst>
              <a:ext uri="{FF2B5EF4-FFF2-40B4-BE49-F238E27FC236}">
                <a16:creationId xmlns:a16="http://schemas.microsoft.com/office/drawing/2014/main" id="{389332B7-D2DC-9A4A-B2F9-3C954062F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3404" y="5549319"/>
            <a:ext cx="252055" cy="397559"/>
          </a:xfrm>
          <a:custGeom>
            <a:avLst/>
            <a:gdLst>
              <a:gd name="connsiteX0" fmla="*/ 65918 w 504110"/>
              <a:gd name="connsiteY0" fmla="*/ 774518 h 795117"/>
              <a:gd name="connsiteX1" fmla="*/ 443678 w 504110"/>
              <a:gd name="connsiteY1" fmla="*/ 774518 h 795117"/>
              <a:gd name="connsiteX2" fmla="*/ 442428 w 504110"/>
              <a:gd name="connsiteY2" fmla="*/ 795117 h 795117"/>
              <a:gd name="connsiteX3" fmla="*/ 67169 w 504110"/>
              <a:gd name="connsiteY3" fmla="*/ 795117 h 795117"/>
              <a:gd name="connsiteX4" fmla="*/ 5495 w 504110"/>
              <a:gd name="connsiteY4" fmla="*/ 38451 h 795117"/>
              <a:gd name="connsiteX5" fmla="*/ 504110 w 504110"/>
              <a:gd name="connsiteY5" fmla="*/ 38451 h 795117"/>
              <a:gd name="connsiteX6" fmla="*/ 502866 w 504110"/>
              <a:gd name="connsiteY6" fmla="*/ 53833 h 795117"/>
              <a:gd name="connsiteX7" fmla="*/ 7982 w 504110"/>
              <a:gd name="connsiteY7" fmla="*/ 53833 h 795117"/>
              <a:gd name="connsiteX8" fmla="*/ 0 w 504110"/>
              <a:gd name="connsiteY8" fmla="*/ 0 h 795117"/>
              <a:gd name="connsiteX9" fmla="*/ 504109 w 504110"/>
              <a:gd name="connsiteY9" fmla="*/ 0 h 795117"/>
              <a:gd name="connsiteX10" fmla="*/ 502867 w 504110"/>
              <a:gd name="connsiteY10" fmla="*/ 20599 h 795117"/>
              <a:gd name="connsiteX11" fmla="*/ 1242 w 504110"/>
              <a:gd name="connsiteY11" fmla="*/ 20599 h 79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4110" h="795117">
                <a:moveTo>
                  <a:pt x="65918" y="774518"/>
                </a:moveTo>
                <a:lnTo>
                  <a:pt x="443678" y="774518"/>
                </a:lnTo>
                <a:lnTo>
                  <a:pt x="442428" y="795117"/>
                </a:lnTo>
                <a:lnTo>
                  <a:pt x="67169" y="795117"/>
                </a:lnTo>
                <a:close/>
                <a:moveTo>
                  <a:pt x="5495" y="38451"/>
                </a:moveTo>
                <a:lnTo>
                  <a:pt x="504110" y="38451"/>
                </a:lnTo>
                <a:lnTo>
                  <a:pt x="502866" y="53833"/>
                </a:lnTo>
                <a:lnTo>
                  <a:pt x="7982" y="53833"/>
                </a:lnTo>
                <a:close/>
                <a:moveTo>
                  <a:pt x="0" y="0"/>
                </a:moveTo>
                <a:lnTo>
                  <a:pt x="504109" y="0"/>
                </a:lnTo>
                <a:lnTo>
                  <a:pt x="502867" y="20599"/>
                </a:lnTo>
                <a:lnTo>
                  <a:pt x="1242" y="20599"/>
                </a:lnTo>
                <a:close/>
              </a:path>
            </a:pathLst>
          </a:custGeom>
          <a:solidFill>
            <a:srgbClr val="182E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0" name="Freeform 120">
            <a:extLst>
              <a:ext uri="{FF2B5EF4-FFF2-40B4-BE49-F238E27FC236}">
                <a16:creationId xmlns:a16="http://schemas.microsoft.com/office/drawing/2014/main" id="{33E49CA8-4087-4A47-AF8A-7CD6C4688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1716" y="2632513"/>
            <a:ext cx="653660" cy="653673"/>
          </a:xfrm>
          <a:custGeom>
            <a:avLst/>
            <a:gdLst>
              <a:gd name="T0" fmla="*/ 14349 w 1051"/>
              <a:gd name="T1" fmla="*/ 670510 h 1051"/>
              <a:gd name="T2" fmla="*/ 670510 w 1051"/>
              <a:gd name="T3" fmla="*/ 670510 h 1051"/>
              <a:gd name="T4" fmla="*/ 670510 w 1051"/>
              <a:gd name="T5" fmla="*/ 14349 h 1051"/>
              <a:gd name="T6" fmla="*/ 14349 w 1051"/>
              <a:gd name="T7" fmla="*/ 14349 h 1051"/>
              <a:gd name="T8" fmla="*/ 14349 w 1051"/>
              <a:gd name="T9" fmla="*/ 670510 h 1051"/>
              <a:gd name="T10" fmla="*/ 684860 w 1051"/>
              <a:gd name="T11" fmla="*/ 684860 h 1051"/>
              <a:gd name="T12" fmla="*/ 0 w 1051"/>
              <a:gd name="T13" fmla="*/ 684860 h 1051"/>
              <a:gd name="T14" fmla="*/ 0 w 1051"/>
              <a:gd name="T15" fmla="*/ 0 h 1051"/>
              <a:gd name="T16" fmla="*/ 684860 w 1051"/>
              <a:gd name="T17" fmla="*/ 0 h 1051"/>
              <a:gd name="T18" fmla="*/ 684860 w 1051"/>
              <a:gd name="T19" fmla="*/ 684860 h 105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051" h="1051">
                <a:moveTo>
                  <a:pt x="22" y="1028"/>
                </a:moveTo>
                <a:lnTo>
                  <a:pt x="1028" y="1028"/>
                </a:lnTo>
                <a:lnTo>
                  <a:pt x="1028" y="22"/>
                </a:lnTo>
                <a:lnTo>
                  <a:pt x="22" y="22"/>
                </a:lnTo>
                <a:lnTo>
                  <a:pt x="22" y="1028"/>
                </a:lnTo>
                <a:close/>
                <a:moveTo>
                  <a:pt x="1050" y="1050"/>
                </a:moveTo>
                <a:lnTo>
                  <a:pt x="0" y="1050"/>
                </a:lnTo>
                <a:lnTo>
                  <a:pt x="0" y="0"/>
                </a:lnTo>
                <a:lnTo>
                  <a:pt x="1050" y="0"/>
                </a:lnTo>
                <a:lnTo>
                  <a:pt x="1050" y="105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1" name="Freeform 121">
            <a:extLst>
              <a:ext uri="{FF2B5EF4-FFF2-40B4-BE49-F238E27FC236}">
                <a16:creationId xmlns:a16="http://schemas.microsoft.com/office/drawing/2014/main" id="{2D997A9A-C3B6-9441-B1C6-5BF07623F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8054" y="2761597"/>
            <a:ext cx="398237" cy="398247"/>
          </a:xfrm>
          <a:custGeom>
            <a:avLst/>
            <a:gdLst>
              <a:gd name="T0" fmla="*/ 416991 w 641"/>
              <a:gd name="T1" fmla="*/ 416993 h 641"/>
              <a:gd name="T2" fmla="*/ 0 w 641"/>
              <a:gd name="T3" fmla="*/ 416993 h 641"/>
              <a:gd name="T4" fmla="*/ 0 w 641"/>
              <a:gd name="T5" fmla="*/ 0 h 641"/>
              <a:gd name="T6" fmla="*/ 416991 w 641"/>
              <a:gd name="T7" fmla="*/ 0 h 641"/>
              <a:gd name="T8" fmla="*/ 416991 w 641"/>
              <a:gd name="T9" fmla="*/ 416993 h 64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41" h="641">
                <a:moveTo>
                  <a:pt x="640" y="640"/>
                </a:moveTo>
                <a:lnTo>
                  <a:pt x="0" y="640"/>
                </a:lnTo>
                <a:lnTo>
                  <a:pt x="0" y="0"/>
                </a:lnTo>
                <a:lnTo>
                  <a:pt x="640" y="0"/>
                </a:lnTo>
                <a:lnTo>
                  <a:pt x="640" y="640"/>
                </a:lnTo>
              </a:path>
            </a:pathLst>
          </a:cu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2" name="Freeform 122">
            <a:extLst>
              <a:ext uri="{FF2B5EF4-FFF2-40B4-BE49-F238E27FC236}">
                <a16:creationId xmlns:a16="http://schemas.microsoft.com/office/drawing/2014/main" id="{4E4B9974-E8B4-614F-87DA-CEDCEBCF3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612" y="2572088"/>
            <a:ext cx="832181" cy="832196"/>
          </a:xfrm>
          <a:custGeom>
            <a:avLst/>
            <a:gdLst>
              <a:gd name="T0" fmla="*/ 872079 w 1334"/>
              <a:gd name="T1" fmla="*/ 436039 h 1335"/>
              <a:gd name="T2" fmla="*/ 872079 w 1334"/>
              <a:gd name="T3" fmla="*/ 436039 h 1335"/>
              <a:gd name="T4" fmla="*/ 435712 w 1334"/>
              <a:gd name="T5" fmla="*/ 872077 h 1335"/>
              <a:gd name="T6" fmla="*/ 435712 w 1334"/>
              <a:gd name="T7" fmla="*/ 872077 h 1335"/>
              <a:gd name="T8" fmla="*/ 0 w 1334"/>
              <a:gd name="T9" fmla="*/ 436039 h 1335"/>
              <a:gd name="T10" fmla="*/ 0 w 1334"/>
              <a:gd name="T11" fmla="*/ 436039 h 1335"/>
              <a:gd name="T12" fmla="*/ 435712 w 1334"/>
              <a:gd name="T13" fmla="*/ 0 h 1335"/>
              <a:gd name="T14" fmla="*/ 435712 w 1334"/>
              <a:gd name="T15" fmla="*/ 0 h 1335"/>
              <a:gd name="T16" fmla="*/ 872079 w 1334"/>
              <a:gd name="T17" fmla="*/ 436039 h 133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334" h="1335">
                <a:moveTo>
                  <a:pt x="1333" y="667"/>
                </a:moveTo>
                <a:lnTo>
                  <a:pt x="1333" y="667"/>
                </a:lnTo>
                <a:cubicBezTo>
                  <a:pt x="1333" y="1035"/>
                  <a:pt x="1035" y="1334"/>
                  <a:pt x="666" y="1334"/>
                </a:cubicBezTo>
                <a:cubicBezTo>
                  <a:pt x="298" y="1334"/>
                  <a:pt x="0" y="1035"/>
                  <a:pt x="0" y="667"/>
                </a:cubicBezTo>
                <a:cubicBezTo>
                  <a:pt x="0" y="299"/>
                  <a:pt x="298" y="0"/>
                  <a:pt x="666" y="0"/>
                </a:cubicBezTo>
                <a:cubicBezTo>
                  <a:pt x="1035" y="0"/>
                  <a:pt x="1333" y="299"/>
                  <a:pt x="1333" y="667"/>
                </a:cubicBezTo>
              </a:path>
            </a:pathLst>
          </a:custGeom>
          <a:solidFill>
            <a:srgbClr val="A9203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3" name="Freeform 123">
            <a:extLst>
              <a:ext uri="{FF2B5EF4-FFF2-40B4-BE49-F238E27FC236}">
                <a16:creationId xmlns:a16="http://schemas.microsoft.com/office/drawing/2014/main" id="{600818C1-1FE6-904D-ACD3-40FD3E44B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5583" y="2591313"/>
            <a:ext cx="790983" cy="790999"/>
          </a:xfrm>
          <a:custGeom>
            <a:avLst/>
            <a:gdLst>
              <a:gd name="T0" fmla="*/ 828873 w 1268"/>
              <a:gd name="T1" fmla="*/ 414764 h 1268"/>
              <a:gd name="T2" fmla="*/ 828873 w 1268"/>
              <a:gd name="T3" fmla="*/ 414764 h 1268"/>
              <a:gd name="T4" fmla="*/ 414109 w 1268"/>
              <a:gd name="T5" fmla="*/ 828873 h 1268"/>
              <a:gd name="T6" fmla="*/ 414109 w 1268"/>
              <a:gd name="T7" fmla="*/ 828873 h 1268"/>
              <a:gd name="T8" fmla="*/ 0 w 1268"/>
              <a:gd name="T9" fmla="*/ 414764 h 1268"/>
              <a:gd name="T10" fmla="*/ 0 w 1268"/>
              <a:gd name="T11" fmla="*/ 414764 h 1268"/>
              <a:gd name="T12" fmla="*/ 414109 w 1268"/>
              <a:gd name="T13" fmla="*/ 0 h 1268"/>
              <a:gd name="T14" fmla="*/ 414109 w 1268"/>
              <a:gd name="T15" fmla="*/ 0 h 1268"/>
              <a:gd name="T16" fmla="*/ 828873 w 1268"/>
              <a:gd name="T17" fmla="*/ 414764 h 126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268" h="1268">
                <a:moveTo>
                  <a:pt x="1267" y="634"/>
                </a:moveTo>
                <a:lnTo>
                  <a:pt x="1267" y="634"/>
                </a:lnTo>
                <a:cubicBezTo>
                  <a:pt x="1267" y="984"/>
                  <a:pt x="983" y="1267"/>
                  <a:pt x="633" y="1267"/>
                </a:cubicBezTo>
                <a:cubicBezTo>
                  <a:pt x="283" y="1267"/>
                  <a:pt x="0" y="984"/>
                  <a:pt x="0" y="634"/>
                </a:cubicBezTo>
                <a:cubicBezTo>
                  <a:pt x="0" y="284"/>
                  <a:pt x="283" y="0"/>
                  <a:pt x="633" y="0"/>
                </a:cubicBezTo>
                <a:cubicBezTo>
                  <a:pt x="983" y="0"/>
                  <a:pt x="1267" y="284"/>
                  <a:pt x="1267" y="634"/>
                </a:cubicBezTo>
              </a:path>
            </a:pathLst>
          </a:custGeom>
          <a:solidFill>
            <a:srgbClr val="F4716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4" name="Freeform 124">
            <a:extLst>
              <a:ext uri="{FF2B5EF4-FFF2-40B4-BE49-F238E27FC236}">
                <a16:creationId xmlns:a16="http://schemas.microsoft.com/office/drawing/2014/main" id="{930B18EA-4E69-9449-A681-C9F51840D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963" y="2684696"/>
            <a:ext cx="604224" cy="601490"/>
          </a:xfrm>
          <a:custGeom>
            <a:avLst/>
            <a:gdLst>
              <a:gd name="T0" fmla="*/ 633012 w 968"/>
              <a:gd name="T1" fmla="*/ 315067 h 967"/>
              <a:gd name="T2" fmla="*/ 633012 w 968"/>
              <a:gd name="T3" fmla="*/ 315067 h 967"/>
              <a:gd name="T4" fmla="*/ 316179 w 968"/>
              <a:gd name="T5" fmla="*/ 630135 h 967"/>
              <a:gd name="T6" fmla="*/ 316179 w 968"/>
              <a:gd name="T7" fmla="*/ 630135 h 967"/>
              <a:gd name="T8" fmla="*/ 0 w 968"/>
              <a:gd name="T9" fmla="*/ 315067 h 967"/>
              <a:gd name="T10" fmla="*/ 0 w 968"/>
              <a:gd name="T11" fmla="*/ 315067 h 967"/>
              <a:gd name="T12" fmla="*/ 316179 w 968"/>
              <a:gd name="T13" fmla="*/ 0 h 967"/>
              <a:gd name="T14" fmla="*/ 316179 w 968"/>
              <a:gd name="T15" fmla="*/ 0 h 967"/>
              <a:gd name="T16" fmla="*/ 633012 w 968"/>
              <a:gd name="T17" fmla="*/ 315067 h 96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968" h="967">
                <a:moveTo>
                  <a:pt x="967" y="483"/>
                </a:moveTo>
                <a:lnTo>
                  <a:pt x="967" y="483"/>
                </a:lnTo>
                <a:cubicBezTo>
                  <a:pt x="967" y="750"/>
                  <a:pt x="750" y="966"/>
                  <a:pt x="483" y="966"/>
                </a:cubicBezTo>
                <a:cubicBezTo>
                  <a:pt x="217" y="966"/>
                  <a:pt x="0" y="750"/>
                  <a:pt x="0" y="483"/>
                </a:cubicBezTo>
                <a:cubicBezTo>
                  <a:pt x="0" y="216"/>
                  <a:pt x="217" y="0"/>
                  <a:pt x="483" y="0"/>
                </a:cubicBezTo>
                <a:cubicBezTo>
                  <a:pt x="750" y="0"/>
                  <a:pt x="967" y="216"/>
                  <a:pt x="967" y="483"/>
                </a:cubicBez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5" name="Freeform 125">
            <a:extLst>
              <a:ext uri="{FF2B5EF4-FFF2-40B4-BE49-F238E27FC236}">
                <a16:creationId xmlns:a16="http://schemas.microsoft.com/office/drawing/2014/main" id="{8DE17B02-8F8B-1742-BCED-97DB910FC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3752" y="2849487"/>
            <a:ext cx="271902" cy="271907"/>
          </a:xfrm>
          <a:custGeom>
            <a:avLst/>
            <a:gdLst>
              <a:gd name="T0" fmla="*/ 284497 w 436"/>
              <a:gd name="T1" fmla="*/ 142576 h 436"/>
              <a:gd name="T2" fmla="*/ 284497 w 436"/>
              <a:gd name="T3" fmla="*/ 142576 h 436"/>
              <a:gd name="T4" fmla="*/ 141921 w 436"/>
              <a:gd name="T5" fmla="*/ 284497 h 436"/>
              <a:gd name="T6" fmla="*/ 141921 w 436"/>
              <a:gd name="T7" fmla="*/ 284497 h 436"/>
              <a:gd name="T8" fmla="*/ 0 w 436"/>
              <a:gd name="T9" fmla="*/ 142576 h 436"/>
              <a:gd name="T10" fmla="*/ 0 w 436"/>
              <a:gd name="T11" fmla="*/ 142576 h 436"/>
              <a:gd name="T12" fmla="*/ 141921 w 436"/>
              <a:gd name="T13" fmla="*/ 0 h 436"/>
              <a:gd name="T14" fmla="*/ 141921 w 436"/>
              <a:gd name="T15" fmla="*/ 0 h 436"/>
              <a:gd name="T16" fmla="*/ 284497 w 436"/>
              <a:gd name="T17" fmla="*/ 142576 h 4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36" h="436">
                <a:moveTo>
                  <a:pt x="435" y="218"/>
                </a:moveTo>
                <a:lnTo>
                  <a:pt x="435" y="218"/>
                </a:lnTo>
                <a:cubicBezTo>
                  <a:pt x="435" y="338"/>
                  <a:pt x="338" y="435"/>
                  <a:pt x="217" y="435"/>
                </a:cubicBezTo>
                <a:cubicBezTo>
                  <a:pt x="97" y="435"/>
                  <a:pt x="0" y="338"/>
                  <a:pt x="0" y="218"/>
                </a:cubicBezTo>
                <a:cubicBezTo>
                  <a:pt x="0" y="98"/>
                  <a:pt x="97" y="0"/>
                  <a:pt x="217" y="0"/>
                </a:cubicBezTo>
                <a:cubicBezTo>
                  <a:pt x="338" y="0"/>
                  <a:pt x="435" y="98"/>
                  <a:pt x="435" y="218"/>
                </a:cubicBezTo>
              </a:path>
            </a:pathLst>
          </a:custGeom>
          <a:solidFill>
            <a:srgbClr val="F4716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6" name="Freeform 126">
            <a:extLst>
              <a:ext uri="{FF2B5EF4-FFF2-40B4-BE49-F238E27FC236}">
                <a16:creationId xmlns:a16="http://schemas.microsoft.com/office/drawing/2014/main" id="{E2D54289-864B-B74A-945E-66A9BA740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685" y="2948361"/>
            <a:ext cx="675631" cy="321344"/>
          </a:xfrm>
          <a:custGeom>
            <a:avLst/>
            <a:gdLst>
              <a:gd name="T0" fmla="*/ 592965 w 1085"/>
              <a:gd name="T1" fmla="*/ 0 h 516"/>
              <a:gd name="T2" fmla="*/ 588394 w 1085"/>
              <a:gd name="T3" fmla="*/ 13062 h 516"/>
              <a:gd name="T4" fmla="*/ 677861 w 1085"/>
              <a:gd name="T5" fmla="*/ 41798 h 516"/>
              <a:gd name="T6" fmla="*/ 0 w 1085"/>
              <a:gd name="T7" fmla="*/ 322628 h 516"/>
              <a:gd name="T8" fmla="*/ 5877 w 1085"/>
              <a:gd name="T9" fmla="*/ 336343 h 516"/>
              <a:gd name="T10" fmla="*/ 687657 w 1085"/>
              <a:gd name="T11" fmla="*/ 53554 h 516"/>
              <a:gd name="T12" fmla="*/ 657616 w 1085"/>
              <a:gd name="T13" fmla="*/ 146946 h 516"/>
              <a:gd name="T14" fmla="*/ 671330 w 1085"/>
              <a:gd name="T15" fmla="*/ 151518 h 516"/>
              <a:gd name="T16" fmla="*/ 707901 w 1085"/>
              <a:gd name="T17" fmla="*/ 35920 h 516"/>
              <a:gd name="T18" fmla="*/ 592965 w 1085"/>
              <a:gd name="T19" fmla="*/ 0 h 51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085" h="516">
                <a:moveTo>
                  <a:pt x="908" y="0"/>
                </a:moveTo>
                <a:lnTo>
                  <a:pt x="901" y="20"/>
                </a:lnTo>
                <a:lnTo>
                  <a:pt x="1038" y="64"/>
                </a:lnTo>
                <a:lnTo>
                  <a:pt x="0" y="494"/>
                </a:lnTo>
                <a:lnTo>
                  <a:pt x="9" y="515"/>
                </a:lnTo>
                <a:lnTo>
                  <a:pt x="1053" y="82"/>
                </a:lnTo>
                <a:lnTo>
                  <a:pt x="1007" y="225"/>
                </a:lnTo>
                <a:lnTo>
                  <a:pt x="1028" y="232"/>
                </a:lnTo>
                <a:lnTo>
                  <a:pt x="1084" y="55"/>
                </a:lnTo>
                <a:lnTo>
                  <a:pt x="908" y="0"/>
                </a:lnTo>
              </a:path>
            </a:pathLst>
          </a:custGeom>
          <a:solidFill>
            <a:srgbClr val="39596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7" name="Freeform 41">
            <a:extLst>
              <a:ext uri="{FF2B5EF4-FFF2-40B4-BE49-F238E27FC236}">
                <a16:creationId xmlns:a16="http://schemas.microsoft.com/office/drawing/2014/main" id="{617C2FFC-89B2-3449-B6C8-E405BE687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8475" y="3354848"/>
            <a:ext cx="622824" cy="334456"/>
          </a:xfrm>
          <a:custGeom>
            <a:avLst/>
            <a:gdLst>
              <a:gd name="connsiteX0" fmla="*/ 708357 w 1245647"/>
              <a:gd name="connsiteY0" fmla="*/ 148312 h 668911"/>
              <a:gd name="connsiteX1" fmla="*/ 817194 w 1245647"/>
              <a:gd name="connsiteY1" fmla="*/ 148312 h 668911"/>
              <a:gd name="connsiteX2" fmla="*/ 817194 w 1245647"/>
              <a:gd name="connsiteY2" fmla="*/ 258352 h 668911"/>
              <a:gd name="connsiteX3" fmla="*/ 799680 w 1245647"/>
              <a:gd name="connsiteY3" fmla="*/ 258352 h 668911"/>
              <a:gd name="connsiteX4" fmla="*/ 799680 w 1245647"/>
              <a:gd name="connsiteY4" fmla="*/ 180824 h 668911"/>
              <a:gd name="connsiteX5" fmla="*/ 602022 w 1245647"/>
              <a:gd name="connsiteY5" fmla="*/ 389649 h 668911"/>
              <a:gd name="connsiteX6" fmla="*/ 493185 w 1245647"/>
              <a:gd name="connsiteY6" fmla="*/ 318374 h 668911"/>
              <a:gd name="connsiteX7" fmla="*/ 354323 w 1245647"/>
              <a:gd name="connsiteY7" fmla="*/ 454673 h 668911"/>
              <a:gd name="connsiteX8" fmla="*/ 340562 w 1245647"/>
              <a:gd name="connsiteY8" fmla="*/ 440918 h 668911"/>
              <a:gd name="connsiteX9" fmla="*/ 489432 w 1245647"/>
              <a:gd name="connsiteY9" fmla="*/ 295865 h 668911"/>
              <a:gd name="connsiteX10" fmla="*/ 599520 w 1245647"/>
              <a:gd name="connsiteY10" fmla="*/ 365891 h 668911"/>
              <a:gd name="connsiteX11" fmla="*/ 787170 w 1245647"/>
              <a:gd name="connsiteY11" fmla="*/ 167069 h 668911"/>
              <a:gd name="connsiteX12" fmla="*/ 708357 w 1245647"/>
              <a:gd name="connsiteY12" fmla="*/ 167069 h 668911"/>
              <a:gd name="connsiteX13" fmla="*/ 584131 w 1245647"/>
              <a:gd name="connsiteY13" fmla="*/ 8687 h 668911"/>
              <a:gd name="connsiteX14" fmla="*/ 9985 w 1245647"/>
              <a:gd name="connsiteY14" fmla="*/ 313979 h 668911"/>
              <a:gd name="connsiteX15" fmla="*/ 584131 w 1245647"/>
              <a:gd name="connsiteY15" fmla="*/ 616788 h 668911"/>
              <a:gd name="connsiteX16" fmla="*/ 901160 w 1245647"/>
              <a:gd name="connsiteY16" fmla="*/ 567147 h 668911"/>
              <a:gd name="connsiteX17" fmla="*/ 903656 w 1245647"/>
              <a:gd name="connsiteY17" fmla="*/ 565906 h 668911"/>
              <a:gd name="connsiteX18" fmla="*/ 904904 w 1245647"/>
              <a:gd name="connsiteY18" fmla="*/ 567147 h 668911"/>
              <a:gd name="connsiteX19" fmla="*/ 1220684 w 1245647"/>
              <a:gd name="connsiteY19" fmla="*/ 651537 h 668911"/>
              <a:gd name="connsiteX20" fmla="*/ 1069659 w 1245647"/>
              <a:gd name="connsiteY20" fmla="*/ 475312 h 668911"/>
              <a:gd name="connsiteX21" fmla="*/ 1073403 w 1245647"/>
              <a:gd name="connsiteY21" fmla="*/ 472830 h 668911"/>
              <a:gd name="connsiteX22" fmla="*/ 1159525 w 1245647"/>
              <a:gd name="connsiteY22" fmla="*/ 313979 h 668911"/>
              <a:gd name="connsiteX23" fmla="*/ 584131 w 1245647"/>
              <a:gd name="connsiteY23" fmla="*/ 8687 h 668911"/>
              <a:gd name="connsiteX24" fmla="*/ 584131 w 1245647"/>
              <a:gd name="connsiteY24" fmla="*/ 0 h 668911"/>
              <a:gd name="connsiteX25" fmla="*/ 1168262 w 1245647"/>
              <a:gd name="connsiteY25" fmla="*/ 313979 h 668911"/>
              <a:gd name="connsiteX26" fmla="*/ 1082140 w 1245647"/>
              <a:gd name="connsiteY26" fmla="*/ 476553 h 668911"/>
              <a:gd name="connsiteX27" fmla="*/ 1245647 w 1245647"/>
              <a:gd name="connsiteY27" fmla="*/ 668911 h 668911"/>
              <a:gd name="connsiteX28" fmla="*/ 903656 w 1245647"/>
              <a:gd name="connsiteY28" fmla="*/ 575835 h 668911"/>
              <a:gd name="connsiteX29" fmla="*/ 584131 w 1245647"/>
              <a:gd name="connsiteY29" fmla="*/ 625475 h 668911"/>
              <a:gd name="connsiteX30" fmla="*/ 0 w 1245647"/>
              <a:gd name="connsiteY30" fmla="*/ 313979 h 668911"/>
              <a:gd name="connsiteX31" fmla="*/ 584131 w 1245647"/>
              <a:gd name="connsiteY31" fmla="*/ 0 h 668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245647" h="668911">
                <a:moveTo>
                  <a:pt x="708357" y="148312"/>
                </a:moveTo>
                <a:lnTo>
                  <a:pt x="817194" y="148312"/>
                </a:lnTo>
                <a:lnTo>
                  <a:pt x="817194" y="258352"/>
                </a:lnTo>
                <a:lnTo>
                  <a:pt x="799680" y="258352"/>
                </a:lnTo>
                <a:lnTo>
                  <a:pt x="799680" y="180824"/>
                </a:lnTo>
                <a:lnTo>
                  <a:pt x="602022" y="389649"/>
                </a:lnTo>
                <a:lnTo>
                  <a:pt x="493185" y="318374"/>
                </a:lnTo>
                <a:lnTo>
                  <a:pt x="354323" y="454673"/>
                </a:lnTo>
                <a:lnTo>
                  <a:pt x="340562" y="440918"/>
                </a:lnTo>
                <a:lnTo>
                  <a:pt x="489432" y="295865"/>
                </a:lnTo>
                <a:lnTo>
                  <a:pt x="599520" y="365891"/>
                </a:lnTo>
                <a:lnTo>
                  <a:pt x="787170" y="167069"/>
                </a:lnTo>
                <a:lnTo>
                  <a:pt x="708357" y="167069"/>
                </a:lnTo>
                <a:close/>
                <a:moveTo>
                  <a:pt x="584131" y="8687"/>
                </a:moveTo>
                <a:cubicBezTo>
                  <a:pt x="267103" y="8687"/>
                  <a:pt x="9985" y="145200"/>
                  <a:pt x="9985" y="313979"/>
                </a:cubicBezTo>
                <a:cubicBezTo>
                  <a:pt x="9985" y="481517"/>
                  <a:pt x="267103" y="616788"/>
                  <a:pt x="584131" y="616788"/>
                </a:cubicBezTo>
                <a:cubicBezTo>
                  <a:pt x="697712" y="616788"/>
                  <a:pt x="807549" y="599414"/>
                  <a:pt x="901160" y="567147"/>
                </a:cubicBezTo>
                <a:lnTo>
                  <a:pt x="903656" y="565906"/>
                </a:lnTo>
                <a:lnTo>
                  <a:pt x="904904" y="567147"/>
                </a:lnTo>
                <a:lnTo>
                  <a:pt x="1220684" y="651537"/>
                </a:lnTo>
                <a:lnTo>
                  <a:pt x="1069659" y="475312"/>
                </a:lnTo>
                <a:lnTo>
                  <a:pt x="1073403" y="472830"/>
                </a:lnTo>
                <a:cubicBezTo>
                  <a:pt x="1129570" y="424430"/>
                  <a:pt x="1159525" y="369825"/>
                  <a:pt x="1159525" y="313979"/>
                </a:cubicBezTo>
                <a:cubicBezTo>
                  <a:pt x="1159525" y="145200"/>
                  <a:pt x="901160" y="8687"/>
                  <a:pt x="584131" y="8687"/>
                </a:cubicBezTo>
                <a:close/>
                <a:moveTo>
                  <a:pt x="584131" y="0"/>
                </a:moveTo>
                <a:cubicBezTo>
                  <a:pt x="906152" y="0"/>
                  <a:pt x="1168262" y="140236"/>
                  <a:pt x="1168262" y="313979"/>
                </a:cubicBezTo>
                <a:cubicBezTo>
                  <a:pt x="1168262" y="371066"/>
                  <a:pt x="1138307" y="426912"/>
                  <a:pt x="1082140" y="476553"/>
                </a:cubicBezTo>
                <a:lnTo>
                  <a:pt x="1245647" y="668911"/>
                </a:lnTo>
                <a:lnTo>
                  <a:pt x="903656" y="575835"/>
                </a:lnTo>
                <a:cubicBezTo>
                  <a:pt x="808797" y="608101"/>
                  <a:pt x="697712" y="625475"/>
                  <a:pt x="584131" y="625475"/>
                </a:cubicBezTo>
                <a:cubicBezTo>
                  <a:pt x="262110" y="625475"/>
                  <a:pt x="0" y="486481"/>
                  <a:pt x="0" y="313979"/>
                </a:cubicBezTo>
                <a:cubicBezTo>
                  <a:pt x="0" y="140236"/>
                  <a:pt x="262110" y="0"/>
                  <a:pt x="584131" y="0"/>
                </a:cubicBezTo>
                <a:close/>
              </a:path>
            </a:pathLst>
          </a:custGeom>
          <a:solidFill>
            <a:srgbClr val="39596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8" name="Freeform 42">
            <a:extLst>
              <a:ext uri="{FF2B5EF4-FFF2-40B4-BE49-F238E27FC236}">
                <a16:creationId xmlns:a16="http://schemas.microsoft.com/office/drawing/2014/main" id="{87F5355F-8363-B940-AC04-FA48C5AE5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0570" y="3497667"/>
            <a:ext cx="532190" cy="92755"/>
          </a:xfrm>
          <a:custGeom>
            <a:avLst/>
            <a:gdLst>
              <a:gd name="connsiteX0" fmla="*/ 1010699 w 1064379"/>
              <a:gd name="connsiteY0" fmla="*/ 0 h 185510"/>
              <a:gd name="connsiteX1" fmla="*/ 1064379 w 1064379"/>
              <a:gd name="connsiteY1" fmla="*/ 0 h 185510"/>
              <a:gd name="connsiteX2" fmla="*/ 1064379 w 1064379"/>
              <a:gd name="connsiteY2" fmla="*/ 185510 h 185510"/>
              <a:gd name="connsiteX3" fmla="*/ 1010699 w 1064379"/>
              <a:gd name="connsiteY3" fmla="*/ 185510 h 185510"/>
              <a:gd name="connsiteX4" fmla="*/ 0 w 1064379"/>
              <a:gd name="connsiteY4" fmla="*/ 0 h 185510"/>
              <a:gd name="connsiteX5" fmla="*/ 53652 w 1064379"/>
              <a:gd name="connsiteY5" fmla="*/ 0 h 185510"/>
              <a:gd name="connsiteX6" fmla="*/ 53652 w 1064379"/>
              <a:gd name="connsiteY6" fmla="*/ 185510 h 185510"/>
              <a:gd name="connsiteX7" fmla="*/ 0 w 1064379"/>
              <a:gd name="connsiteY7" fmla="*/ 185510 h 185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64379" h="185510">
                <a:moveTo>
                  <a:pt x="1010699" y="0"/>
                </a:moveTo>
                <a:lnTo>
                  <a:pt x="1064379" y="0"/>
                </a:lnTo>
                <a:lnTo>
                  <a:pt x="1064379" y="185510"/>
                </a:lnTo>
                <a:lnTo>
                  <a:pt x="1010699" y="185510"/>
                </a:lnTo>
                <a:close/>
                <a:moveTo>
                  <a:pt x="0" y="0"/>
                </a:moveTo>
                <a:lnTo>
                  <a:pt x="53652" y="0"/>
                </a:lnTo>
                <a:lnTo>
                  <a:pt x="53652" y="185510"/>
                </a:lnTo>
                <a:lnTo>
                  <a:pt x="0" y="185510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29" name="Freeform 132">
            <a:extLst>
              <a:ext uri="{FF2B5EF4-FFF2-40B4-BE49-F238E27FC236}">
                <a16:creationId xmlns:a16="http://schemas.microsoft.com/office/drawing/2014/main" id="{A94468E0-DB0B-AB47-BAF7-77014E0B9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2046" y="3060970"/>
            <a:ext cx="79649" cy="400992"/>
          </a:xfrm>
          <a:custGeom>
            <a:avLst/>
            <a:gdLst>
              <a:gd name="T0" fmla="*/ 82887 w 130"/>
              <a:gd name="T1" fmla="*/ 0 h 644"/>
              <a:gd name="T2" fmla="*/ 0 w 130"/>
              <a:gd name="T3" fmla="*/ 0 h 644"/>
              <a:gd name="T4" fmla="*/ 0 w 130"/>
              <a:gd name="T5" fmla="*/ 419871 h 644"/>
              <a:gd name="T6" fmla="*/ 82887 w 130"/>
              <a:gd name="T7" fmla="*/ 419871 h 644"/>
              <a:gd name="T8" fmla="*/ 82887 w 130"/>
              <a:gd name="T9" fmla="*/ 0 h 6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0" h="644">
                <a:moveTo>
                  <a:pt x="129" y="0"/>
                </a:moveTo>
                <a:lnTo>
                  <a:pt x="0" y="0"/>
                </a:lnTo>
                <a:lnTo>
                  <a:pt x="0" y="643"/>
                </a:lnTo>
                <a:lnTo>
                  <a:pt x="129" y="643"/>
                </a:lnTo>
                <a:lnTo>
                  <a:pt x="129" y="0"/>
                </a:lnTo>
              </a:path>
            </a:pathLst>
          </a:cu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0" name="Freeform 133">
            <a:extLst>
              <a:ext uri="{FF2B5EF4-FFF2-40B4-BE49-F238E27FC236}">
                <a16:creationId xmlns:a16="http://schemas.microsoft.com/office/drawing/2014/main" id="{E79C085E-0179-F045-87BC-BF1660ECE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1696" y="3017025"/>
            <a:ext cx="93380" cy="447682"/>
          </a:xfrm>
          <a:custGeom>
            <a:avLst/>
            <a:gdLst>
              <a:gd name="T0" fmla="*/ 0 w 149"/>
              <a:gd name="T1" fmla="*/ 0 h 718"/>
              <a:gd name="T2" fmla="*/ 97273 w 149"/>
              <a:gd name="T3" fmla="*/ 0 h 718"/>
              <a:gd name="T4" fmla="*/ 97273 w 149"/>
              <a:gd name="T5" fmla="*/ 468834 h 718"/>
              <a:gd name="T6" fmla="*/ 0 w 149"/>
              <a:gd name="T7" fmla="*/ 468834 h 718"/>
              <a:gd name="T8" fmla="*/ 0 w 149"/>
              <a:gd name="T9" fmla="*/ 0 h 7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9" h="718">
                <a:moveTo>
                  <a:pt x="0" y="0"/>
                </a:moveTo>
                <a:lnTo>
                  <a:pt x="148" y="0"/>
                </a:lnTo>
                <a:lnTo>
                  <a:pt x="148" y="717"/>
                </a:lnTo>
                <a:lnTo>
                  <a:pt x="0" y="717"/>
                </a:lnTo>
                <a:lnTo>
                  <a:pt x="0" y="0"/>
                </a:lnTo>
              </a:path>
            </a:pathLst>
          </a:cu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1" name="Freeform 134">
            <a:extLst>
              <a:ext uri="{FF2B5EF4-FFF2-40B4-BE49-F238E27FC236}">
                <a16:creationId xmlns:a16="http://schemas.microsoft.com/office/drawing/2014/main" id="{2F1C5779-87E6-8D4B-8CBD-86181F1E1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5076" y="3060970"/>
            <a:ext cx="90633" cy="400992"/>
          </a:xfrm>
          <a:custGeom>
            <a:avLst/>
            <a:gdLst>
              <a:gd name="T0" fmla="*/ 94389 w 144"/>
              <a:gd name="T1" fmla="*/ 0 h 644"/>
              <a:gd name="T2" fmla="*/ 0 w 144"/>
              <a:gd name="T3" fmla="*/ 0 h 644"/>
              <a:gd name="T4" fmla="*/ 0 w 144"/>
              <a:gd name="T5" fmla="*/ 419871 h 644"/>
              <a:gd name="T6" fmla="*/ 94389 w 144"/>
              <a:gd name="T7" fmla="*/ 419871 h 644"/>
              <a:gd name="T8" fmla="*/ 94389 w 144"/>
              <a:gd name="T9" fmla="*/ 0 h 6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44" h="644">
                <a:moveTo>
                  <a:pt x="143" y="0"/>
                </a:moveTo>
                <a:lnTo>
                  <a:pt x="0" y="0"/>
                </a:lnTo>
                <a:lnTo>
                  <a:pt x="0" y="643"/>
                </a:lnTo>
                <a:lnTo>
                  <a:pt x="143" y="643"/>
                </a:lnTo>
                <a:lnTo>
                  <a:pt x="143" y="0"/>
                </a:lnTo>
              </a:path>
            </a:pathLst>
          </a:custGeom>
          <a:solidFill>
            <a:srgbClr val="F5F5F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2" name="Freeform 135">
            <a:extLst>
              <a:ext uri="{FF2B5EF4-FFF2-40B4-BE49-F238E27FC236}">
                <a16:creationId xmlns:a16="http://schemas.microsoft.com/office/drawing/2014/main" id="{A7DA4BF4-6AE5-454C-BFAB-C6C938177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5286" y="3077448"/>
            <a:ext cx="186760" cy="384513"/>
          </a:xfrm>
          <a:custGeom>
            <a:avLst/>
            <a:gdLst>
              <a:gd name="T0" fmla="*/ 159178 w 299"/>
              <a:gd name="T1" fmla="*/ 0 h 619"/>
              <a:gd name="T2" fmla="*/ 195206 w 299"/>
              <a:gd name="T3" fmla="*/ 14983 h 619"/>
              <a:gd name="T4" fmla="*/ 36028 w 299"/>
              <a:gd name="T5" fmla="*/ 402591 h 619"/>
              <a:gd name="T6" fmla="*/ 0 w 299"/>
              <a:gd name="T7" fmla="*/ 387607 h 619"/>
              <a:gd name="T8" fmla="*/ 159178 w 299"/>
              <a:gd name="T9" fmla="*/ 0 h 6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9" h="619">
                <a:moveTo>
                  <a:pt x="243" y="0"/>
                </a:moveTo>
                <a:lnTo>
                  <a:pt x="298" y="23"/>
                </a:lnTo>
                <a:lnTo>
                  <a:pt x="55" y="618"/>
                </a:lnTo>
                <a:lnTo>
                  <a:pt x="0" y="595"/>
                </a:lnTo>
                <a:lnTo>
                  <a:pt x="243" y="0"/>
                </a:lnTo>
              </a:path>
            </a:pathLst>
          </a:cu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3" name="Freeform 136">
            <a:extLst>
              <a:ext uri="{FF2B5EF4-FFF2-40B4-BE49-F238E27FC236}">
                <a16:creationId xmlns:a16="http://schemas.microsoft.com/office/drawing/2014/main" id="{31941AE1-4F4F-8C47-B4F9-36362E891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3669" y="3461962"/>
            <a:ext cx="716828" cy="35704"/>
          </a:xfrm>
          <a:custGeom>
            <a:avLst/>
            <a:gdLst>
              <a:gd name="T0" fmla="*/ 751104 w 1150"/>
              <a:gd name="T1" fmla="*/ 36786 h 57"/>
              <a:gd name="T2" fmla="*/ 0 w 1150"/>
              <a:gd name="T3" fmla="*/ 36786 h 57"/>
              <a:gd name="T4" fmla="*/ 0 w 1150"/>
              <a:gd name="T5" fmla="*/ 0 h 57"/>
              <a:gd name="T6" fmla="*/ 751104 w 1150"/>
              <a:gd name="T7" fmla="*/ 0 h 57"/>
              <a:gd name="T8" fmla="*/ 751104 w 1150"/>
              <a:gd name="T9" fmla="*/ 36786 h 5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50" h="57">
                <a:moveTo>
                  <a:pt x="1149" y="56"/>
                </a:moveTo>
                <a:lnTo>
                  <a:pt x="0" y="56"/>
                </a:lnTo>
                <a:lnTo>
                  <a:pt x="0" y="0"/>
                </a:lnTo>
                <a:lnTo>
                  <a:pt x="1149" y="0"/>
                </a:lnTo>
                <a:lnTo>
                  <a:pt x="1149" y="56"/>
                </a:lnTo>
              </a:path>
            </a:pathLst>
          </a:cu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4" name="Freeform 48">
            <a:extLst>
              <a:ext uri="{FF2B5EF4-FFF2-40B4-BE49-F238E27FC236}">
                <a16:creationId xmlns:a16="http://schemas.microsoft.com/office/drawing/2014/main" id="{A69CC83A-F0AA-EC41-B8DB-FBC3022D0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2064" y="3179068"/>
            <a:ext cx="227331" cy="175154"/>
          </a:xfrm>
          <a:custGeom>
            <a:avLst/>
            <a:gdLst>
              <a:gd name="connsiteX0" fmla="*/ 454662 w 454662"/>
              <a:gd name="connsiteY0" fmla="*/ 60428 h 350308"/>
              <a:gd name="connsiteX1" fmla="*/ 350824 w 454662"/>
              <a:gd name="connsiteY1" fmla="*/ 247850 h 350308"/>
              <a:gd name="connsiteX2" fmla="*/ 104366 w 454662"/>
              <a:gd name="connsiteY2" fmla="*/ 350308 h 350308"/>
              <a:gd name="connsiteX3" fmla="*/ 209455 w 454662"/>
              <a:gd name="connsiteY3" fmla="*/ 162886 h 350308"/>
              <a:gd name="connsiteX4" fmla="*/ 244443 w 454662"/>
              <a:gd name="connsiteY4" fmla="*/ 0 h 350308"/>
              <a:gd name="connsiteX5" fmla="*/ 449180 w 454662"/>
              <a:gd name="connsiteY5" fmla="*/ 57593 h 350308"/>
              <a:gd name="connsiteX6" fmla="*/ 205978 w 454662"/>
              <a:gd name="connsiteY6" fmla="*/ 158076 h 350308"/>
              <a:gd name="connsiteX7" fmla="*/ 0 w 454662"/>
              <a:gd name="connsiteY7" fmla="*/ 100482 h 350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4662" h="350308">
                <a:moveTo>
                  <a:pt x="454662" y="60428"/>
                </a:moveTo>
                <a:lnTo>
                  <a:pt x="350824" y="247850"/>
                </a:lnTo>
                <a:lnTo>
                  <a:pt x="104366" y="350308"/>
                </a:lnTo>
                <a:lnTo>
                  <a:pt x="209455" y="162886"/>
                </a:lnTo>
                <a:close/>
                <a:moveTo>
                  <a:pt x="244443" y="0"/>
                </a:moveTo>
                <a:lnTo>
                  <a:pt x="449180" y="57593"/>
                </a:lnTo>
                <a:lnTo>
                  <a:pt x="205978" y="158076"/>
                </a:lnTo>
                <a:lnTo>
                  <a:pt x="0" y="100482"/>
                </a:lnTo>
                <a:close/>
              </a:path>
            </a:pathLst>
          </a:custGeom>
          <a:solidFill>
            <a:srgbClr val="182E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5" name="Freeform 139">
            <a:extLst>
              <a:ext uri="{FF2B5EF4-FFF2-40B4-BE49-F238E27FC236}">
                <a16:creationId xmlns:a16="http://schemas.microsoft.com/office/drawing/2014/main" id="{2D09EF27-7C95-8B4F-A81D-5B2B498C9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251" y="2640751"/>
            <a:ext cx="1051897" cy="917339"/>
          </a:xfrm>
          <a:custGeom>
            <a:avLst/>
            <a:gdLst>
              <a:gd name="T0" fmla="*/ 1102502 w 1690"/>
              <a:gd name="T1" fmla="*/ 961368 h 1473"/>
              <a:gd name="T2" fmla="*/ 0 w 1690"/>
              <a:gd name="T3" fmla="*/ 961368 h 1473"/>
              <a:gd name="T4" fmla="*/ 0 w 1690"/>
              <a:gd name="T5" fmla="*/ 0 h 1473"/>
              <a:gd name="T6" fmla="*/ 1102502 w 1690"/>
              <a:gd name="T7" fmla="*/ 0 h 1473"/>
              <a:gd name="T8" fmla="*/ 1102502 w 1690"/>
              <a:gd name="T9" fmla="*/ 961368 h 147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690" h="1473">
                <a:moveTo>
                  <a:pt x="1689" y="1472"/>
                </a:moveTo>
                <a:lnTo>
                  <a:pt x="0" y="1472"/>
                </a:lnTo>
                <a:lnTo>
                  <a:pt x="0" y="0"/>
                </a:lnTo>
                <a:lnTo>
                  <a:pt x="1689" y="0"/>
                </a:lnTo>
                <a:lnTo>
                  <a:pt x="1689" y="1472"/>
                </a:ln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6" name="Freeform 140">
            <a:extLst>
              <a:ext uri="{FF2B5EF4-FFF2-40B4-BE49-F238E27FC236}">
                <a16:creationId xmlns:a16="http://schemas.microsoft.com/office/drawing/2014/main" id="{7AD2C9B2-3762-A44D-9F0E-53761B4D7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3252" y="2638005"/>
            <a:ext cx="1057390" cy="922832"/>
          </a:xfrm>
          <a:custGeom>
            <a:avLst/>
            <a:gdLst>
              <a:gd name="T0" fmla="*/ 4572 w 1698"/>
              <a:gd name="T1" fmla="*/ 962554 h 1481"/>
              <a:gd name="T2" fmla="*/ 1103038 w 1698"/>
              <a:gd name="T3" fmla="*/ 962554 h 1481"/>
              <a:gd name="T4" fmla="*/ 1103038 w 1698"/>
              <a:gd name="T5" fmla="*/ 4574 h 1481"/>
              <a:gd name="T6" fmla="*/ 4572 w 1698"/>
              <a:gd name="T7" fmla="*/ 4574 h 1481"/>
              <a:gd name="T8" fmla="*/ 4572 w 1698"/>
              <a:gd name="T9" fmla="*/ 962554 h 1481"/>
              <a:gd name="T10" fmla="*/ 1108263 w 1698"/>
              <a:gd name="T11" fmla="*/ 967129 h 1481"/>
              <a:gd name="T12" fmla="*/ 0 w 1698"/>
              <a:gd name="T13" fmla="*/ 967129 h 1481"/>
              <a:gd name="T14" fmla="*/ 0 w 1698"/>
              <a:gd name="T15" fmla="*/ 0 h 1481"/>
              <a:gd name="T16" fmla="*/ 1108263 w 1698"/>
              <a:gd name="T17" fmla="*/ 0 h 1481"/>
              <a:gd name="T18" fmla="*/ 1108263 w 1698"/>
              <a:gd name="T19" fmla="*/ 967129 h 148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698" h="1481">
                <a:moveTo>
                  <a:pt x="7" y="1473"/>
                </a:moveTo>
                <a:lnTo>
                  <a:pt x="1689" y="1473"/>
                </a:lnTo>
                <a:lnTo>
                  <a:pt x="1689" y="7"/>
                </a:lnTo>
                <a:lnTo>
                  <a:pt x="7" y="7"/>
                </a:lnTo>
                <a:lnTo>
                  <a:pt x="7" y="1473"/>
                </a:lnTo>
                <a:close/>
                <a:moveTo>
                  <a:pt x="1697" y="1480"/>
                </a:moveTo>
                <a:lnTo>
                  <a:pt x="0" y="1480"/>
                </a:lnTo>
                <a:lnTo>
                  <a:pt x="0" y="0"/>
                </a:lnTo>
                <a:lnTo>
                  <a:pt x="1697" y="0"/>
                </a:lnTo>
                <a:lnTo>
                  <a:pt x="1697" y="1480"/>
                </a:lnTo>
                <a:close/>
              </a:path>
            </a:pathLst>
          </a:custGeom>
          <a:solidFill>
            <a:srgbClr val="39596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7" name="Freeform 51">
            <a:extLst>
              <a:ext uri="{FF2B5EF4-FFF2-40B4-BE49-F238E27FC236}">
                <a16:creationId xmlns:a16="http://schemas.microsoft.com/office/drawing/2014/main" id="{A02AFD62-7194-BA4A-A787-4E6FF99B5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4658" y="2712160"/>
            <a:ext cx="694233" cy="617338"/>
          </a:xfrm>
          <a:custGeom>
            <a:avLst/>
            <a:gdLst>
              <a:gd name="connsiteX0" fmla="*/ 2 w 1388466"/>
              <a:gd name="connsiteY0" fmla="*/ 1126077 h 1234675"/>
              <a:gd name="connsiteX1" fmla="*/ 1388466 w 1388466"/>
              <a:gd name="connsiteY1" fmla="*/ 1126077 h 1234675"/>
              <a:gd name="connsiteX2" fmla="*/ 1388466 w 1388466"/>
              <a:gd name="connsiteY2" fmla="*/ 1234675 h 1234675"/>
              <a:gd name="connsiteX3" fmla="*/ 2 w 1388466"/>
              <a:gd name="connsiteY3" fmla="*/ 1234675 h 1234675"/>
              <a:gd name="connsiteX4" fmla="*/ 0 w 1388466"/>
              <a:gd name="connsiteY4" fmla="*/ 565786 h 1234675"/>
              <a:gd name="connsiteX5" fmla="*/ 1251146 w 1388466"/>
              <a:gd name="connsiteY5" fmla="*/ 565786 h 1234675"/>
              <a:gd name="connsiteX6" fmla="*/ 1251146 w 1388466"/>
              <a:gd name="connsiteY6" fmla="*/ 674399 h 1234675"/>
              <a:gd name="connsiteX7" fmla="*/ 0 w 1388466"/>
              <a:gd name="connsiteY7" fmla="*/ 674399 h 1234675"/>
              <a:gd name="connsiteX8" fmla="*/ 0 w 1388466"/>
              <a:gd name="connsiteY8" fmla="*/ 0 h 1234675"/>
              <a:gd name="connsiteX9" fmla="*/ 1168749 w 1388466"/>
              <a:gd name="connsiteY9" fmla="*/ 0 h 1234675"/>
              <a:gd name="connsiteX10" fmla="*/ 1168749 w 1388466"/>
              <a:gd name="connsiteY10" fmla="*/ 108598 h 1234675"/>
              <a:gd name="connsiteX11" fmla="*/ 0 w 1388466"/>
              <a:gd name="connsiteY11" fmla="*/ 108598 h 1234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388466" h="1234675">
                <a:moveTo>
                  <a:pt x="2" y="1126077"/>
                </a:moveTo>
                <a:lnTo>
                  <a:pt x="1388466" y="1126077"/>
                </a:lnTo>
                <a:lnTo>
                  <a:pt x="1388466" y="1234675"/>
                </a:lnTo>
                <a:lnTo>
                  <a:pt x="2" y="1234675"/>
                </a:lnTo>
                <a:close/>
                <a:moveTo>
                  <a:pt x="0" y="565786"/>
                </a:moveTo>
                <a:lnTo>
                  <a:pt x="1251146" y="565786"/>
                </a:lnTo>
                <a:lnTo>
                  <a:pt x="1251146" y="674399"/>
                </a:lnTo>
                <a:lnTo>
                  <a:pt x="0" y="674399"/>
                </a:lnTo>
                <a:close/>
                <a:moveTo>
                  <a:pt x="0" y="0"/>
                </a:moveTo>
                <a:lnTo>
                  <a:pt x="1168749" y="0"/>
                </a:lnTo>
                <a:lnTo>
                  <a:pt x="1168749" y="108598"/>
                </a:lnTo>
                <a:lnTo>
                  <a:pt x="0" y="108598"/>
                </a:lnTo>
                <a:close/>
              </a:path>
            </a:pathLst>
          </a:custGeom>
          <a:solidFill>
            <a:srgbClr val="F4716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8" name="Freeform 52">
            <a:extLst>
              <a:ext uri="{FF2B5EF4-FFF2-40B4-BE49-F238E27FC236}">
                <a16:creationId xmlns:a16="http://schemas.microsoft.com/office/drawing/2014/main" id="{34EB2F07-9694-FE47-BAFC-3F68CD4BF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4659" y="2789063"/>
            <a:ext cx="908458" cy="614589"/>
          </a:xfrm>
          <a:custGeom>
            <a:avLst/>
            <a:gdLst>
              <a:gd name="connsiteX0" fmla="*/ 0 w 1816915"/>
              <a:gd name="connsiteY0" fmla="*/ 1120580 h 1229178"/>
              <a:gd name="connsiteX1" fmla="*/ 1816915 w 1816915"/>
              <a:gd name="connsiteY1" fmla="*/ 1120580 h 1229178"/>
              <a:gd name="connsiteX2" fmla="*/ 1816915 w 1816915"/>
              <a:gd name="connsiteY2" fmla="*/ 1229178 h 1229178"/>
              <a:gd name="connsiteX3" fmla="*/ 0 w 1816915"/>
              <a:gd name="connsiteY3" fmla="*/ 1229178 h 1229178"/>
              <a:gd name="connsiteX4" fmla="*/ 2 w 1816915"/>
              <a:gd name="connsiteY4" fmla="*/ 560289 h 1229178"/>
              <a:gd name="connsiteX5" fmla="*/ 1520300 w 1816915"/>
              <a:gd name="connsiteY5" fmla="*/ 560289 h 1229178"/>
              <a:gd name="connsiteX6" fmla="*/ 1520300 w 1816915"/>
              <a:gd name="connsiteY6" fmla="*/ 668887 h 1229178"/>
              <a:gd name="connsiteX7" fmla="*/ 2 w 1816915"/>
              <a:gd name="connsiteY7" fmla="*/ 668887 h 1229178"/>
              <a:gd name="connsiteX8" fmla="*/ 0 w 1816915"/>
              <a:gd name="connsiteY8" fmla="*/ 0 h 1229178"/>
              <a:gd name="connsiteX9" fmla="*/ 1273114 w 1816915"/>
              <a:gd name="connsiteY9" fmla="*/ 0 h 1229178"/>
              <a:gd name="connsiteX10" fmla="*/ 1273114 w 1816915"/>
              <a:gd name="connsiteY10" fmla="*/ 108598 h 1229178"/>
              <a:gd name="connsiteX11" fmla="*/ 0 w 1816915"/>
              <a:gd name="connsiteY11" fmla="*/ 108598 h 1229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16915" h="1229178">
                <a:moveTo>
                  <a:pt x="0" y="1120580"/>
                </a:moveTo>
                <a:lnTo>
                  <a:pt x="1816915" y="1120580"/>
                </a:lnTo>
                <a:lnTo>
                  <a:pt x="1816915" y="1229178"/>
                </a:lnTo>
                <a:lnTo>
                  <a:pt x="0" y="1229178"/>
                </a:lnTo>
                <a:close/>
                <a:moveTo>
                  <a:pt x="2" y="560289"/>
                </a:moveTo>
                <a:lnTo>
                  <a:pt x="1520300" y="560289"/>
                </a:lnTo>
                <a:lnTo>
                  <a:pt x="1520300" y="668887"/>
                </a:lnTo>
                <a:lnTo>
                  <a:pt x="2" y="668887"/>
                </a:lnTo>
                <a:close/>
                <a:moveTo>
                  <a:pt x="0" y="0"/>
                </a:moveTo>
                <a:lnTo>
                  <a:pt x="1273114" y="0"/>
                </a:lnTo>
                <a:lnTo>
                  <a:pt x="1273114" y="108598"/>
                </a:lnTo>
                <a:lnTo>
                  <a:pt x="0" y="108598"/>
                </a:lnTo>
                <a:close/>
              </a:path>
            </a:pathLst>
          </a:custGeom>
          <a:solidFill>
            <a:srgbClr val="39596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39" name="Freeform 53">
            <a:extLst>
              <a:ext uri="{FF2B5EF4-FFF2-40B4-BE49-F238E27FC236}">
                <a16:creationId xmlns:a16="http://schemas.microsoft.com/office/drawing/2014/main" id="{5F9F175F-90B2-144E-925E-FF4650C765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4659" y="2863220"/>
            <a:ext cx="765641" cy="614589"/>
          </a:xfrm>
          <a:custGeom>
            <a:avLst/>
            <a:gdLst>
              <a:gd name="connsiteX0" fmla="*/ 0 w 1531281"/>
              <a:gd name="connsiteY0" fmla="*/ 1120580 h 1229178"/>
              <a:gd name="connsiteX1" fmla="*/ 1531281 w 1531281"/>
              <a:gd name="connsiteY1" fmla="*/ 1120580 h 1229178"/>
              <a:gd name="connsiteX2" fmla="*/ 1531281 w 1531281"/>
              <a:gd name="connsiteY2" fmla="*/ 1229178 h 1229178"/>
              <a:gd name="connsiteX3" fmla="*/ 0 w 1531281"/>
              <a:gd name="connsiteY3" fmla="*/ 1229178 h 1229178"/>
              <a:gd name="connsiteX4" fmla="*/ 2 w 1531281"/>
              <a:gd name="connsiteY4" fmla="*/ 0 h 1229178"/>
              <a:gd name="connsiteX5" fmla="*/ 795228 w 1531281"/>
              <a:gd name="connsiteY5" fmla="*/ 0 h 1229178"/>
              <a:gd name="connsiteX6" fmla="*/ 795228 w 1531281"/>
              <a:gd name="connsiteY6" fmla="*/ 108613 h 1229178"/>
              <a:gd name="connsiteX7" fmla="*/ 2 w 1531281"/>
              <a:gd name="connsiteY7" fmla="*/ 108613 h 1229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31281" h="1229178">
                <a:moveTo>
                  <a:pt x="0" y="1120580"/>
                </a:moveTo>
                <a:lnTo>
                  <a:pt x="1531281" y="1120580"/>
                </a:lnTo>
                <a:lnTo>
                  <a:pt x="1531281" y="1229178"/>
                </a:lnTo>
                <a:lnTo>
                  <a:pt x="0" y="1229178"/>
                </a:lnTo>
                <a:close/>
                <a:moveTo>
                  <a:pt x="2" y="0"/>
                </a:moveTo>
                <a:lnTo>
                  <a:pt x="795228" y="0"/>
                </a:lnTo>
                <a:lnTo>
                  <a:pt x="795228" y="108613"/>
                </a:lnTo>
                <a:lnTo>
                  <a:pt x="2" y="108613"/>
                </a:lnTo>
                <a:close/>
              </a:path>
            </a:pathLst>
          </a:custGeom>
          <a:solidFill>
            <a:srgbClr val="182E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40" name="Freeform 54">
            <a:extLst>
              <a:ext uri="{FF2B5EF4-FFF2-40B4-BE49-F238E27FC236}">
                <a16:creationId xmlns:a16="http://schemas.microsoft.com/office/drawing/2014/main" id="{864F07A2-2700-6D4D-9183-BA16A0E9E9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9304" y="2794556"/>
            <a:ext cx="243812" cy="669465"/>
          </a:xfrm>
          <a:custGeom>
            <a:avLst/>
            <a:gdLst>
              <a:gd name="connsiteX0" fmla="*/ 241690 w 487623"/>
              <a:gd name="connsiteY0" fmla="*/ 1329316 h 1338930"/>
              <a:gd name="connsiteX1" fmla="*/ 487623 w 487623"/>
              <a:gd name="connsiteY1" fmla="*/ 1329316 h 1338930"/>
              <a:gd name="connsiteX2" fmla="*/ 487623 w 487623"/>
              <a:gd name="connsiteY2" fmla="*/ 1338930 h 1338930"/>
              <a:gd name="connsiteX3" fmla="*/ 241690 w 487623"/>
              <a:gd name="connsiteY3" fmla="*/ 1338930 h 1338930"/>
              <a:gd name="connsiteX4" fmla="*/ 241690 w 487623"/>
              <a:gd name="connsiteY4" fmla="*/ 1285373 h 1338930"/>
              <a:gd name="connsiteX5" fmla="*/ 487623 w 487623"/>
              <a:gd name="connsiteY5" fmla="*/ 1285373 h 1338930"/>
              <a:gd name="connsiteX6" fmla="*/ 487623 w 487623"/>
              <a:gd name="connsiteY6" fmla="*/ 1295139 h 1338930"/>
              <a:gd name="connsiteX7" fmla="*/ 241690 w 487623"/>
              <a:gd name="connsiteY7" fmla="*/ 1295139 h 1338930"/>
              <a:gd name="connsiteX8" fmla="*/ 109858 w 487623"/>
              <a:gd name="connsiteY8" fmla="*/ 1016215 h 1338930"/>
              <a:gd name="connsiteX9" fmla="*/ 284377 w 487623"/>
              <a:gd name="connsiteY9" fmla="*/ 1016215 h 1338930"/>
              <a:gd name="connsiteX10" fmla="*/ 284377 w 487623"/>
              <a:gd name="connsiteY10" fmla="*/ 1025981 h 1338930"/>
              <a:gd name="connsiteX11" fmla="*/ 109858 w 487623"/>
              <a:gd name="connsiteY11" fmla="*/ 1025981 h 1338930"/>
              <a:gd name="connsiteX12" fmla="*/ 109860 w 487623"/>
              <a:gd name="connsiteY12" fmla="*/ 972270 h 1338930"/>
              <a:gd name="connsiteX13" fmla="*/ 443687 w 487623"/>
              <a:gd name="connsiteY13" fmla="*/ 972270 h 1338930"/>
              <a:gd name="connsiteX14" fmla="*/ 443687 w 487623"/>
              <a:gd name="connsiteY14" fmla="*/ 982036 h 1338930"/>
              <a:gd name="connsiteX15" fmla="*/ 109860 w 487623"/>
              <a:gd name="connsiteY15" fmla="*/ 982036 h 1338930"/>
              <a:gd name="connsiteX16" fmla="*/ 0 w 487623"/>
              <a:gd name="connsiteY16" fmla="*/ 466909 h 1338930"/>
              <a:gd name="connsiteX17" fmla="*/ 278894 w 487623"/>
              <a:gd name="connsiteY17" fmla="*/ 466909 h 1338930"/>
              <a:gd name="connsiteX18" fmla="*/ 278894 w 487623"/>
              <a:gd name="connsiteY18" fmla="*/ 476522 h 1338930"/>
              <a:gd name="connsiteX19" fmla="*/ 0 w 487623"/>
              <a:gd name="connsiteY19" fmla="*/ 476522 h 1338930"/>
              <a:gd name="connsiteX20" fmla="*/ 0 w 487623"/>
              <a:gd name="connsiteY20" fmla="*/ 422966 h 1338930"/>
              <a:gd name="connsiteX21" fmla="*/ 278894 w 487623"/>
              <a:gd name="connsiteY21" fmla="*/ 422966 h 1338930"/>
              <a:gd name="connsiteX22" fmla="*/ 278894 w 487623"/>
              <a:gd name="connsiteY22" fmla="*/ 432732 h 1338930"/>
              <a:gd name="connsiteX23" fmla="*/ 0 w 487623"/>
              <a:gd name="connsiteY23" fmla="*/ 432732 h 1338930"/>
              <a:gd name="connsiteX24" fmla="*/ 0 w 487623"/>
              <a:gd name="connsiteY24" fmla="*/ 82396 h 1338930"/>
              <a:gd name="connsiteX25" fmla="*/ 278894 w 487623"/>
              <a:gd name="connsiteY25" fmla="*/ 82396 h 1338930"/>
              <a:gd name="connsiteX26" fmla="*/ 278894 w 487623"/>
              <a:gd name="connsiteY26" fmla="*/ 92009 h 1338930"/>
              <a:gd name="connsiteX27" fmla="*/ 0 w 487623"/>
              <a:gd name="connsiteY27" fmla="*/ 92009 h 1338930"/>
              <a:gd name="connsiteX28" fmla="*/ 0 w 487623"/>
              <a:gd name="connsiteY28" fmla="*/ 38453 h 1338930"/>
              <a:gd name="connsiteX29" fmla="*/ 278894 w 487623"/>
              <a:gd name="connsiteY29" fmla="*/ 38453 h 1338930"/>
              <a:gd name="connsiteX30" fmla="*/ 278894 w 487623"/>
              <a:gd name="connsiteY30" fmla="*/ 48066 h 1338930"/>
              <a:gd name="connsiteX31" fmla="*/ 0 w 487623"/>
              <a:gd name="connsiteY31" fmla="*/ 48066 h 1338930"/>
              <a:gd name="connsiteX32" fmla="*/ 0 w 487623"/>
              <a:gd name="connsiteY32" fmla="*/ 0 h 1338930"/>
              <a:gd name="connsiteX33" fmla="*/ 278894 w 487623"/>
              <a:gd name="connsiteY33" fmla="*/ 0 h 1338930"/>
              <a:gd name="connsiteX34" fmla="*/ 278894 w 487623"/>
              <a:gd name="connsiteY34" fmla="*/ 9613 h 1338930"/>
              <a:gd name="connsiteX35" fmla="*/ 0 w 487623"/>
              <a:gd name="connsiteY35" fmla="*/ 9613 h 13389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487623" h="1338930">
                <a:moveTo>
                  <a:pt x="241690" y="1329316"/>
                </a:moveTo>
                <a:lnTo>
                  <a:pt x="487623" y="1329316"/>
                </a:lnTo>
                <a:lnTo>
                  <a:pt x="487623" y="1338930"/>
                </a:lnTo>
                <a:lnTo>
                  <a:pt x="241690" y="1338930"/>
                </a:lnTo>
                <a:close/>
                <a:moveTo>
                  <a:pt x="241690" y="1285373"/>
                </a:moveTo>
                <a:lnTo>
                  <a:pt x="487623" y="1285373"/>
                </a:lnTo>
                <a:lnTo>
                  <a:pt x="487623" y="1295139"/>
                </a:lnTo>
                <a:lnTo>
                  <a:pt x="241690" y="1295139"/>
                </a:lnTo>
                <a:close/>
                <a:moveTo>
                  <a:pt x="109858" y="1016215"/>
                </a:moveTo>
                <a:lnTo>
                  <a:pt x="284377" y="1016215"/>
                </a:lnTo>
                <a:lnTo>
                  <a:pt x="284377" y="1025981"/>
                </a:lnTo>
                <a:lnTo>
                  <a:pt x="109858" y="1025981"/>
                </a:lnTo>
                <a:close/>
                <a:moveTo>
                  <a:pt x="109860" y="972270"/>
                </a:moveTo>
                <a:lnTo>
                  <a:pt x="443687" y="972270"/>
                </a:lnTo>
                <a:lnTo>
                  <a:pt x="443687" y="982036"/>
                </a:lnTo>
                <a:lnTo>
                  <a:pt x="109860" y="982036"/>
                </a:lnTo>
                <a:close/>
                <a:moveTo>
                  <a:pt x="0" y="466909"/>
                </a:moveTo>
                <a:lnTo>
                  <a:pt x="278894" y="466909"/>
                </a:lnTo>
                <a:lnTo>
                  <a:pt x="278894" y="476522"/>
                </a:lnTo>
                <a:lnTo>
                  <a:pt x="0" y="476522"/>
                </a:lnTo>
                <a:close/>
                <a:moveTo>
                  <a:pt x="0" y="422966"/>
                </a:moveTo>
                <a:lnTo>
                  <a:pt x="278894" y="422966"/>
                </a:lnTo>
                <a:lnTo>
                  <a:pt x="278894" y="432732"/>
                </a:lnTo>
                <a:lnTo>
                  <a:pt x="0" y="432732"/>
                </a:lnTo>
                <a:close/>
                <a:moveTo>
                  <a:pt x="0" y="82396"/>
                </a:moveTo>
                <a:lnTo>
                  <a:pt x="278894" y="82396"/>
                </a:lnTo>
                <a:lnTo>
                  <a:pt x="278894" y="92009"/>
                </a:lnTo>
                <a:lnTo>
                  <a:pt x="0" y="92009"/>
                </a:lnTo>
                <a:close/>
                <a:moveTo>
                  <a:pt x="0" y="38453"/>
                </a:moveTo>
                <a:lnTo>
                  <a:pt x="278894" y="38453"/>
                </a:lnTo>
                <a:lnTo>
                  <a:pt x="278894" y="48066"/>
                </a:lnTo>
                <a:lnTo>
                  <a:pt x="0" y="48066"/>
                </a:lnTo>
                <a:close/>
                <a:moveTo>
                  <a:pt x="0" y="0"/>
                </a:moveTo>
                <a:lnTo>
                  <a:pt x="278894" y="0"/>
                </a:lnTo>
                <a:lnTo>
                  <a:pt x="278894" y="9613"/>
                </a:lnTo>
                <a:lnTo>
                  <a:pt x="0" y="9613"/>
                </a:lnTo>
                <a:close/>
              </a:path>
            </a:pathLst>
          </a:custGeom>
          <a:solidFill>
            <a:srgbClr val="39596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41" name="Freeform 158">
            <a:extLst>
              <a:ext uri="{FF2B5EF4-FFF2-40B4-BE49-F238E27FC236}">
                <a16:creationId xmlns:a16="http://schemas.microsoft.com/office/drawing/2014/main" id="{953BF0D3-E594-FC41-908B-8EC7EDAB0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582" y="3077449"/>
            <a:ext cx="1960978" cy="1441924"/>
          </a:xfrm>
          <a:custGeom>
            <a:avLst/>
            <a:gdLst>
              <a:gd name="T0" fmla="*/ 0 w 3147"/>
              <a:gd name="T1" fmla="*/ 1511504 h 2313"/>
              <a:gd name="T2" fmla="*/ 2055883 w 3147"/>
              <a:gd name="T3" fmla="*/ 1511504 h 2313"/>
              <a:gd name="T4" fmla="*/ 2055883 w 3147"/>
              <a:gd name="T5" fmla="*/ 0 h 2313"/>
              <a:gd name="T6" fmla="*/ 0 w 3147"/>
              <a:gd name="T7" fmla="*/ 0 h 2313"/>
              <a:gd name="T8" fmla="*/ 0 w 3147"/>
              <a:gd name="T9" fmla="*/ 1511504 h 231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47" h="2313">
                <a:moveTo>
                  <a:pt x="0" y="2312"/>
                </a:moveTo>
                <a:lnTo>
                  <a:pt x="3146" y="2312"/>
                </a:lnTo>
                <a:lnTo>
                  <a:pt x="3146" y="0"/>
                </a:lnTo>
                <a:lnTo>
                  <a:pt x="0" y="0"/>
                </a:lnTo>
                <a:lnTo>
                  <a:pt x="0" y="2312"/>
                </a:lnTo>
              </a:path>
            </a:pathLst>
          </a:custGeom>
          <a:solidFill>
            <a:srgbClr val="FFFFFF"/>
          </a:solidFill>
          <a:ln w="9525" cap="flat">
            <a:solidFill>
              <a:srgbClr val="395967"/>
            </a:solidFill>
            <a:bevel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42" name="Freeform 159">
            <a:extLst>
              <a:ext uri="{FF2B5EF4-FFF2-40B4-BE49-F238E27FC236}">
                <a16:creationId xmlns:a16="http://schemas.microsoft.com/office/drawing/2014/main" id="{9B280A90-14B4-3441-8E59-71595F1AF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582" y="2964841"/>
            <a:ext cx="1960978" cy="115354"/>
          </a:xfrm>
          <a:custGeom>
            <a:avLst/>
            <a:gdLst>
              <a:gd name="T0" fmla="*/ 2055883 w 3147"/>
              <a:gd name="T1" fmla="*/ 0 h 185"/>
              <a:gd name="T2" fmla="*/ 0 w 3147"/>
              <a:gd name="T3" fmla="*/ 0 h 185"/>
              <a:gd name="T4" fmla="*/ 0 w 3147"/>
              <a:gd name="T5" fmla="*/ 120319 h 185"/>
              <a:gd name="T6" fmla="*/ 2055883 w 3147"/>
              <a:gd name="T7" fmla="*/ 120319 h 185"/>
              <a:gd name="T8" fmla="*/ 2055883 w 3147"/>
              <a:gd name="T9" fmla="*/ 0 h 18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47" h="185">
                <a:moveTo>
                  <a:pt x="3146" y="0"/>
                </a:moveTo>
                <a:lnTo>
                  <a:pt x="0" y="0"/>
                </a:lnTo>
                <a:lnTo>
                  <a:pt x="0" y="184"/>
                </a:lnTo>
                <a:lnTo>
                  <a:pt x="3146" y="184"/>
                </a:lnTo>
                <a:lnTo>
                  <a:pt x="3146" y="0"/>
                </a:lnTo>
              </a:path>
            </a:pathLst>
          </a:custGeom>
          <a:solidFill>
            <a:srgbClr val="182E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95967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43" name="Freeform 160">
            <a:extLst>
              <a:ext uri="{FF2B5EF4-FFF2-40B4-BE49-F238E27FC236}">
                <a16:creationId xmlns:a16="http://schemas.microsoft.com/office/drawing/2014/main" id="{2D794629-0F82-CF4B-B34D-0E5BFE564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7907" y="3346609"/>
            <a:ext cx="1672598" cy="1035438"/>
          </a:xfrm>
          <a:custGeom>
            <a:avLst/>
            <a:gdLst>
              <a:gd name="T0" fmla="*/ 1753450 w 2687"/>
              <a:gd name="T1" fmla="*/ 1085220 h 1662"/>
              <a:gd name="T2" fmla="*/ 0 w 2687"/>
              <a:gd name="T3" fmla="*/ 1085220 h 1662"/>
              <a:gd name="T4" fmla="*/ 0 w 2687"/>
              <a:gd name="T5" fmla="*/ 0 h 1662"/>
              <a:gd name="T6" fmla="*/ 7181 w 2687"/>
              <a:gd name="T7" fmla="*/ 0 h 1662"/>
              <a:gd name="T8" fmla="*/ 7181 w 2687"/>
              <a:gd name="T9" fmla="*/ 1077379 h 1662"/>
              <a:gd name="T10" fmla="*/ 1753450 w 2687"/>
              <a:gd name="T11" fmla="*/ 1077379 h 1662"/>
              <a:gd name="T12" fmla="*/ 1753450 w 2687"/>
              <a:gd name="T13" fmla="*/ 1085220 h 166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687" h="1662">
                <a:moveTo>
                  <a:pt x="2686" y="1661"/>
                </a:moveTo>
                <a:lnTo>
                  <a:pt x="0" y="1661"/>
                </a:lnTo>
                <a:lnTo>
                  <a:pt x="0" y="0"/>
                </a:lnTo>
                <a:lnTo>
                  <a:pt x="11" y="0"/>
                </a:lnTo>
                <a:lnTo>
                  <a:pt x="11" y="1649"/>
                </a:lnTo>
                <a:lnTo>
                  <a:pt x="2686" y="1649"/>
                </a:lnTo>
                <a:lnTo>
                  <a:pt x="2686" y="1661"/>
                </a:lnTo>
              </a:path>
            </a:pathLst>
          </a:custGeom>
          <a:solidFill>
            <a:srgbClr val="182E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95967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44" name="Freeform 58">
            <a:extLst>
              <a:ext uri="{FF2B5EF4-FFF2-40B4-BE49-F238E27FC236}">
                <a16:creationId xmlns:a16="http://schemas.microsoft.com/office/drawing/2014/main" id="{30CD0560-D4FC-B44A-9420-9FFA8E8DBE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878" y="3173576"/>
            <a:ext cx="850784" cy="98250"/>
          </a:xfrm>
          <a:custGeom>
            <a:avLst/>
            <a:gdLst>
              <a:gd name="connsiteX0" fmla="*/ 0 w 1701567"/>
              <a:gd name="connsiteY0" fmla="*/ 126344 h 196499"/>
              <a:gd name="connsiteX1" fmla="*/ 1701567 w 1701567"/>
              <a:gd name="connsiteY1" fmla="*/ 126344 h 196499"/>
              <a:gd name="connsiteX2" fmla="*/ 1701567 w 1701567"/>
              <a:gd name="connsiteY2" fmla="*/ 196499 h 196499"/>
              <a:gd name="connsiteX3" fmla="*/ 0 w 1701567"/>
              <a:gd name="connsiteY3" fmla="*/ 196499 h 196499"/>
              <a:gd name="connsiteX4" fmla="*/ 0 w 1701567"/>
              <a:gd name="connsiteY4" fmla="*/ 0 h 196499"/>
              <a:gd name="connsiteX5" fmla="*/ 1701567 w 1701567"/>
              <a:gd name="connsiteY5" fmla="*/ 0 h 196499"/>
              <a:gd name="connsiteX6" fmla="*/ 1701567 w 1701567"/>
              <a:gd name="connsiteY6" fmla="*/ 70159 h 196499"/>
              <a:gd name="connsiteX7" fmla="*/ 0 w 1701567"/>
              <a:gd name="connsiteY7" fmla="*/ 70159 h 196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01567" h="196499">
                <a:moveTo>
                  <a:pt x="0" y="126344"/>
                </a:moveTo>
                <a:lnTo>
                  <a:pt x="1701567" y="126344"/>
                </a:lnTo>
                <a:lnTo>
                  <a:pt x="1701567" y="196499"/>
                </a:lnTo>
                <a:lnTo>
                  <a:pt x="0" y="196499"/>
                </a:lnTo>
                <a:close/>
                <a:moveTo>
                  <a:pt x="0" y="0"/>
                </a:moveTo>
                <a:lnTo>
                  <a:pt x="1701567" y="0"/>
                </a:lnTo>
                <a:lnTo>
                  <a:pt x="1701567" y="70159"/>
                </a:lnTo>
                <a:lnTo>
                  <a:pt x="0" y="70159"/>
                </a:lnTo>
                <a:close/>
              </a:path>
            </a:pathLst>
          </a:custGeom>
          <a:solidFill>
            <a:srgbClr val="39596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95967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45" name="Freeform 163">
            <a:extLst>
              <a:ext uri="{FF2B5EF4-FFF2-40B4-BE49-F238E27FC236}">
                <a16:creationId xmlns:a16="http://schemas.microsoft.com/office/drawing/2014/main" id="{A82A6263-9E5A-7C46-AED3-03284889C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848" y="3374074"/>
            <a:ext cx="1557247" cy="958536"/>
          </a:xfrm>
          <a:custGeom>
            <a:avLst/>
            <a:gdLst>
              <a:gd name="T0" fmla="*/ 1533263 w 2502"/>
              <a:gd name="T1" fmla="*/ 414875 h 1541"/>
              <a:gd name="T2" fmla="*/ 1378566 w 2502"/>
              <a:gd name="T3" fmla="*/ 574042 h 1541"/>
              <a:gd name="T4" fmla="*/ 1378566 w 2502"/>
              <a:gd name="T5" fmla="*/ 578608 h 1541"/>
              <a:gd name="T6" fmla="*/ 1533263 w 2502"/>
              <a:gd name="T7" fmla="*/ 738426 h 1541"/>
              <a:gd name="T8" fmla="*/ 1218647 w 2502"/>
              <a:gd name="T9" fmla="*/ 738426 h 1541"/>
              <a:gd name="T10" fmla="*/ 900768 w 2502"/>
              <a:gd name="T11" fmla="*/ 738426 h 1541"/>
              <a:gd name="T12" fmla="*/ 896851 w 2502"/>
              <a:gd name="T13" fmla="*/ 738426 h 1541"/>
              <a:gd name="T14" fmla="*/ 737585 w 2502"/>
              <a:gd name="T15" fmla="*/ 892374 h 1541"/>
              <a:gd name="T16" fmla="*/ 422969 w 2502"/>
              <a:gd name="T17" fmla="*/ 892374 h 1541"/>
              <a:gd name="T18" fmla="*/ 263703 w 2502"/>
              <a:gd name="T19" fmla="*/ 738426 h 1541"/>
              <a:gd name="T20" fmla="*/ 104437 w 2502"/>
              <a:gd name="T21" fmla="*/ 578608 h 1541"/>
              <a:gd name="T22" fmla="*/ 259134 w 2502"/>
              <a:gd name="T23" fmla="*/ 419442 h 1541"/>
              <a:gd name="T24" fmla="*/ 259134 w 2502"/>
              <a:gd name="T25" fmla="*/ 414875 h 1541"/>
              <a:gd name="T26" fmla="*/ 104437 w 2502"/>
              <a:gd name="T27" fmla="*/ 256362 h 1541"/>
              <a:gd name="T28" fmla="*/ 419053 w 2502"/>
              <a:gd name="T29" fmla="*/ 256362 h 1541"/>
              <a:gd name="T30" fmla="*/ 737585 w 2502"/>
              <a:gd name="T31" fmla="*/ 256362 h 1541"/>
              <a:gd name="T32" fmla="*/ 741502 w 2502"/>
              <a:gd name="T33" fmla="*/ 256362 h 1541"/>
              <a:gd name="T34" fmla="*/ 900768 w 2502"/>
              <a:gd name="T35" fmla="*/ 101762 h 1541"/>
              <a:gd name="T36" fmla="*/ 1214731 w 2502"/>
              <a:gd name="T37" fmla="*/ 101762 h 1541"/>
              <a:gd name="T38" fmla="*/ 1218647 w 2502"/>
              <a:gd name="T39" fmla="*/ 260928 h 1541"/>
              <a:gd name="T40" fmla="*/ 1218647 w 2502"/>
              <a:gd name="T41" fmla="*/ 578608 h 1541"/>
              <a:gd name="T42" fmla="*/ 1214731 w 2502"/>
              <a:gd name="T43" fmla="*/ 578608 h 1541"/>
              <a:gd name="T44" fmla="*/ 1055465 w 2502"/>
              <a:gd name="T45" fmla="*/ 733208 h 1541"/>
              <a:gd name="T46" fmla="*/ 741502 w 2502"/>
              <a:gd name="T47" fmla="*/ 733208 h 1541"/>
              <a:gd name="T48" fmla="*/ 582235 w 2502"/>
              <a:gd name="T49" fmla="*/ 578608 h 1541"/>
              <a:gd name="T50" fmla="*/ 419053 w 2502"/>
              <a:gd name="T51" fmla="*/ 733208 h 1541"/>
              <a:gd name="T52" fmla="*/ 263703 w 2502"/>
              <a:gd name="T53" fmla="*/ 574042 h 1541"/>
              <a:gd name="T54" fmla="*/ 263703 w 2502"/>
              <a:gd name="T55" fmla="*/ 260928 h 1541"/>
              <a:gd name="T56" fmla="*/ 577666 w 2502"/>
              <a:gd name="T57" fmla="*/ 260928 h 1541"/>
              <a:gd name="T58" fmla="*/ 737585 w 2502"/>
              <a:gd name="T59" fmla="*/ 414875 h 1541"/>
              <a:gd name="T60" fmla="*/ 1055465 w 2502"/>
              <a:gd name="T61" fmla="*/ 414875 h 1541"/>
              <a:gd name="T62" fmla="*/ 1214731 w 2502"/>
              <a:gd name="T63" fmla="*/ 260928 h 1541"/>
              <a:gd name="T64" fmla="*/ 1214731 w 2502"/>
              <a:gd name="T65" fmla="*/ 574042 h 1541"/>
              <a:gd name="T66" fmla="*/ 900768 w 2502"/>
              <a:gd name="T67" fmla="*/ 574042 h 1541"/>
              <a:gd name="T68" fmla="*/ 741502 w 2502"/>
              <a:gd name="T69" fmla="*/ 419442 h 1541"/>
              <a:gd name="T70" fmla="*/ 582235 w 2502"/>
              <a:gd name="T71" fmla="*/ 419442 h 1541"/>
              <a:gd name="T72" fmla="*/ 1218647 w 2502"/>
              <a:gd name="T73" fmla="*/ 256362 h 1541"/>
              <a:gd name="T74" fmla="*/ 1537832 w 2502"/>
              <a:gd name="T75" fmla="*/ 97196 h 1541"/>
              <a:gd name="T76" fmla="*/ 1373997 w 2502"/>
              <a:gd name="T77" fmla="*/ 0 h 1541"/>
              <a:gd name="T78" fmla="*/ 1059381 w 2502"/>
              <a:gd name="T79" fmla="*/ 97196 h 1541"/>
              <a:gd name="T80" fmla="*/ 896851 w 2502"/>
              <a:gd name="T81" fmla="*/ 0 h 1541"/>
              <a:gd name="T82" fmla="*/ 582235 w 2502"/>
              <a:gd name="T83" fmla="*/ 97196 h 1541"/>
              <a:gd name="T84" fmla="*/ 419053 w 2502"/>
              <a:gd name="T85" fmla="*/ 0 h 1541"/>
              <a:gd name="T86" fmla="*/ 104437 w 2502"/>
              <a:gd name="T87" fmla="*/ 97196 h 1541"/>
              <a:gd name="T88" fmla="*/ 100520 w 2502"/>
              <a:gd name="T89" fmla="*/ 101762 h 1541"/>
              <a:gd name="T90" fmla="*/ 0 w 2502"/>
              <a:gd name="T91" fmla="*/ 414875 h 1541"/>
              <a:gd name="T92" fmla="*/ 100520 w 2502"/>
              <a:gd name="T93" fmla="*/ 578608 h 1541"/>
              <a:gd name="T94" fmla="*/ 0 w 2502"/>
              <a:gd name="T95" fmla="*/ 892374 h 1541"/>
              <a:gd name="T96" fmla="*/ 259134 w 2502"/>
              <a:gd name="T97" fmla="*/ 897592 h 1541"/>
              <a:gd name="T98" fmla="*/ 422969 w 2502"/>
              <a:gd name="T99" fmla="*/ 1004573 h 1541"/>
              <a:gd name="T100" fmla="*/ 737585 w 2502"/>
              <a:gd name="T101" fmla="*/ 897592 h 1541"/>
              <a:gd name="T102" fmla="*/ 900768 w 2502"/>
              <a:gd name="T103" fmla="*/ 1004573 h 1541"/>
              <a:gd name="T104" fmla="*/ 1214731 w 2502"/>
              <a:gd name="T105" fmla="*/ 897592 h 1541"/>
              <a:gd name="T106" fmla="*/ 1378566 w 2502"/>
              <a:gd name="T107" fmla="*/ 1004573 h 1541"/>
              <a:gd name="T108" fmla="*/ 1632478 w 2502"/>
              <a:gd name="T109" fmla="*/ 897592 h 1541"/>
              <a:gd name="T110" fmla="*/ 1537832 w 2502"/>
              <a:gd name="T111" fmla="*/ 733208 h 1541"/>
              <a:gd name="T112" fmla="*/ 1632478 w 2502"/>
              <a:gd name="T113" fmla="*/ 419442 h 1541"/>
              <a:gd name="T114" fmla="*/ 1537832 w 2502"/>
              <a:gd name="T115" fmla="*/ 256362 h 1541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</a:gdLst>
            <a:ahLst/>
            <a:cxnLst>
              <a:cxn ang="T116">
                <a:pos x="T0" y="T1"/>
              </a:cxn>
              <a:cxn ang="T117">
                <a:pos x="T2" y="T3"/>
              </a:cxn>
              <a:cxn ang="T118">
                <a:pos x="T4" y="T5"/>
              </a:cxn>
              <a:cxn ang="T119">
                <a:pos x="T6" y="T7"/>
              </a:cxn>
              <a:cxn ang="T120">
                <a:pos x="T8" y="T9"/>
              </a:cxn>
              <a:cxn ang="T121">
                <a:pos x="T10" y="T11"/>
              </a:cxn>
              <a:cxn ang="T122">
                <a:pos x="T12" y="T13"/>
              </a:cxn>
              <a:cxn ang="T123">
                <a:pos x="T14" y="T15"/>
              </a:cxn>
              <a:cxn ang="T124">
                <a:pos x="T16" y="T17"/>
              </a:cxn>
              <a:cxn ang="T125">
                <a:pos x="T18" y="T19"/>
              </a:cxn>
              <a:cxn ang="T126">
                <a:pos x="T20" y="T21"/>
              </a:cxn>
              <a:cxn ang="T127">
                <a:pos x="T22" y="T23"/>
              </a:cxn>
              <a:cxn ang="T128">
                <a:pos x="T24" y="T25"/>
              </a:cxn>
              <a:cxn ang="T129">
                <a:pos x="T26" y="T27"/>
              </a:cxn>
              <a:cxn ang="T130">
                <a:pos x="T28" y="T29"/>
              </a:cxn>
              <a:cxn ang="T131">
                <a:pos x="T30" y="T31"/>
              </a:cxn>
              <a:cxn ang="T132">
                <a:pos x="T32" y="T33"/>
              </a:cxn>
              <a:cxn ang="T133">
                <a:pos x="T34" y="T35"/>
              </a:cxn>
              <a:cxn ang="T134">
                <a:pos x="T36" y="T37"/>
              </a:cxn>
              <a:cxn ang="T135">
                <a:pos x="T38" y="T39"/>
              </a:cxn>
              <a:cxn ang="T136">
                <a:pos x="T40" y="T41"/>
              </a:cxn>
              <a:cxn ang="T137">
                <a:pos x="T42" y="T43"/>
              </a:cxn>
              <a:cxn ang="T138">
                <a:pos x="T44" y="T45"/>
              </a:cxn>
              <a:cxn ang="T139">
                <a:pos x="T46" y="T47"/>
              </a:cxn>
              <a:cxn ang="T140">
                <a:pos x="T48" y="T49"/>
              </a:cxn>
              <a:cxn ang="T141">
                <a:pos x="T50" y="T51"/>
              </a:cxn>
              <a:cxn ang="T142">
                <a:pos x="T52" y="T53"/>
              </a:cxn>
              <a:cxn ang="T143">
                <a:pos x="T54" y="T55"/>
              </a:cxn>
              <a:cxn ang="T144">
                <a:pos x="T56" y="T57"/>
              </a:cxn>
              <a:cxn ang="T145">
                <a:pos x="T58" y="T59"/>
              </a:cxn>
              <a:cxn ang="T146">
                <a:pos x="T60" y="T61"/>
              </a:cxn>
              <a:cxn ang="T147">
                <a:pos x="T62" y="T63"/>
              </a:cxn>
              <a:cxn ang="T148">
                <a:pos x="T64" y="T65"/>
              </a:cxn>
              <a:cxn ang="T149">
                <a:pos x="T66" y="T67"/>
              </a:cxn>
              <a:cxn ang="T150">
                <a:pos x="T68" y="T69"/>
              </a:cxn>
              <a:cxn ang="T151">
                <a:pos x="T70" y="T71"/>
              </a:cxn>
              <a:cxn ang="T152">
                <a:pos x="T72" y="T73"/>
              </a:cxn>
              <a:cxn ang="T153">
                <a:pos x="T74" y="T75"/>
              </a:cxn>
              <a:cxn ang="T154">
                <a:pos x="T76" y="T77"/>
              </a:cxn>
              <a:cxn ang="T155">
                <a:pos x="T78" y="T79"/>
              </a:cxn>
              <a:cxn ang="T156">
                <a:pos x="T80" y="T81"/>
              </a:cxn>
              <a:cxn ang="T157">
                <a:pos x="T82" y="T83"/>
              </a:cxn>
              <a:cxn ang="T158">
                <a:pos x="T84" y="T85"/>
              </a:cxn>
              <a:cxn ang="T159">
                <a:pos x="T86" y="T87"/>
              </a:cxn>
              <a:cxn ang="T160">
                <a:pos x="T88" y="T89"/>
              </a:cxn>
              <a:cxn ang="T161">
                <a:pos x="T90" y="T91"/>
              </a:cxn>
              <a:cxn ang="T162">
                <a:pos x="T92" y="T93"/>
              </a:cxn>
              <a:cxn ang="T163">
                <a:pos x="T94" y="T95"/>
              </a:cxn>
              <a:cxn ang="T164">
                <a:pos x="T96" y="T97"/>
              </a:cxn>
              <a:cxn ang="T165">
                <a:pos x="T98" y="T99"/>
              </a:cxn>
              <a:cxn ang="T166">
                <a:pos x="T100" y="T101"/>
              </a:cxn>
              <a:cxn ang="T167">
                <a:pos x="T102" y="T103"/>
              </a:cxn>
              <a:cxn ang="T168">
                <a:pos x="T104" y="T105"/>
              </a:cxn>
              <a:cxn ang="T169">
                <a:pos x="T106" y="T107"/>
              </a:cxn>
              <a:cxn ang="T170">
                <a:pos x="T108" y="T109"/>
              </a:cxn>
              <a:cxn ang="T171">
                <a:pos x="T110" y="T111"/>
              </a:cxn>
              <a:cxn ang="T172">
                <a:pos x="T112" y="T113"/>
              </a:cxn>
              <a:cxn ang="T173">
                <a:pos x="T114" y="T115"/>
              </a:cxn>
            </a:cxnLst>
            <a:rect l="0" t="0" r="r" b="b"/>
            <a:pathLst>
              <a:path w="2502" h="1541">
                <a:moveTo>
                  <a:pt x="2349" y="393"/>
                </a:moveTo>
                <a:lnTo>
                  <a:pt x="2112" y="393"/>
                </a:lnTo>
                <a:lnTo>
                  <a:pt x="2112" y="156"/>
                </a:lnTo>
                <a:lnTo>
                  <a:pt x="2349" y="156"/>
                </a:lnTo>
                <a:lnTo>
                  <a:pt x="2349" y="393"/>
                </a:lnTo>
                <a:close/>
                <a:moveTo>
                  <a:pt x="2349" y="636"/>
                </a:moveTo>
                <a:lnTo>
                  <a:pt x="2112" y="636"/>
                </a:lnTo>
                <a:lnTo>
                  <a:pt x="2112" y="400"/>
                </a:lnTo>
                <a:lnTo>
                  <a:pt x="2349" y="400"/>
                </a:lnTo>
                <a:lnTo>
                  <a:pt x="2349" y="636"/>
                </a:lnTo>
                <a:close/>
                <a:moveTo>
                  <a:pt x="2349" y="880"/>
                </a:moveTo>
                <a:lnTo>
                  <a:pt x="2112" y="880"/>
                </a:lnTo>
                <a:lnTo>
                  <a:pt x="2112" y="643"/>
                </a:lnTo>
                <a:lnTo>
                  <a:pt x="2349" y="643"/>
                </a:lnTo>
                <a:lnTo>
                  <a:pt x="2349" y="880"/>
                </a:lnTo>
                <a:close/>
                <a:moveTo>
                  <a:pt x="2349" y="1124"/>
                </a:moveTo>
                <a:lnTo>
                  <a:pt x="2112" y="1124"/>
                </a:lnTo>
                <a:lnTo>
                  <a:pt x="2112" y="887"/>
                </a:lnTo>
                <a:lnTo>
                  <a:pt x="2349" y="887"/>
                </a:lnTo>
                <a:lnTo>
                  <a:pt x="2349" y="1124"/>
                </a:lnTo>
                <a:close/>
                <a:moveTo>
                  <a:pt x="2349" y="1368"/>
                </a:moveTo>
                <a:lnTo>
                  <a:pt x="2112" y="1368"/>
                </a:lnTo>
                <a:lnTo>
                  <a:pt x="2112" y="1132"/>
                </a:lnTo>
                <a:lnTo>
                  <a:pt x="2349" y="1132"/>
                </a:lnTo>
                <a:lnTo>
                  <a:pt x="2349" y="1368"/>
                </a:lnTo>
                <a:close/>
                <a:moveTo>
                  <a:pt x="1867" y="1132"/>
                </a:moveTo>
                <a:lnTo>
                  <a:pt x="2105" y="1132"/>
                </a:lnTo>
                <a:lnTo>
                  <a:pt x="2105" y="1368"/>
                </a:lnTo>
                <a:lnTo>
                  <a:pt x="1867" y="1368"/>
                </a:lnTo>
                <a:lnTo>
                  <a:pt x="1867" y="1132"/>
                </a:lnTo>
                <a:close/>
                <a:moveTo>
                  <a:pt x="1623" y="1132"/>
                </a:moveTo>
                <a:lnTo>
                  <a:pt x="1861" y="1132"/>
                </a:lnTo>
                <a:lnTo>
                  <a:pt x="1861" y="1368"/>
                </a:lnTo>
                <a:lnTo>
                  <a:pt x="1623" y="1368"/>
                </a:lnTo>
                <a:lnTo>
                  <a:pt x="1623" y="1132"/>
                </a:lnTo>
                <a:close/>
                <a:moveTo>
                  <a:pt x="1380" y="1132"/>
                </a:moveTo>
                <a:lnTo>
                  <a:pt x="1617" y="1132"/>
                </a:lnTo>
                <a:lnTo>
                  <a:pt x="1617" y="1368"/>
                </a:lnTo>
                <a:lnTo>
                  <a:pt x="1380" y="1368"/>
                </a:lnTo>
                <a:lnTo>
                  <a:pt x="1380" y="1132"/>
                </a:lnTo>
                <a:close/>
                <a:moveTo>
                  <a:pt x="1136" y="1132"/>
                </a:moveTo>
                <a:lnTo>
                  <a:pt x="1374" y="1132"/>
                </a:lnTo>
                <a:lnTo>
                  <a:pt x="1374" y="1368"/>
                </a:lnTo>
                <a:lnTo>
                  <a:pt x="1136" y="1368"/>
                </a:lnTo>
                <a:lnTo>
                  <a:pt x="1136" y="1132"/>
                </a:lnTo>
                <a:close/>
                <a:moveTo>
                  <a:pt x="892" y="1132"/>
                </a:moveTo>
                <a:lnTo>
                  <a:pt x="1130" y="1132"/>
                </a:lnTo>
                <a:lnTo>
                  <a:pt x="1130" y="1368"/>
                </a:lnTo>
                <a:lnTo>
                  <a:pt x="892" y="1368"/>
                </a:lnTo>
                <a:lnTo>
                  <a:pt x="892" y="1132"/>
                </a:lnTo>
                <a:close/>
                <a:moveTo>
                  <a:pt x="648" y="1132"/>
                </a:moveTo>
                <a:lnTo>
                  <a:pt x="885" y="1132"/>
                </a:lnTo>
                <a:lnTo>
                  <a:pt x="885" y="1368"/>
                </a:lnTo>
                <a:lnTo>
                  <a:pt x="648" y="1368"/>
                </a:lnTo>
                <a:lnTo>
                  <a:pt x="648" y="1132"/>
                </a:lnTo>
                <a:close/>
                <a:moveTo>
                  <a:pt x="404" y="1132"/>
                </a:moveTo>
                <a:lnTo>
                  <a:pt x="642" y="1132"/>
                </a:lnTo>
                <a:lnTo>
                  <a:pt x="642" y="1368"/>
                </a:lnTo>
                <a:lnTo>
                  <a:pt x="404" y="1368"/>
                </a:lnTo>
                <a:lnTo>
                  <a:pt x="404" y="1132"/>
                </a:lnTo>
                <a:close/>
                <a:moveTo>
                  <a:pt x="160" y="1132"/>
                </a:moveTo>
                <a:lnTo>
                  <a:pt x="397" y="1132"/>
                </a:lnTo>
                <a:lnTo>
                  <a:pt x="397" y="1368"/>
                </a:lnTo>
                <a:lnTo>
                  <a:pt x="160" y="1368"/>
                </a:lnTo>
                <a:lnTo>
                  <a:pt x="160" y="1132"/>
                </a:lnTo>
                <a:close/>
                <a:moveTo>
                  <a:pt x="160" y="887"/>
                </a:moveTo>
                <a:lnTo>
                  <a:pt x="397" y="887"/>
                </a:lnTo>
                <a:lnTo>
                  <a:pt x="397" y="1124"/>
                </a:lnTo>
                <a:lnTo>
                  <a:pt x="160" y="1124"/>
                </a:lnTo>
                <a:lnTo>
                  <a:pt x="160" y="887"/>
                </a:lnTo>
                <a:close/>
                <a:moveTo>
                  <a:pt x="160" y="643"/>
                </a:moveTo>
                <a:lnTo>
                  <a:pt x="397" y="643"/>
                </a:lnTo>
                <a:lnTo>
                  <a:pt x="397" y="880"/>
                </a:lnTo>
                <a:lnTo>
                  <a:pt x="160" y="880"/>
                </a:lnTo>
                <a:lnTo>
                  <a:pt x="160" y="643"/>
                </a:lnTo>
                <a:close/>
                <a:moveTo>
                  <a:pt x="160" y="400"/>
                </a:moveTo>
                <a:lnTo>
                  <a:pt x="397" y="400"/>
                </a:lnTo>
                <a:lnTo>
                  <a:pt x="397" y="636"/>
                </a:lnTo>
                <a:lnTo>
                  <a:pt x="160" y="636"/>
                </a:lnTo>
                <a:lnTo>
                  <a:pt x="160" y="400"/>
                </a:lnTo>
                <a:close/>
                <a:moveTo>
                  <a:pt x="160" y="156"/>
                </a:moveTo>
                <a:lnTo>
                  <a:pt x="397" y="156"/>
                </a:lnTo>
                <a:lnTo>
                  <a:pt x="397" y="393"/>
                </a:lnTo>
                <a:lnTo>
                  <a:pt x="160" y="393"/>
                </a:lnTo>
                <a:lnTo>
                  <a:pt x="160" y="156"/>
                </a:lnTo>
                <a:close/>
                <a:moveTo>
                  <a:pt x="642" y="393"/>
                </a:moveTo>
                <a:lnTo>
                  <a:pt x="404" y="393"/>
                </a:lnTo>
                <a:lnTo>
                  <a:pt x="404" y="156"/>
                </a:lnTo>
                <a:lnTo>
                  <a:pt x="642" y="156"/>
                </a:lnTo>
                <a:lnTo>
                  <a:pt x="642" y="393"/>
                </a:lnTo>
                <a:close/>
                <a:moveTo>
                  <a:pt x="885" y="393"/>
                </a:moveTo>
                <a:lnTo>
                  <a:pt x="648" y="393"/>
                </a:lnTo>
                <a:lnTo>
                  <a:pt x="648" y="156"/>
                </a:lnTo>
                <a:lnTo>
                  <a:pt x="885" y="156"/>
                </a:lnTo>
                <a:lnTo>
                  <a:pt x="885" y="393"/>
                </a:lnTo>
                <a:close/>
                <a:moveTo>
                  <a:pt x="1130" y="393"/>
                </a:moveTo>
                <a:lnTo>
                  <a:pt x="892" y="393"/>
                </a:lnTo>
                <a:lnTo>
                  <a:pt x="892" y="156"/>
                </a:lnTo>
                <a:lnTo>
                  <a:pt x="1130" y="156"/>
                </a:lnTo>
                <a:lnTo>
                  <a:pt x="1130" y="393"/>
                </a:lnTo>
                <a:close/>
                <a:moveTo>
                  <a:pt x="1374" y="393"/>
                </a:moveTo>
                <a:lnTo>
                  <a:pt x="1136" y="393"/>
                </a:lnTo>
                <a:lnTo>
                  <a:pt x="1136" y="156"/>
                </a:lnTo>
                <a:lnTo>
                  <a:pt x="1374" y="156"/>
                </a:lnTo>
                <a:lnTo>
                  <a:pt x="1374" y="393"/>
                </a:lnTo>
                <a:close/>
                <a:moveTo>
                  <a:pt x="1617" y="393"/>
                </a:moveTo>
                <a:lnTo>
                  <a:pt x="1380" y="393"/>
                </a:lnTo>
                <a:lnTo>
                  <a:pt x="1380" y="156"/>
                </a:lnTo>
                <a:lnTo>
                  <a:pt x="1617" y="156"/>
                </a:lnTo>
                <a:lnTo>
                  <a:pt x="1617" y="393"/>
                </a:lnTo>
                <a:close/>
                <a:moveTo>
                  <a:pt x="1861" y="393"/>
                </a:moveTo>
                <a:lnTo>
                  <a:pt x="1623" y="393"/>
                </a:lnTo>
                <a:lnTo>
                  <a:pt x="1623" y="156"/>
                </a:lnTo>
                <a:lnTo>
                  <a:pt x="1861" y="156"/>
                </a:lnTo>
                <a:lnTo>
                  <a:pt x="1861" y="393"/>
                </a:lnTo>
                <a:close/>
                <a:moveTo>
                  <a:pt x="1867" y="400"/>
                </a:moveTo>
                <a:lnTo>
                  <a:pt x="2105" y="400"/>
                </a:lnTo>
                <a:lnTo>
                  <a:pt x="2105" y="636"/>
                </a:lnTo>
                <a:lnTo>
                  <a:pt x="1867" y="636"/>
                </a:lnTo>
                <a:lnTo>
                  <a:pt x="1867" y="400"/>
                </a:lnTo>
                <a:close/>
                <a:moveTo>
                  <a:pt x="1867" y="643"/>
                </a:moveTo>
                <a:lnTo>
                  <a:pt x="2105" y="643"/>
                </a:lnTo>
                <a:lnTo>
                  <a:pt x="2105" y="880"/>
                </a:lnTo>
                <a:lnTo>
                  <a:pt x="1867" y="880"/>
                </a:lnTo>
                <a:lnTo>
                  <a:pt x="1867" y="643"/>
                </a:lnTo>
                <a:close/>
                <a:moveTo>
                  <a:pt x="1867" y="887"/>
                </a:moveTo>
                <a:lnTo>
                  <a:pt x="2105" y="887"/>
                </a:lnTo>
                <a:lnTo>
                  <a:pt x="2105" y="1124"/>
                </a:lnTo>
                <a:lnTo>
                  <a:pt x="1867" y="1124"/>
                </a:lnTo>
                <a:lnTo>
                  <a:pt x="1867" y="887"/>
                </a:lnTo>
                <a:close/>
                <a:moveTo>
                  <a:pt x="1623" y="887"/>
                </a:moveTo>
                <a:lnTo>
                  <a:pt x="1861" y="887"/>
                </a:lnTo>
                <a:lnTo>
                  <a:pt x="1861" y="1124"/>
                </a:lnTo>
                <a:lnTo>
                  <a:pt x="1623" y="1124"/>
                </a:lnTo>
                <a:lnTo>
                  <a:pt x="1623" y="887"/>
                </a:lnTo>
                <a:close/>
                <a:moveTo>
                  <a:pt x="1380" y="887"/>
                </a:moveTo>
                <a:lnTo>
                  <a:pt x="1617" y="887"/>
                </a:lnTo>
                <a:lnTo>
                  <a:pt x="1617" y="1124"/>
                </a:lnTo>
                <a:lnTo>
                  <a:pt x="1380" y="1124"/>
                </a:lnTo>
                <a:lnTo>
                  <a:pt x="1380" y="887"/>
                </a:lnTo>
                <a:close/>
                <a:moveTo>
                  <a:pt x="1136" y="887"/>
                </a:moveTo>
                <a:lnTo>
                  <a:pt x="1374" y="887"/>
                </a:lnTo>
                <a:lnTo>
                  <a:pt x="1374" y="1124"/>
                </a:lnTo>
                <a:lnTo>
                  <a:pt x="1136" y="1124"/>
                </a:lnTo>
                <a:lnTo>
                  <a:pt x="1136" y="887"/>
                </a:lnTo>
                <a:close/>
                <a:moveTo>
                  <a:pt x="892" y="887"/>
                </a:moveTo>
                <a:lnTo>
                  <a:pt x="1130" y="887"/>
                </a:lnTo>
                <a:lnTo>
                  <a:pt x="1130" y="1124"/>
                </a:lnTo>
                <a:lnTo>
                  <a:pt x="892" y="1124"/>
                </a:lnTo>
                <a:lnTo>
                  <a:pt x="892" y="887"/>
                </a:lnTo>
                <a:close/>
                <a:moveTo>
                  <a:pt x="648" y="887"/>
                </a:moveTo>
                <a:lnTo>
                  <a:pt x="885" y="887"/>
                </a:lnTo>
                <a:lnTo>
                  <a:pt x="885" y="1124"/>
                </a:lnTo>
                <a:lnTo>
                  <a:pt x="648" y="1124"/>
                </a:lnTo>
                <a:lnTo>
                  <a:pt x="648" y="887"/>
                </a:lnTo>
                <a:close/>
                <a:moveTo>
                  <a:pt x="642" y="1124"/>
                </a:moveTo>
                <a:lnTo>
                  <a:pt x="404" y="1124"/>
                </a:lnTo>
                <a:lnTo>
                  <a:pt x="404" y="887"/>
                </a:lnTo>
                <a:lnTo>
                  <a:pt x="642" y="887"/>
                </a:lnTo>
                <a:lnTo>
                  <a:pt x="642" y="1124"/>
                </a:lnTo>
                <a:close/>
                <a:moveTo>
                  <a:pt x="642" y="880"/>
                </a:moveTo>
                <a:lnTo>
                  <a:pt x="404" y="880"/>
                </a:lnTo>
                <a:lnTo>
                  <a:pt x="404" y="643"/>
                </a:lnTo>
                <a:lnTo>
                  <a:pt x="642" y="643"/>
                </a:lnTo>
                <a:lnTo>
                  <a:pt x="642" y="880"/>
                </a:lnTo>
                <a:close/>
                <a:moveTo>
                  <a:pt x="642" y="636"/>
                </a:moveTo>
                <a:lnTo>
                  <a:pt x="404" y="636"/>
                </a:lnTo>
                <a:lnTo>
                  <a:pt x="404" y="400"/>
                </a:lnTo>
                <a:lnTo>
                  <a:pt x="642" y="400"/>
                </a:lnTo>
                <a:lnTo>
                  <a:pt x="642" y="636"/>
                </a:lnTo>
                <a:close/>
                <a:moveTo>
                  <a:pt x="885" y="636"/>
                </a:moveTo>
                <a:lnTo>
                  <a:pt x="648" y="636"/>
                </a:lnTo>
                <a:lnTo>
                  <a:pt x="648" y="400"/>
                </a:lnTo>
                <a:lnTo>
                  <a:pt x="885" y="400"/>
                </a:lnTo>
                <a:lnTo>
                  <a:pt x="885" y="636"/>
                </a:lnTo>
                <a:close/>
                <a:moveTo>
                  <a:pt x="1130" y="636"/>
                </a:moveTo>
                <a:lnTo>
                  <a:pt x="892" y="636"/>
                </a:lnTo>
                <a:lnTo>
                  <a:pt x="892" y="400"/>
                </a:lnTo>
                <a:lnTo>
                  <a:pt x="1130" y="400"/>
                </a:lnTo>
                <a:lnTo>
                  <a:pt x="1130" y="636"/>
                </a:lnTo>
                <a:close/>
                <a:moveTo>
                  <a:pt x="1374" y="636"/>
                </a:moveTo>
                <a:lnTo>
                  <a:pt x="1136" y="636"/>
                </a:lnTo>
                <a:lnTo>
                  <a:pt x="1136" y="400"/>
                </a:lnTo>
                <a:lnTo>
                  <a:pt x="1374" y="400"/>
                </a:lnTo>
                <a:lnTo>
                  <a:pt x="1374" y="636"/>
                </a:lnTo>
                <a:close/>
                <a:moveTo>
                  <a:pt x="1617" y="636"/>
                </a:moveTo>
                <a:lnTo>
                  <a:pt x="1380" y="636"/>
                </a:lnTo>
                <a:lnTo>
                  <a:pt x="1380" y="400"/>
                </a:lnTo>
                <a:lnTo>
                  <a:pt x="1617" y="400"/>
                </a:lnTo>
                <a:lnTo>
                  <a:pt x="1617" y="636"/>
                </a:lnTo>
                <a:close/>
                <a:moveTo>
                  <a:pt x="1623" y="400"/>
                </a:moveTo>
                <a:lnTo>
                  <a:pt x="1861" y="400"/>
                </a:lnTo>
                <a:lnTo>
                  <a:pt x="1861" y="636"/>
                </a:lnTo>
                <a:lnTo>
                  <a:pt x="1623" y="636"/>
                </a:lnTo>
                <a:lnTo>
                  <a:pt x="1623" y="400"/>
                </a:lnTo>
                <a:close/>
                <a:moveTo>
                  <a:pt x="1623" y="643"/>
                </a:moveTo>
                <a:lnTo>
                  <a:pt x="1861" y="643"/>
                </a:lnTo>
                <a:lnTo>
                  <a:pt x="1861" y="880"/>
                </a:lnTo>
                <a:lnTo>
                  <a:pt x="1623" y="880"/>
                </a:lnTo>
                <a:lnTo>
                  <a:pt x="1623" y="643"/>
                </a:lnTo>
                <a:close/>
                <a:moveTo>
                  <a:pt x="1380" y="643"/>
                </a:moveTo>
                <a:lnTo>
                  <a:pt x="1617" y="643"/>
                </a:lnTo>
                <a:lnTo>
                  <a:pt x="1617" y="880"/>
                </a:lnTo>
                <a:lnTo>
                  <a:pt x="1380" y="880"/>
                </a:lnTo>
                <a:lnTo>
                  <a:pt x="1380" y="643"/>
                </a:lnTo>
                <a:close/>
                <a:moveTo>
                  <a:pt x="1136" y="643"/>
                </a:moveTo>
                <a:lnTo>
                  <a:pt x="1374" y="643"/>
                </a:lnTo>
                <a:lnTo>
                  <a:pt x="1374" y="880"/>
                </a:lnTo>
                <a:lnTo>
                  <a:pt x="1136" y="880"/>
                </a:lnTo>
                <a:lnTo>
                  <a:pt x="1136" y="643"/>
                </a:lnTo>
                <a:close/>
                <a:moveTo>
                  <a:pt x="885" y="880"/>
                </a:moveTo>
                <a:lnTo>
                  <a:pt x="648" y="880"/>
                </a:lnTo>
                <a:lnTo>
                  <a:pt x="648" y="643"/>
                </a:lnTo>
                <a:lnTo>
                  <a:pt x="885" y="643"/>
                </a:lnTo>
                <a:lnTo>
                  <a:pt x="885" y="880"/>
                </a:lnTo>
                <a:close/>
                <a:moveTo>
                  <a:pt x="892" y="643"/>
                </a:moveTo>
                <a:lnTo>
                  <a:pt x="1130" y="643"/>
                </a:lnTo>
                <a:lnTo>
                  <a:pt x="1130" y="880"/>
                </a:lnTo>
                <a:lnTo>
                  <a:pt x="892" y="880"/>
                </a:lnTo>
                <a:lnTo>
                  <a:pt x="892" y="643"/>
                </a:lnTo>
                <a:close/>
                <a:moveTo>
                  <a:pt x="2105" y="393"/>
                </a:moveTo>
                <a:lnTo>
                  <a:pt x="1867" y="393"/>
                </a:lnTo>
                <a:lnTo>
                  <a:pt x="1867" y="156"/>
                </a:lnTo>
                <a:lnTo>
                  <a:pt x="2105" y="156"/>
                </a:lnTo>
                <a:lnTo>
                  <a:pt x="2105" y="393"/>
                </a:lnTo>
                <a:close/>
                <a:moveTo>
                  <a:pt x="2501" y="156"/>
                </a:moveTo>
                <a:lnTo>
                  <a:pt x="2501" y="149"/>
                </a:lnTo>
                <a:lnTo>
                  <a:pt x="2356" y="149"/>
                </a:lnTo>
                <a:lnTo>
                  <a:pt x="2356" y="0"/>
                </a:lnTo>
                <a:lnTo>
                  <a:pt x="2349" y="0"/>
                </a:lnTo>
                <a:lnTo>
                  <a:pt x="2349" y="149"/>
                </a:lnTo>
                <a:lnTo>
                  <a:pt x="2112" y="149"/>
                </a:lnTo>
                <a:lnTo>
                  <a:pt x="2112" y="0"/>
                </a:lnTo>
                <a:lnTo>
                  <a:pt x="2105" y="0"/>
                </a:lnTo>
                <a:lnTo>
                  <a:pt x="2105" y="149"/>
                </a:lnTo>
                <a:lnTo>
                  <a:pt x="1867" y="149"/>
                </a:lnTo>
                <a:lnTo>
                  <a:pt x="1867" y="0"/>
                </a:lnTo>
                <a:lnTo>
                  <a:pt x="1861" y="0"/>
                </a:lnTo>
                <a:lnTo>
                  <a:pt x="1861" y="149"/>
                </a:lnTo>
                <a:lnTo>
                  <a:pt x="1623" y="149"/>
                </a:lnTo>
                <a:lnTo>
                  <a:pt x="1623" y="0"/>
                </a:lnTo>
                <a:lnTo>
                  <a:pt x="1617" y="0"/>
                </a:lnTo>
                <a:lnTo>
                  <a:pt x="1617" y="149"/>
                </a:lnTo>
                <a:lnTo>
                  <a:pt x="1380" y="149"/>
                </a:lnTo>
                <a:lnTo>
                  <a:pt x="1380" y="0"/>
                </a:lnTo>
                <a:lnTo>
                  <a:pt x="1374" y="0"/>
                </a:lnTo>
                <a:lnTo>
                  <a:pt x="1374" y="149"/>
                </a:lnTo>
                <a:lnTo>
                  <a:pt x="1136" y="149"/>
                </a:lnTo>
                <a:lnTo>
                  <a:pt x="1136" y="0"/>
                </a:lnTo>
                <a:lnTo>
                  <a:pt x="1130" y="0"/>
                </a:lnTo>
                <a:lnTo>
                  <a:pt x="1130" y="149"/>
                </a:lnTo>
                <a:lnTo>
                  <a:pt x="892" y="149"/>
                </a:lnTo>
                <a:lnTo>
                  <a:pt x="892" y="0"/>
                </a:lnTo>
                <a:lnTo>
                  <a:pt x="885" y="0"/>
                </a:lnTo>
                <a:lnTo>
                  <a:pt x="885" y="149"/>
                </a:lnTo>
                <a:lnTo>
                  <a:pt x="648" y="149"/>
                </a:lnTo>
                <a:lnTo>
                  <a:pt x="648" y="0"/>
                </a:lnTo>
                <a:lnTo>
                  <a:pt x="642" y="0"/>
                </a:lnTo>
                <a:lnTo>
                  <a:pt x="642" y="149"/>
                </a:lnTo>
                <a:lnTo>
                  <a:pt x="404" y="149"/>
                </a:lnTo>
                <a:lnTo>
                  <a:pt x="404" y="0"/>
                </a:lnTo>
                <a:lnTo>
                  <a:pt x="397" y="0"/>
                </a:lnTo>
                <a:lnTo>
                  <a:pt x="397" y="149"/>
                </a:lnTo>
                <a:lnTo>
                  <a:pt x="160" y="149"/>
                </a:lnTo>
                <a:lnTo>
                  <a:pt x="160" y="0"/>
                </a:lnTo>
                <a:lnTo>
                  <a:pt x="154" y="0"/>
                </a:lnTo>
                <a:lnTo>
                  <a:pt x="154" y="149"/>
                </a:lnTo>
                <a:lnTo>
                  <a:pt x="0" y="149"/>
                </a:lnTo>
                <a:lnTo>
                  <a:pt x="0" y="156"/>
                </a:lnTo>
                <a:lnTo>
                  <a:pt x="154" y="156"/>
                </a:lnTo>
                <a:lnTo>
                  <a:pt x="154" y="393"/>
                </a:lnTo>
                <a:lnTo>
                  <a:pt x="0" y="393"/>
                </a:lnTo>
                <a:lnTo>
                  <a:pt x="0" y="400"/>
                </a:lnTo>
                <a:lnTo>
                  <a:pt x="154" y="400"/>
                </a:lnTo>
                <a:lnTo>
                  <a:pt x="154" y="636"/>
                </a:lnTo>
                <a:lnTo>
                  <a:pt x="0" y="636"/>
                </a:lnTo>
                <a:lnTo>
                  <a:pt x="0" y="643"/>
                </a:lnTo>
                <a:lnTo>
                  <a:pt x="154" y="643"/>
                </a:lnTo>
                <a:lnTo>
                  <a:pt x="154" y="880"/>
                </a:lnTo>
                <a:lnTo>
                  <a:pt x="0" y="880"/>
                </a:lnTo>
                <a:lnTo>
                  <a:pt x="0" y="887"/>
                </a:lnTo>
                <a:lnTo>
                  <a:pt x="154" y="887"/>
                </a:lnTo>
                <a:lnTo>
                  <a:pt x="154" y="1124"/>
                </a:lnTo>
                <a:lnTo>
                  <a:pt x="0" y="1124"/>
                </a:lnTo>
                <a:lnTo>
                  <a:pt x="0" y="1132"/>
                </a:lnTo>
                <a:lnTo>
                  <a:pt x="154" y="1132"/>
                </a:lnTo>
                <a:lnTo>
                  <a:pt x="154" y="1368"/>
                </a:lnTo>
                <a:lnTo>
                  <a:pt x="0" y="1368"/>
                </a:lnTo>
                <a:lnTo>
                  <a:pt x="0" y="1376"/>
                </a:lnTo>
                <a:lnTo>
                  <a:pt x="154" y="1376"/>
                </a:lnTo>
                <a:lnTo>
                  <a:pt x="154" y="1540"/>
                </a:lnTo>
                <a:lnTo>
                  <a:pt x="160" y="1540"/>
                </a:lnTo>
                <a:lnTo>
                  <a:pt x="160" y="1376"/>
                </a:lnTo>
                <a:lnTo>
                  <a:pt x="397" y="1376"/>
                </a:lnTo>
                <a:lnTo>
                  <a:pt x="397" y="1540"/>
                </a:lnTo>
                <a:lnTo>
                  <a:pt x="404" y="1540"/>
                </a:lnTo>
                <a:lnTo>
                  <a:pt x="404" y="1376"/>
                </a:lnTo>
                <a:lnTo>
                  <a:pt x="642" y="1376"/>
                </a:lnTo>
                <a:lnTo>
                  <a:pt x="642" y="1540"/>
                </a:lnTo>
                <a:lnTo>
                  <a:pt x="648" y="1540"/>
                </a:lnTo>
                <a:lnTo>
                  <a:pt x="648" y="1376"/>
                </a:lnTo>
                <a:lnTo>
                  <a:pt x="885" y="1376"/>
                </a:lnTo>
                <a:lnTo>
                  <a:pt x="885" y="1540"/>
                </a:lnTo>
                <a:lnTo>
                  <a:pt x="892" y="1540"/>
                </a:lnTo>
                <a:lnTo>
                  <a:pt x="892" y="1376"/>
                </a:lnTo>
                <a:lnTo>
                  <a:pt x="1130" y="1376"/>
                </a:lnTo>
                <a:lnTo>
                  <a:pt x="1130" y="1540"/>
                </a:lnTo>
                <a:lnTo>
                  <a:pt x="1136" y="1540"/>
                </a:lnTo>
                <a:lnTo>
                  <a:pt x="1136" y="1376"/>
                </a:lnTo>
                <a:lnTo>
                  <a:pt x="1374" y="1376"/>
                </a:lnTo>
                <a:lnTo>
                  <a:pt x="1374" y="1540"/>
                </a:lnTo>
                <a:lnTo>
                  <a:pt x="1380" y="1540"/>
                </a:lnTo>
                <a:lnTo>
                  <a:pt x="1380" y="1376"/>
                </a:lnTo>
                <a:lnTo>
                  <a:pt x="1617" y="1376"/>
                </a:lnTo>
                <a:lnTo>
                  <a:pt x="1617" y="1540"/>
                </a:lnTo>
                <a:lnTo>
                  <a:pt x="1623" y="1540"/>
                </a:lnTo>
                <a:lnTo>
                  <a:pt x="1623" y="1376"/>
                </a:lnTo>
                <a:lnTo>
                  <a:pt x="1861" y="1376"/>
                </a:lnTo>
                <a:lnTo>
                  <a:pt x="1861" y="1540"/>
                </a:lnTo>
                <a:lnTo>
                  <a:pt x="1867" y="1540"/>
                </a:lnTo>
                <a:lnTo>
                  <a:pt x="1867" y="1376"/>
                </a:lnTo>
                <a:lnTo>
                  <a:pt x="2105" y="1376"/>
                </a:lnTo>
                <a:lnTo>
                  <a:pt x="2105" y="1540"/>
                </a:lnTo>
                <a:lnTo>
                  <a:pt x="2112" y="1540"/>
                </a:lnTo>
                <a:lnTo>
                  <a:pt x="2112" y="1376"/>
                </a:lnTo>
                <a:lnTo>
                  <a:pt x="2349" y="1376"/>
                </a:lnTo>
                <a:lnTo>
                  <a:pt x="2349" y="1540"/>
                </a:lnTo>
                <a:lnTo>
                  <a:pt x="2356" y="1540"/>
                </a:lnTo>
                <a:lnTo>
                  <a:pt x="2356" y="1376"/>
                </a:lnTo>
                <a:lnTo>
                  <a:pt x="2501" y="1376"/>
                </a:lnTo>
                <a:lnTo>
                  <a:pt x="2501" y="1368"/>
                </a:lnTo>
                <a:lnTo>
                  <a:pt x="2356" y="1368"/>
                </a:lnTo>
                <a:lnTo>
                  <a:pt x="2356" y="1132"/>
                </a:lnTo>
                <a:lnTo>
                  <a:pt x="2501" y="1132"/>
                </a:lnTo>
                <a:lnTo>
                  <a:pt x="2501" y="1124"/>
                </a:lnTo>
                <a:lnTo>
                  <a:pt x="2356" y="1124"/>
                </a:lnTo>
                <a:lnTo>
                  <a:pt x="2356" y="887"/>
                </a:lnTo>
                <a:lnTo>
                  <a:pt x="2501" y="887"/>
                </a:lnTo>
                <a:lnTo>
                  <a:pt x="2501" y="880"/>
                </a:lnTo>
                <a:lnTo>
                  <a:pt x="2356" y="880"/>
                </a:lnTo>
                <a:lnTo>
                  <a:pt x="2356" y="643"/>
                </a:lnTo>
                <a:lnTo>
                  <a:pt x="2501" y="643"/>
                </a:lnTo>
                <a:lnTo>
                  <a:pt x="2501" y="636"/>
                </a:lnTo>
                <a:lnTo>
                  <a:pt x="2356" y="636"/>
                </a:lnTo>
                <a:lnTo>
                  <a:pt x="2356" y="400"/>
                </a:lnTo>
                <a:lnTo>
                  <a:pt x="2501" y="400"/>
                </a:lnTo>
                <a:lnTo>
                  <a:pt x="2501" y="393"/>
                </a:lnTo>
                <a:lnTo>
                  <a:pt x="2356" y="393"/>
                </a:lnTo>
                <a:lnTo>
                  <a:pt x="2356" y="156"/>
                </a:lnTo>
                <a:lnTo>
                  <a:pt x="2501" y="156"/>
                </a:lnTo>
                <a:close/>
              </a:path>
            </a:pathLst>
          </a:custGeom>
          <a:solidFill>
            <a:srgbClr val="ECECE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95967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46" name="Freeform 164">
            <a:extLst>
              <a:ext uri="{FF2B5EF4-FFF2-40B4-BE49-F238E27FC236}">
                <a16:creationId xmlns:a16="http://schemas.microsoft.com/office/drawing/2014/main" id="{346D7BAF-FC83-2645-B32F-00CCEDAD9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9101" y="3461962"/>
            <a:ext cx="1527036" cy="870647"/>
          </a:xfrm>
          <a:custGeom>
            <a:avLst/>
            <a:gdLst>
              <a:gd name="T0" fmla="*/ 2615 w 2450"/>
              <a:gd name="T1" fmla="*/ 912401 h 1396"/>
              <a:gd name="T2" fmla="*/ 1307 w 2450"/>
              <a:gd name="T3" fmla="*/ 911747 h 1396"/>
              <a:gd name="T4" fmla="*/ 1307 w 2450"/>
              <a:gd name="T5" fmla="*/ 908477 h 1396"/>
              <a:gd name="T6" fmla="*/ 186291 w 2450"/>
              <a:gd name="T7" fmla="*/ 406820 h 1396"/>
              <a:gd name="T8" fmla="*/ 240544 w 2450"/>
              <a:gd name="T9" fmla="*/ 224339 h 1396"/>
              <a:gd name="T10" fmla="*/ 287607 w 2450"/>
              <a:gd name="T11" fmla="*/ 459798 h 1396"/>
              <a:gd name="T12" fmla="*/ 410494 w 2450"/>
              <a:gd name="T13" fmla="*/ 826066 h 1396"/>
              <a:gd name="T14" fmla="*/ 532727 w 2450"/>
              <a:gd name="T15" fmla="*/ 412052 h 1396"/>
              <a:gd name="T16" fmla="*/ 656921 w 2450"/>
              <a:gd name="T17" fmla="*/ 0 h 1396"/>
              <a:gd name="T18" fmla="*/ 732744 w 2450"/>
              <a:gd name="T19" fmla="*/ 364306 h 1396"/>
              <a:gd name="T20" fmla="*/ 839943 w 2450"/>
              <a:gd name="T21" fmla="*/ 836531 h 1396"/>
              <a:gd name="T22" fmla="*/ 937337 w 2450"/>
              <a:gd name="T23" fmla="*/ 551365 h 1396"/>
              <a:gd name="T24" fmla="*/ 1024927 w 2450"/>
              <a:gd name="T25" fmla="*/ 289745 h 1396"/>
              <a:gd name="T26" fmla="*/ 1105326 w 2450"/>
              <a:gd name="T27" fmla="*/ 540900 h 1396"/>
              <a:gd name="T28" fmla="*/ 1179842 w 2450"/>
              <a:gd name="T29" fmla="*/ 787477 h 1396"/>
              <a:gd name="T30" fmla="*/ 1258934 w 2450"/>
              <a:gd name="T31" fmla="*/ 619386 h 1396"/>
              <a:gd name="T32" fmla="*/ 1307304 w 2450"/>
              <a:gd name="T33" fmla="*/ 499041 h 1396"/>
              <a:gd name="T34" fmla="*/ 1371362 w 2450"/>
              <a:gd name="T35" fmla="*/ 622656 h 1396"/>
              <a:gd name="T36" fmla="*/ 1443918 w 2450"/>
              <a:gd name="T37" fmla="*/ 760661 h 1396"/>
              <a:gd name="T38" fmla="*/ 1595565 w 2450"/>
              <a:gd name="T39" fmla="*/ 192945 h 1396"/>
              <a:gd name="T40" fmla="*/ 1598180 w 2450"/>
              <a:gd name="T41" fmla="*/ 190983 h 1396"/>
              <a:gd name="T42" fmla="*/ 1600794 w 2450"/>
              <a:gd name="T43" fmla="*/ 192945 h 1396"/>
              <a:gd name="T44" fmla="*/ 1549156 w 2450"/>
              <a:gd name="T45" fmla="*/ 604997 h 1396"/>
              <a:gd name="T46" fmla="*/ 1443918 w 2450"/>
              <a:gd name="T47" fmla="*/ 765240 h 1396"/>
              <a:gd name="T48" fmla="*/ 1366133 w 2450"/>
              <a:gd name="T49" fmla="*/ 623965 h 1396"/>
              <a:gd name="T50" fmla="*/ 1307304 w 2450"/>
              <a:gd name="T51" fmla="*/ 503619 h 1396"/>
              <a:gd name="T52" fmla="*/ 1264163 w 2450"/>
              <a:gd name="T53" fmla="*/ 620040 h 1396"/>
              <a:gd name="T54" fmla="*/ 1179842 w 2450"/>
              <a:gd name="T55" fmla="*/ 792056 h 1396"/>
              <a:gd name="T56" fmla="*/ 1100750 w 2450"/>
              <a:gd name="T57" fmla="*/ 542208 h 1396"/>
              <a:gd name="T58" fmla="*/ 1024927 w 2450"/>
              <a:gd name="T59" fmla="*/ 294323 h 1396"/>
              <a:gd name="T60" fmla="*/ 941913 w 2450"/>
              <a:gd name="T61" fmla="*/ 552019 h 1396"/>
              <a:gd name="T62" fmla="*/ 839943 w 2450"/>
              <a:gd name="T63" fmla="*/ 841763 h 1396"/>
              <a:gd name="T64" fmla="*/ 728169 w 2450"/>
              <a:gd name="T65" fmla="*/ 365614 h 1396"/>
              <a:gd name="T66" fmla="*/ 656921 w 2450"/>
              <a:gd name="T67" fmla="*/ 4578 h 1396"/>
              <a:gd name="T68" fmla="*/ 537302 w 2450"/>
              <a:gd name="T69" fmla="*/ 412706 h 1396"/>
              <a:gd name="T70" fmla="*/ 410494 w 2450"/>
              <a:gd name="T71" fmla="*/ 831299 h 1396"/>
              <a:gd name="T72" fmla="*/ 283031 w 2450"/>
              <a:gd name="T73" fmla="*/ 459798 h 1396"/>
              <a:gd name="T74" fmla="*/ 240544 w 2450"/>
              <a:gd name="T75" fmla="*/ 228918 h 1396"/>
              <a:gd name="T76" fmla="*/ 239890 w 2450"/>
              <a:gd name="T77" fmla="*/ 228918 h 1396"/>
              <a:gd name="T78" fmla="*/ 190866 w 2450"/>
              <a:gd name="T79" fmla="*/ 407474 h 1396"/>
              <a:gd name="T80" fmla="*/ 4576 w 2450"/>
              <a:gd name="T81" fmla="*/ 911093 h 139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2450" h="1396">
                <a:moveTo>
                  <a:pt x="4" y="1395"/>
                </a:moveTo>
                <a:lnTo>
                  <a:pt x="4" y="1395"/>
                </a:lnTo>
                <a:cubicBezTo>
                  <a:pt x="3" y="1395"/>
                  <a:pt x="3" y="1394"/>
                  <a:pt x="2" y="1394"/>
                </a:cubicBezTo>
                <a:cubicBezTo>
                  <a:pt x="0" y="1392"/>
                  <a:pt x="0" y="1390"/>
                  <a:pt x="2" y="1389"/>
                </a:cubicBezTo>
                <a:cubicBezTo>
                  <a:pt x="3" y="1386"/>
                  <a:pt x="206" y="1123"/>
                  <a:pt x="285" y="622"/>
                </a:cubicBezTo>
                <a:cubicBezTo>
                  <a:pt x="324" y="373"/>
                  <a:pt x="351" y="343"/>
                  <a:pt x="367" y="343"/>
                </a:cubicBezTo>
                <a:lnTo>
                  <a:pt x="368" y="343"/>
                </a:lnTo>
                <a:cubicBezTo>
                  <a:pt x="387" y="344"/>
                  <a:pt x="415" y="382"/>
                  <a:pt x="440" y="703"/>
                </a:cubicBezTo>
                <a:cubicBezTo>
                  <a:pt x="470" y="1080"/>
                  <a:pt x="532" y="1263"/>
                  <a:pt x="628" y="1263"/>
                </a:cubicBezTo>
                <a:cubicBezTo>
                  <a:pt x="685" y="1263"/>
                  <a:pt x="754" y="926"/>
                  <a:pt x="815" y="630"/>
                </a:cubicBezTo>
                <a:cubicBezTo>
                  <a:pt x="893" y="249"/>
                  <a:pt x="948" y="0"/>
                  <a:pt x="1005" y="0"/>
                </a:cubicBezTo>
                <a:cubicBezTo>
                  <a:pt x="1057" y="0"/>
                  <a:pt x="1084" y="211"/>
                  <a:pt x="1121" y="557"/>
                </a:cubicBezTo>
                <a:cubicBezTo>
                  <a:pt x="1157" y="896"/>
                  <a:pt x="1198" y="1279"/>
                  <a:pt x="1285" y="1279"/>
                </a:cubicBezTo>
                <a:cubicBezTo>
                  <a:pt x="1367" y="1279"/>
                  <a:pt x="1400" y="1057"/>
                  <a:pt x="1434" y="843"/>
                </a:cubicBezTo>
                <a:cubicBezTo>
                  <a:pt x="1465" y="637"/>
                  <a:pt x="1495" y="443"/>
                  <a:pt x="1568" y="443"/>
                </a:cubicBezTo>
                <a:cubicBezTo>
                  <a:pt x="1644" y="443"/>
                  <a:pt x="1666" y="630"/>
                  <a:pt x="1691" y="827"/>
                </a:cubicBezTo>
                <a:cubicBezTo>
                  <a:pt x="1713" y="1012"/>
                  <a:pt x="1736" y="1204"/>
                  <a:pt x="1805" y="1204"/>
                </a:cubicBezTo>
                <a:cubicBezTo>
                  <a:pt x="1881" y="1204"/>
                  <a:pt x="1905" y="1067"/>
                  <a:pt x="1926" y="947"/>
                </a:cubicBezTo>
                <a:cubicBezTo>
                  <a:pt x="1943" y="848"/>
                  <a:pt x="1959" y="763"/>
                  <a:pt x="2000" y="763"/>
                </a:cubicBezTo>
                <a:cubicBezTo>
                  <a:pt x="2045" y="763"/>
                  <a:pt x="2071" y="855"/>
                  <a:pt x="2098" y="952"/>
                </a:cubicBezTo>
                <a:cubicBezTo>
                  <a:pt x="2126" y="1056"/>
                  <a:pt x="2156" y="1163"/>
                  <a:pt x="2209" y="1163"/>
                </a:cubicBezTo>
                <a:cubicBezTo>
                  <a:pt x="2305" y="1163"/>
                  <a:pt x="2441" y="833"/>
                  <a:pt x="2441" y="295"/>
                </a:cubicBezTo>
                <a:cubicBezTo>
                  <a:pt x="2441" y="293"/>
                  <a:pt x="2442" y="292"/>
                  <a:pt x="2445" y="292"/>
                </a:cubicBezTo>
                <a:cubicBezTo>
                  <a:pt x="2447" y="292"/>
                  <a:pt x="2449" y="293"/>
                  <a:pt x="2449" y="295"/>
                </a:cubicBezTo>
                <a:cubicBezTo>
                  <a:pt x="2449" y="531"/>
                  <a:pt x="2420" y="756"/>
                  <a:pt x="2370" y="925"/>
                </a:cubicBezTo>
                <a:cubicBezTo>
                  <a:pt x="2324" y="1079"/>
                  <a:pt x="2264" y="1170"/>
                  <a:pt x="2209" y="1170"/>
                </a:cubicBezTo>
                <a:cubicBezTo>
                  <a:pt x="2150" y="1170"/>
                  <a:pt x="2120" y="1060"/>
                  <a:pt x="2090" y="954"/>
                </a:cubicBezTo>
                <a:cubicBezTo>
                  <a:pt x="2065" y="863"/>
                  <a:pt x="2040" y="770"/>
                  <a:pt x="2000" y="770"/>
                </a:cubicBezTo>
                <a:cubicBezTo>
                  <a:pt x="1965" y="770"/>
                  <a:pt x="1949" y="857"/>
                  <a:pt x="1934" y="948"/>
                </a:cubicBezTo>
                <a:cubicBezTo>
                  <a:pt x="1912" y="1071"/>
                  <a:pt x="1887" y="1211"/>
                  <a:pt x="1805" y="1211"/>
                </a:cubicBezTo>
                <a:cubicBezTo>
                  <a:pt x="1730" y="1211"/>
                  <a:pt x="1707" y="1025"/>
                  <a:pt x="1684" y="829"/>
                </a:cubicBezTo>
                <a:cubicBezTo>
                  <a:pt x="1661" y="643"/>
                  <a:pt x="1637" y="450"/>
                  <a:pt x="1568" y="450"/>
                </a:cubicBezTo>
                <a:cubicBezTo>
                  <a:pt x="1502" y="450"/>
                  <a:pt x="1471" y="651"/>
                  <a:pt x="1441" y="844"/>
                </a:cubicBezTo>
                <a:cubicBezTo>
                  <a:pt x="1407" y="1062"/>
                  <a:pt x="1374" y="1287"/>
                  <a:pt x="1285" y="1287"/>
                </a:cubicBezTo>
                <a:cubicBezTo>
                  <a:pt x="1192" y="1287"/>
                  <a:pt x="1152" y="917"/>
                  <a:pt x="1114" y="559"/>
                </a:cubicBezTo>
                <a:cubicBezTo>
                  <a:pt x="1085" y="288"/>
                  <a:pt x="1055" y="7"/>
                  <a:pt x="1005" y="7"/>
                </a:cubicBezTo>
                <a:cubicBezTo>
                  <a:pt x="950" y="7"/>
                  <a:pt x="882" y="338"/>
                  <a:pt x="822" y="631"/>
                </a:cubicBezTo>
                <a:cubicBezTo>
                  <a:pt x="743" y="1017"/>
                  <a:pt x="686" y="1271"/>
                  <a:pt x="628" y="1271"/>
                </a:cubicBezTo>
                <a:cubicBezTo>
                  <a:pt x="493" y="1271"/>
                  <a:pt x="452" y="947"/>
                  <a:pt x="433" y="703"/>
                </a:cubicBezTo>
                <a:cubicBezTo>
                  <a:pt x="409" y="397"/>
                  <a:pt x="382" y="351"/>
                  <a:pt x="368" y="350"/>
                </a:cubicBezTo>
                <a:lnTo>
                  <a:pt x="367" y="350"/>
                </a:lnTo>
                <a:cubicBezTo>
                  <a:pt x="355" y="350"/>
                  <a:pt x="329" y="386"/>
                  <a:pt x="292" y="623"/>
                </a:cubicBezTo>
                <a:cubicBezTo>
                  <a:pt x="213" y="1126"/>
                  <a:pt x="9" y="1390"/>
                  <a:pt x="7" y="1393"/>
                </a:cubicBezTo>
                <a:cubicBezTo>
                  <a:pt x="6" y="1394"/>
                  <a:pt x="5" y="1395"/>
                  <a:pt x="4" y="1395"/>
                </a:cubicBezTo>
              </a:path>
            </a:pathLst>
          </a:custGeom>
          <a:solidFill>
            <a:srgbClr val="FF4D5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95967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47" name="Freeform 165">
            <a:extLst>
              <a:ext uri="{FF2B5EF4-FFF2-40B4-BE49-F238E27FC236}">
                <a16:creationId xmlns:a16="http://schemas.microsoft.com/office/drawing/2014/main" id="{105960BB-2270-5741-9DAE-67A9C9B80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8327" y="3538865"/>
            <a:ext cx="1480346" cy="661911"/>
          </a:xfrm>
          <a:custGeom>
            <a:avLst/>
            <a:gdLst>
              <a:gd name="T0" fmla="*/ 875475 w 2378"/>
              <a:gd name="T1" fmla="*/ 693498 h 1061"/>
              <a:gd name="T2" fmla="*/ 787339 w 2378"/>
              <a:gd name="T3" fmla="*/ 343478 h 1061"/>
              <a:gd name="T4" fmla="*/ 707692 w 2378"/>
              <a:gd name="T5" fmla="*/ 13085 h 1061"/>
              <a:gd name="T6" fmla="*/ 548396 w 2378"/>
              <a:gd name="T7" fmla="*/ 358525 h 1061"/>
              <a:gd name="T8" fmla="*/ 394975 w 2378"/>
              <a:gd name="T9" fmla="*/ 690227 h 1061"/>
              <a:gd name="T10" fmla="*/ 180187 w 2378"/>
              <a:gd name="T11" fmla="*/ 280016 h 1061"/>
              <a:gd name="T12" fmla="*/ 156032 w 2378"/>
              <a:gd name="T13" fmla="*/ 176646 h 1061"/>
              <a:gd name="T14" fmla="*/ 156032 w 2378"/>
              <a:gd name="T15" fmla="*/ 176646 h 1061"/>
              <a:gd name="T16" fmla="*/ 130570 w 2378"/>
              <a:gd name="T17" fmla="*/ 256463 h 1061"/>
              <a:gd name="T18" fmla="*/ 5223 w 2378"/>
              <a:gd name="T19" fmla="*/ 688918 h 1061"/>
              <a:gd name="T20" fmla="*/ 1959 w 2378"/>
              <a:gd name="T21" fmla="*/ 690227 h 1061"/>
              <a:gd name="T22" fmla="*/ 653 w 2378"/>
              <a:gd name="T23" fmla="*/ 686955 h 1061"/>
              <a:gd name="T24" fmla="*/ 126000 w 2378"/>
              <a:gd name="T25" fmla="*/ 255809 h 1061"/>
              <a:gd name="T26" fmla="*/ 156032 w 2378"/>
              <a:gd name="T27" fmla="*/ 171412 h 1061"/>
              <a:gd name="T28" fmla="*/ 185410 w 2378"/>
              <a:gd name="T29" fmla="*/ 279362 h 1061"/>
              <a:gd name="T30" fmla="*/ 394975 w 2378"/>
              <a:gd name="T31" fmla="*/ 685647 h 1061"/>
              <a:gd name="T32" fmla="*/ 544479 w 2378"/>
              <a:gd name="T33" fmla="*/ 356563 h 1061"/>
              <a:gd name="T34" fmla="*/ 707692 w 2378"/>
              <a:gd name="T35" fmla="*/ 8505 h 1061"/>
              <a:gd name="T36" fmla="*/ 708344 w 2378"/>
              <a:gd name="T37" fmla="*/ 8505 h 1061"/>
              <a:gd name="T38" fmla="*/ 791909 w 2378"/>
              <a:gd name="T39" fmla="*/ 342823 h 1061"/>
              <a:gd name="T40" fmla="*/ 875475 w 2378"/>
              <a:gd name="T41" fmla="*/ 688264 h 1061"/>
              <a:gd name="T42" fmla="*/ 942065 w 2378"/>
              <a:gd name="T43" fmla="*/ 512272 h 1061"/>
              <a:gd name="T44" fmla="*/ 987112 w 2378"/>
              <a:gd name="T45" fmla="*/ 384695 h 1061"/>
              <a:gd name="T46" fmla="*/ 1044563 w 2378"/>
              <a:gd name="T47" fmla="*/ 528628 h 1061"/>
              <a:gd name="T48" fmla="*/ 1086346 w 2378"/>
              <a:gd name="T49" fmla="*/ 646392 h 1061"/>
              <a:gd name="T50" fmla="*/ 1143797 w 2378"/>
              <a:gd name="T51" fmla="*/ 546947 h 1061"/>
              <a:gd name="T52" fmla="*/ 1203859 w 2378"/>
              <a:gd name="T53" fmla="*/ 447502 h 1061"/>
              <a:gd name="T54" fmla="*/ 1252823 w 2378"/>
              <a:gd name="T55" fmla="*/ 539751 h 1061"/>
              <a:gd name="T56" fmla="*/ 1318761 w 2378"/>
              <a:gd name="T57" fmla="*/ 659477 h 1061"/>
              <a:gd name="T58" fmla="*/ 1546606 w 2378"/>
              <a:gd name="T59" fmla="*/ 1963 h 1061"/>
              <a:gd name="T60" fmla="*/ 1549871 w 2378"/>
              <a:gd name="T61" fmla="*/ 654 h 1061"/>
              <a:gd name="T62" fmla="*/ 1551176 w 2378"/>
              <a:gd name="T63" fmla="*/ 3271 h 1061"/>
              <a:gd name="T64" fmla="*/ 1450637 w 2378"/>
              <a:gd name="T65" fmla="*/ 333010 h 1061"/>
              <a:gd name="T66" fmla="*/ 1318761 w 2378"/>
              <a:gd name="T67" fmla="*/ 664711 h 1061"/>
              <a:gd name="T68" fmla="*/ 1248906 w 2378"/>
              <a:gd name="T69" fmla="*/ 541713 h 1061"/>
              <a:gd name="T70" fmla="*/ 1203859 w 2378"/>
              <a:gd name="T71" fmla="*/ 452082 h 1061"/>
              <a:gd name="T72" fmla="*/ 1148367 w 2378"/>
              <a:gd name="T73" fmla="*/ 548910 h 1061"/>
              <a:gd name="T74" fmla="*/ 1086346 w 2378"/>
              <a:gd name="T75" fmla="*/ 650972 h 1061"/>
              <a:gd name="T76" fmla="*/ 1039993 w 2378"/>
              <a:gd name="T77" fmla="*/ 529937 h 1061"/>
              <a:gd name="T78" fmla="*/ 987112 w 2378"/>
              <a:gd name="T79" fmla="*/ 389275 h 1061"/>
              <a:gd name="T80" fmla="*/ 946635 w 2378"/>
              <a:gd name="T81" fmla="*/ 512927 h 1061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0" t="0" r="r" b="b"/>
            <a:pathLst>
              <a:path w="2378" h="1061">
                <a:moveTo>
                  <a:pt x="1341" y="1060"/>
                </a:moveTo>
                <a:lnTo>
                  <a:pt x="1341" y="1060"/>
                </a:lnTo>
                <a:cubicBezTo>
                  <a:pt x="1299" y="1060"/>
                  <a:pt x="1262" y="858"/>
                  <a:pt x="1206" y="525"/>
                </a:cubicBezTo>
                <a:cubicBezTo>
                  <a:pt x="1166" y="289"/>
                  <a:pt x="1120" y="21"/>
                  <a:pt x="1085" y="20"/>
                </a:cubicBezTo>
                <a:lnTo>
                  <a:pt x="1084" y="20"/>
                </a:lnTo>
                <a:cubicBezTo>
                  <a:pt x="1026" y="20"/>
                  <a:pt x="927" y="300"/>
                  <a:pt x="840" y="548"/>
                </a:cubicBezTo>
                <a:cubicBezTo>
                  <a:pt x="733" y="854"/>
                  <a:pt x="659" y="1055"/>
                  <a:pt x="605" y="1055"/>
                </a:cubicBezTo>
                <a:cubicBezTo>
                  <a:pt x="516" y="1055"/>
                  <a:pt x="292" y="576"/>
                  <a:pt x="276" y="428"/>
                </a:cubicBezTo>
                <a:cubicBezTo>
                  <a:pt x="265" y="312"/>
                  <a:pt x="249" y="270"/>
                  <a:pt x="239" y="270"/>
                </a:cubicBezTo>
                <a:cubicBezTo>
                  <a:pt x="234" y="270"/>
                  <a:pt x="219" y="279"/>
                  <a:pt x="200" y="392"/>
                </a:cubicBezTo>
                <a:cubicBezTo>
                  <a:pt x="165" y="606"/>
                  <a:pt x="9" y="1049"/>
                  <a:pt x="8" y="1053"/>
                </a:cubicBezTo>
                <a:cubicBezTo>
                  <a:pt x="7" y="1055"/>
                  <a:pt x="5" y="1056"/>
                  <a:pt x="3" y="1055"/>
                </a:cubicBezTo>
                <a:cubicBezTo>
                  <a:pt x="1" y="1055"/>
                  <a:pt x="0" y="1052"/>
                  <a:pt x="1" y="1050"/>
                </a:cubicBezTo>
                <a:cubicBezTo>
                  <a:pt x="3" y="1046"/>
                  <a:pt x="157" y="604"/>
                  <a:pt x="193" y="391"/>
                </a:cubicBezTo>
                <a:cubicBezTo>
                  <a:pt x="212" y="275"/>
                  <a:pt x="228" y="261"/>
                  <a:pt x="239" y="262"/>
                </a:cubicBezTo>
                <a:cubicBezTo>
                  <a:pt x="258" y="263"/>
                  <a:pt x="273" y="318"/>
                  <a:pt x="284" y="427"/>
                </a:cubicBezTo>
                <a:cubicBezTo>
                  <a:pt x="300" y="586"/>
                  <a:pt x="527" y="1048"/>
                  <a:pt x="605" y="1048"/>
                </a:cubicBezTo>
                <a:cubicBezTo>
                  <a:pt x="658" y="1048"/>
                  <a:pt x="747" y="792"/>
                  <a:pt x="834" y="545"/>
                </a:cubicBezTo>
                <a:cubicBezTo>
                  <a:pt x="930" y="271"/>
                  <a:pt x="1021" y="13"/>
                  <a:pt x="1084" y="13"/>
                </a:cubicBezTo>
                <a:lnTo>
                  <a:pt x="1085" y="13"/>
                </a:lnTo>
                <a:cubicBezTo>
                  <a:pt x="1124" y="14"/>
                  <a:pt x="1159" y="206"/>
                  <a:pt x="1213" y="524"/>
                </a:cubicBezTo>
                <a:cubicBezTo>
                  <a:pt x="1254" y="772"/>
                  <a:pt x="1302" y="1052"/>
                  <a:pt x="1341" y="1052"/>
                </a:cubicBezTo>
                <a:cubicBezTo>
                  <a:pt x="1384" y="1052"/>
                  <a:pt x="1417" y="903"/>
                  <a:pt x="1443" y="783"/>
                </a:cubicBezTo>
                <a:cubicBezTo>
                  <a:pt x="1470" y="662"/>
                  <a:pt x="1488" y="588"/>
                  <a:pt x="1512" y="588"/>
                </a:cubicBezTo>
                <a:cubicBezTo>
                  <a:pt x="1540" y="588"/>
                  <a:pt x="1565" y="675"/>
                  <a:pt x="1600" y="808"/>
                </a:cubicBezTo>
                <a:cubicBezTo>
                  <a:pt x="1622" y="888"/>
                  <a:pt x="1647" y="988"/>
                  <a:pt x="1664" y="988"/>
                </a:cubicBezTo>
                <a:cubicBezTo>
                  <a:pt x="1683" y="988"/>
                  <a:pt x="1721" y="904"/>
                  <a:pt x="1752" y="836"/>
                </a:cubicBezTo>
                <a:cubicBezTo>
                  <a:pt x="1796" y="742"/>
                  <a:pt x="1824" y="684"/>
                  <a:pt x="1844" y="684"/>
                </a:cubicBezTo>
                <a:cubicBezTo>
                  <a:pt x="1864" y="684"/>
                  <a:pt x="1886" y="737"/>
                  <a:pt x="1919" y="825"/>
                </a:cubicBezTo>
                <a:cubicBezTo>
                  <a:pt x="1951" y="907"/>
                  <a:pt x="1990" y="1008"/>
                  <a:pt x="2020" y="1008"/>
                </a:cubicBezTo>
                <a:cubicBezTo>
                  <a:pt x="2043" y="1008"/>
                  <a:pt x="2155" y="740"/>
                  <a:pt x="2369" y="3"/>
                </a:cubicBezTo>
                <a:cubicBezTo>
                  <a:pt x="2370" y="2"/>
                  <a:pt x="2372" y="0"/>
                  <a:pt x="2374" y="1"/>
                </a:cubicBezTo>
                <a:cubicBezTo>
                  <a:pt x="2376" y="2"/>
                  <a:pt x="2377" y="3"/>
                  <a:pt x="2376" y="5"/>
                </a:cubicBezTo>
                <a:cubicBezTo>
                  <a:pt x="2376" y="8"/>
                  <a:pt x="2302" y="259"/>
                  <a:pt x="2222" y="509"/>
                </a:cubicBezTo>
                <a:cubicBezTo>
                  <a:pt x="2060" y="1016"/>
                  <a:pt x="2030" y="1016"/>
                  <a:pt x="2020" y="1016"/>
                </a:cubicBezTo>
                <a:cubicBezTo>
                  <a:pt x="1985" y="1016"/>
                  <a:pt x="1949" y="920"/>
                  <a:pt x="1913" y="828"/>
                </a:cubicBezTo>
                <a:cubicBezTo>
                  <a:pt x="1888" y="764"/>
                  <a:pt x="1860" y="691"/>
                  <a:pt x="1844" y="691"/>
                </a:cubicBezTo>
                <a:cubicBezTo>
                  <a:pt x="1827" y="691"/>
                  <a:pt x="1789" y="773"/>
                  <a:pt x="1759" y="839"/>
                </a:cubicBezTo>
                <a:cubicBezTo>
                  <a:pt x="1715" y="937"/>
                  <a:pt x="1686" y="995"/>
                  <a:pt x="1664" y="995"/>
                </a:cubicBezTo>
                <a:cubicBezTo>
                  <a:pt x="1643" y="995"/>
                  <a:pt x="1623" y="925"/>
                  <a:pt x="1593" y="810"/>
                </a:cubicBezTo>
                <a:cubicBezTo>
                  <a:pt x="1568" y="714"/>
                  <a:pt x="1537" y="595"/>
                  <a:pt x="1512" y="595"/>
                </a:cubicBezTo>
                <a:cubicBezTo>
                  <a:pt x="1492" y="595"/>
                  <a:pt x="1470" y="696"/>
                  <a:pt x="1450" y="784"/>
                </a:cubicBezTo>
                <a:cubicBezTo>
                  <a:pt x="1420" y="920"/>
                  <a:pt x="1389" y="1060"/>
                  <a:pt x="1341" y="1060"/>
                </a:cubicBezTo>
              </a:path>
            </a:pathLst>
          </a:custGeom>
          <a:solidFill>
            <a:srgbClr val="39596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95967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48" name="Freeform 166">
            <a:extLst>
              <a:ext uri="{FF2B5EF4-FFF2-40B4-BE49-F238E27FC236}">
                <a16:creationId xmlns:a16="http://schemas.microsoft.com/office/drawing/2014/main" id="{EC331ECE-C215-2340-81B4-264FAB54B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7694" y="3624005"/>
            <a:ext cx="107114" cy="189511"/>
          </a:xfrm>
          <a:custGeom>
            <a:avLst/>
            <a:gdLst>
              <a:gd name="T0" fmla="*/ 36787 w 171"/>
              <a:gd name="T1" fmla="*/ 82484 h 306"/>
              <a:gd name="T2" fmla="*/ 36787 w 171"/>
              <a:gd name="T3" fmla="*/ 82484 h 306"/>
              <a:gd name="T4" fmla="*/ 97224 w 171"/>
              <a:gd name="T5" fmla="*/ 2598 h 306"/>
              <a:gd name="T6" fmla="*/ 97224 w 171"/>
              <a:gd name="T7" fmla="*/ 2598 h 306"/>
              <a:gd name="T8" fmla="*/ 66349 w 171"/>
              <a:gd name="T9" fmla="*/ 98072 h 306"/>
              <a:gd name="T10" fmla="*/ 111676 w 171"/>
              <a:gd name="T11" fmla="*/ 153278 h 306"/>
              <a:gd name="T12" fmla="*/ 72918 w 171"/>
              <a:gd name="T13" fmla="*/ 198093 h 306"/>
              <a:gd name="T14" fmla="*/ 0 w 171"/>
              <a:gd name="T15" fmla="*/ 161072 h 306"/>
              <a:gd name="T16" fmla="*/ 36787 w 171"/>
              <a:gd name="T17" fmla="*/ 82484 h 30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71" h="306">
                <a:moveTo>
                  <a:pt x="56" y="127"/>
                </a:moveTo>
                <a:lnTo>
                  <a:pt x="56" y="127"/>
                </a:lnTo>
                <a:cubicBezTo>
                  <a:pt x="56" y="127"/>
                  <a:pt x="135" y="0"/>
                  <a:pt x="148" y="4"/>
                </a:cubicBezTo>
                <a:cubicBezTo>
                  <a:pt x="160" y="9"/>
                  <a:pt x="101" y="151"/>
                  <a:pt x="101" y="151"/>
                </a:cubicBezTo>
                <a:lnTo>
                  <a:pt x="170" y="236"/>
                </a:lnTo>
                <a:lnTo>
                  <a:pt x="111" y="305"/>
                </a:lnTo>
                <a:lnTo>
                  <a:pt x="0" y="248"/>
                </a:lnTo>
                <a:lnTo>
                  <a:pt x="56" y="127"/>
                </a:lnTo>
              </a:path>
            </a:pathLst>
          </a:custGeom>
          <a:solidFill>
            <a:srgbClr val="FF9C7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95967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49" name="Freeform 167">
            <a:extLst>
              <a:ext uri="{FF2B5EF4-FFF2-40B4-BE49-F238E27FC236}">
                <a16:creationId xmlns:a16="http://schemas.microsoft.com/office/drawing/2014/main" id="{EABBA6A0-7437-5644-9753-FEA4954AD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3050" y="3794291"/>
            <a:ext cx="777251" cy="689379"/>
          </a:xfrm>
          <a:custGeom>
            <a:avLst/>
            <a:gdLst>
              <a:gd name="T0" fmla="*/ 814472 w 1246"/>
              <a:gd name="T1" fmla="*/ 155714 h 1105"/>
              <a:gd name="T2" fmla="*/ 632606 w 1246"/>
              <a:gd name="T3" fmla="*/ 30096 h 1105"/>
              <a:gd name="T4" fmla="*/ 632606 w 1246"/>
              <a:gd name="T5" fmla="*/ 30096 h 1105"/>
              <a:gd name="T6" fmla="*/ 536439 w 1246"/>
              <a:gd name="T7" fmla="*/ 0 h 1105"/>
              <a:gd name="T8" fmla="*/ 244014 w 1246"/>
              <a:gd name="T9" fmla="*/ 0 h 1105"/>
              <a:gd name="T10" fmla="*/ 244014 w 1246"/>
              <a:gd name="T11" fmla="*/ 0 h 1105"/>
              <a:gd name="T12" fmla="*/ 109250 w 1246"/>
              <a:gd name="T13" fmla="*/ 66080 h 1105"/>
              <a:gd name="T14" fmla="*/ 109250 w 1246"/>
              <a:gd name="T15" fmla="*/ 66080 h 1105"/>
              <a:gd name="T16" fmla="*/ 0 w 1246"/>
              <a:gd name="T17" fmla="*/ 474993 h 1105"/>
              <a:gd name="T18" fmla="*/ 215230 w 1246"/>
              <a:gd name="T19" fmla="*/ 474993 h 1105"/>
              <a:gd name="T20" fmla="*/ 223734 w 1246"/>
              <a:gd name="T21" fmla="*/ 722303 h 1105"/>
              <a:gd name="T22" fmla="*/ 704567 w 1246"/>
              <a:gd name="T23" fmla="*/ 722303 h 1105"/>
              <a:gd name="T24" fmla="*/ 631297 w 1246"/>
              <a:gd name="T25" fmla="*/ 265629 h 1105"/>
              <a:gd name="T26" fmla="*/ 721576 w 1246"/>
              <a:gd name="T27" fmla="*/ 310773 h 1105"/>
              <a:gd name="T28" fmla="*/ 814472 w 1246"/>
              <a:gd name="T29" fmla="*/ 155714 h 110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246" h="1105">
                <a:moveTo>
                  <a:pt x="1245" y="238"/>
                </a:moveTo>
                <a:lnTo>
                  <a:pt x="967" y="46"/>
                </a:lnTo>
                <a:cubicBezTo>
                  <a:pt x="924" y="16"/>
                  <a:pt x="872" y="0"/>
                  <a:pt x="820" y="0"/>
                </a:cubicBezTo>
                <a:lnTo>
                  <a:pt x="373" y="0"/>
                </a:lnTo>
                <a:cubicBezTo>
                  <a:pt x="292" y="0"/>
                  <a:pt x="216" y="37"/>
                  <a:pt x="167" y="101"/>
                </a:cubicBezTo>
                <a:cubicBezTo>
                  <a:pt x="96" y="196"/>
                  <a:pt x="19" y="378"/>
                  <a:pt x="0" y="726"/>
                </a:cubicBezTo>
                <a:lnTo>
                  <a:pt x="329" y="726"/>
                </a:lnTo>
                <a:lnTo>
                  <a:pt x="342" y="1104"/>
                </a:lnTo>
                <a:lnTo>
                  <a:pt x="1077" y="1104"/>
                </a:lnTo>
                <a:lnTo>
                  <a:pt x="965" y="406"/>
                </a:lnTo>
                <a:lnTo>
                  <a:pt x="1103" y="475"/>
                </a:lnTo>
                <a:lnTo>
                  <a:pt x="1245" y="238"/>
                </a:lnTo>
              </a:path>
            </a:pathLst>
          </a:custGeom>
          <a:solidFill>
            <a:srgbClr val="F4716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95967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0" name="Freeform 168">
            <a:extLst>
              <a:ext uri="{FF2B5EF4-FFF2-40B4-BE49-F238E27FC236}">
                <a16:creationId xmlns:a16="http://schemas.microsoft.com/office/drawing/2014/main" id="{6EE218CC-E909-3547-B6E0-56BB90C52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528" y="4480921"/>
            <a:ext cx="458660" cy="2747"/>
          </a:xfrm>
          <a:custGeom>
            <a:avLst/>
            <a:gdLst>
              <a:gd name="T0" fmla="*/ 0 w 736"/>
              <a:gd name="T1" fmla="*/ 0 h 1"/>
              <a:gd name="T2" fmla="*/ 480356 w 736"/>
              <a:gd name="T3" fmla="*/ 0 h 1"/>
              <a:gd name="T4" fmla="*/ 480356 w 736"/>
              <a:gd name="T5" fmla="*/ 0 h 1"/>
              <a:gd name="T6" fmla="*/ 0 w 736"/>
              <a:gd name="T7" fmla="*/ 0 h 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36" h="1">
                <a:moveTo>
                  <a:pt x="0" y="0"/>
                </a:moveTo>
                <a:lnTo>
                  <a:pt x="735" y="0"/>
                </a:lnTo>
                <a:lnTo>
                  <a:pt x="0" y="0"/>
                </a:lnTo>
              </a:path>
            </a:pathLst>
          </a:cu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95967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1" name="Freeform 65">
            <a:extLst>
              <a:ext uri="{FF2B5EF4-FFF2-40B4-BE49-F238E27FC236}">
                <a16:creationId xmlns:a16="http://schemas.microsoft.com/office/drawing/2014/main" id="{D2667250-149E-5F4E-83F1-857384C5C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3049" y="3794291"/>
            <a:ext cx="776628" cy="688750"/>
          </a:xfrm>
          <a:custGeom>
            <a:avLst/>
            <a:gdLst>
              <a:gd name="connsiteX0" fmla="*/ 422957 w 1553256"/>
              <a:gd name="connsiteY0" fmla="*/ 1246922 h 1377499"/>
              <a:gd name="connsiteX1" fmla="*/ 1323324 w 1553256"/>
              <a:gd name="connsiteY1" fmla="*/ 1246922 h 1377499"/>
              <a:gd name="connsiteX2" fmla="*/ 1344524 w 1553256"/>
              <a:gd name="connsiteY2" fmla="*/ 1377499 h 1377499"/>
              <a:gd name="connsiteX3" fmla="*/ 427945 w 1553256"/>
              <a:gd name="connsiteY3" fmla="*/ 1377499 h 1377499"/>
              <a:gd name="connsiteX4" fmla="*/ 411975 w 1553256"/>
              <a:gd name="connsiteY4" fmla="*/ 988748 h 1377499"/>
              <a:gd name="connsiteX5" fmla="*/ 1280644 w 1553256"/>
              <a:gd name="connsiteY5" fmla="*/ 988748 h 1377499"/>
              <a:gd name="connsiteX6" fmla="*/ 1300585 w 1553256"/>
              <a:gd name="connsiteY6" fmla="*/ 1119325 h 1377499"/>
              <a:gd name="connsiteX7" fmla="*/ 416960 w 1553256"/>
              <a:gd name="connsiteY7" fmla="*/ 1119325 h 1377499"/>
              <a:gd name="connsiteX8" fmla="*/ 11198 w 1553256"/>
              <a:gd name="connsiteY8" fmla="*/ 736067 h 1377499"/>
              <a:gd name="connsiteX9" fmla="*/ 1235489 w 1553256"/>
              <a:gd name="connsiteY9" fmla="*/ 736067 h 1377499"/>
              <a:gd name="connsiteX10" fmla="*/ 1256640 w 1553256"/>
              <a:gd name="connsiteY10" fmla="*/ 866644 h 1377499"/>
              <a:gd name="connsiteX11" fmla="*/ 0 w 1553256"/>
              <a:gd name="connsiteY11" fmla="*/ 866644 h 1377499"/>
              <a:gd name="connsiteX12" fmla="*/ 11198 w 1553256"/>
              <a:gd name="connsiteY12" fmla="*/ 736067 h 1377499"/>
              <a:gd name="connsiteX13" fmla="*/ 57899 w 1553256"/>
              <a:gd name="connsiteY13" fmla="*/ 483387 h 1377499"/>
              <a:gd name="connsiteX14" fmla="*/ 1443398 w 1553256"/>
              <a:gd name="connsiteY14" fmla="*/ 483387 h 1377499"/>
              <a:gd name="connsiteX15" fmla="*/ 1377303 w 1553256"/>
              <a:gd name="connsiteY15" fmla="*/ 593670 h 1377499"/>
              <a:gd name="connsiteX16" fmla="*/ 1205207 w 1553256"/>
              <a:gd name="connsiteY16" fmla="*/ 506204 h 1377499"/>
              <a:gd name="connsiteX17" fmla="*/ 1222666 w 1553256"/>
              <a:gd name="connsiteY17" fmla="*/ 613952 h 1377499"/>
              <a:gd name="connsiteX18" fmla="*/ 32958 w 1553256"/>
              <a:gd name="connsiteY18" fmla="*/ 613952 h 1377499"/>
              <a:gd name="connsiteX19" fmla="*/ 57899 w 1553256"/>
              <a:gd name="connsiteY19" fmla="*/ 483387 h 1377499"/>
              <a:gd name="connsiteX20" fmla="*/ 146990 w 1553256"/>
              <a:gd name="connsiteY20" fmla="*/ 225216 h 1377499"/>
              <a:gd name="connsiteX21" fmla="*/ 1456015 w 1553256"/>
              <a:gd name="connsiteY21" fmla="*/ 225216 h 1377499"/>
              <a:gd name="connsiteX22" fmla="*/ 1553256 w 1553256"/>
              <a:gd name="connsiteY22" fmla="*/ 293668 h 1377499"/>
              <a:gd name="connsiteX23" fmla="*/ 1515856 w 1553256"/>
              <a:gd name="connsiteY23" fmla="*/ 355781 h 1377499"/>
              <a:gd name="connsiteX24" fmla="*/ 93383 w 1553256"/>
              <a:gd name="connsiteY24" fmla="*/ 355781 h 1377499"/>
              <a:gd name="connsiteX25" fmla="*/ 146990 w 1553256"/>
              <a:gd name="connsiteY25" fmla="*/ 225216 h 1377499"/>
              <a:gd name="connsiteX26" fmla="*/ 462523 w 1553256"/>
              <a:gd name="connsiteY26" fmla="*/ 0 h 1377499"/>
              <a:gd name="connsiteX27" fmla="*/ 1017897 w 1553256"/>
              <a:gd name="connsiteY27" fmla="*/ 0 h 1377499"/>
              <a:gd name="connsiteX28" fmla="*/ 1200537 w 1553256"/>
              <a:gd name="connsiteY28" fmla="*/ 57155 h 1377499"/>
              <a:gd name="connsiteX29" fmla="*/ 1267630 w 1553256"/>
              <a:gd name="connsiteY29" fmla="*/ 103127 h 1377499"/>
              <a:gd name="connsiteX30" fmla="*/ 225215 w 1553256"/>
              <a:gd name="connsiteY30" fmla="*/ 103127 h 1377499"/>
              <a:gd name="connsiteX31" fmla="*/ 462523 w 1553256"/>
              <a:gd name="connsiteY31" fmla="*/ 0 h 1377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1553256" h="1377499">
                <a:moveTo>
                  <a:pt x="422957" y="1246922"/>
                </a:moveTo>
                <a:lnTo>
                  <a:pt x="1323324" y="1246922"/>
                </a:lnTo>
                <a:lnTo>
                  <a:pt x="1344524" y="1377499"/>
                </a:lnTo>
                <a:lnTo>
                  <a:pt x="427945" y="1377499"/>
                </a:lnTo>
                <a:close/>
                <a:moveTo>
                  <a:pt x="411975" y="988748"/>
                </a:moveTo>
                <a:lnTo>
                  <a:pt x="1280644" y="988748"/>
                </a:lnTo>
                <a:lnTo>
                  <a:pt x="1300585" y="1119325"/>
                </a:lnTo>
                <a:lnTo>
                  <a:pt x="416960" y="1119325"/>
                </a:lnTo>
                <a:close/>
                <a:moveTo>
                  <a:pt x="11198" y="736067"/>
                </a:moveTo>
                <a:lnTo>
                  <a:pt x="1235489" y="736067"/>
                </a:lnTo>
                <a:lnTo>
                  <a:pt x="1256640" y="866644"/>
                </a:lnTo>
                <a:lnTo>
                  <a:pt x="0" y="866644"/>
                </a:lnTo>
                <a:cubicBezTo>
                  <a:pt x="2488" y="820189"/>
                  <a:pt x="7465" y="777500"/>
                  <a:pt x="11198" y="736067"/>
                </a:cubicBezTo>
                <a:close/>
                <a:moveTo>
                  <a:pt x="57899" y="483387"/>
                </a:moveTo>
                <a:lnTo>
                  <a:pt x="1443398" y="483387"/>
                </a:lnTo>
                <a:lnTo>
                  <a:pt x="1377303" y="593670"/>
                </a:lnTo>
                <a:lnTo>
                  <a:pt x="1205207" y="506204"/>
                </a:lnTo>
                <a:lnTo>
                  <a:pt x="1222666" y="613952"/>
                </a:lnTo>
                <a:lnTo>
                  <a:pt x="32958" y="613952"/>
                </a:lnTo>
                <a:cubicBezTo>
                  <a:pt x="40440" y="567050"/>
                  <a:pt x="49170" y="523951"/>
                  <a:pt x="57899" y="483387"/>
                </a:cubicBezTo>
                <a:close/>
                <a:moveTo>
                  <a:pt x="146990" y="225216"/>
                </a:moveTo>
                <a:lnTo>
                  <a:pt x="1456015" y="225216"/>
                </a:lnTo>
                <a:lnTo>
                  <a:pt x="1553256" y="293668"/>
                </a:lnTo>
                <a:lnTo>
                  <a:pt x="1515856" y="355781"/>
                </a:lnTo>
                <a:lnTo>
                  <a:pt x="93383" y="355781"/>
                </a:lnTo>
                <a:cubicBezTo>
                  <a:pt x="110836" y="306344"/>
                  <a:pt x="128290" y="261977"/>
                  <a:pt x="146990" y="225216"/>
                </a:cubicBezTo>
                <a:close/>
                <a:moveTo>
                  <a:pt x="462523" y="0"/>
                </a:moveTo>
                <a:lnTo>
                  <a:pt x="1017897" y="0"/>
                </a:lnTo>
                <a:cubicBezTo>
                  <a:pt x="1082505" y="0"/>
                  <a:pt x="1147112" y="19880"/>
                  <a:pt x="1200537" y="57155"/>
                </a:cubicBezTo>
                <a:lnTo>
                  <a:pt x="1267630" y="103127"/>
                </a:lnTo>
                <a:lnTo>
                  <a:pt x="225215" y="103127"/>
                </a:lnTo>
                <a:cubicBezTo>
                  <a:pt x="286095" y="37275"/>
                  <a:pt x="371824" y="0"/>
                  <a:pt x="462523" y="0"/>
                </a:cubicBezTo>
                <a:close/>
              </a:path>
            </a:pathLst>
          </a:custGeom>
          <a:solidFill>
            <a:srgbClr val="FFFFFF">
              <a:alpha val="10000"/>
            </a:srgbClr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2" name="Freeform 102">
            <a:extLst>
              <a:ext uri="{FF2B5EF4-FFF2-40B4-BE49-F238E27FC236}">
                <a16:creationId xmlns:a16="http://schemas.microsoft.com/office/drawing/2014/main" id="{4BF02D15-0244-0D42-9366-A2F3F9E21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2194" y="3560836"/>
            <a:ext cx="1159540" cy="899609"/>
          </a:xfrm>
          <a:custGeom>
            <a:avLst/>
            <a:gdLst>
              <a:gd name="connsiteX0" fmla="*/ 1046831 w 2319079"/>
              <a:gd name="connsiteY0" fmla="*/ 1268891 h 1799218"/>
              <a:gd name="connsiteX1" fmla="*/ 1180315 w 2319079"/>
              <a:gd name="connsiteY1" fmla="*/ 1270142 h 1799218"/>
              <a:gd name="connsiteX2" fmla="*/ 1101721 w 2319079"/>
              <a:gd name="connsiteY2" fmla="*/ 1335182 h 1799218"/>
              <a:gd name="connsiteX3" fmla="*/ 1213997 w 2319079"/>
              <a:gd name="connsiteY3" fmla="*/ 1320173 h 1799218"/>
              <a:gd name="connsiteX4" fmla="*/ 1323779 w 2319079"/>
              <a:gd name="connsiteY4" fmla="*/ 1291405 h 1799218"/>
              <a:gd name="connsiteX5" fmla="*/ 1332511 w 2319079"/>
              <a:gd name="connsiteY5" fmla="*/ 1320173 h 1799218"/>
              <a:gd name="connsiteX6" fmla="*/ 1368689 w 2319079"/>
              <a:gd name="connsiteY6" fmla="*/ 1326427 h 1799218"/>
              <a:gd name="connsiteX7" fmla="*/ 1343739 w 2319079"/>
              <a:gd name="connsiteY7" fmla="*/ 1363950 h 1799218"/>
              <a:gd name="connsiteX8" fmla="*/ 1356214 w 2319079"/>
              <a:gd name="connsiteY8" fmla="*/ 1385213 h 1799218"/>
              <a:gd name="connsiteX9" fmla="*/ 1306314 w 2319079"/>
              <a:gd name="connsiteY9" fmla="*/ 1426488 h 1799218"/>
              <a:gd name="connsiteX10" fmla="*/ 1297581 w 2319079"/>
              <a:gd name="connsiteY10" fmla="*/ 1461509 h 1799218"/>
              <a:gd name="connsiteX11" fmla="*/ 1107959 w 2319079"/>
              <a:gd name="connsiteY11" fmla="*/ 1532803 h 1799218"/>
              <a:gd name="connsiteX12" fmla="*/ 961999 w 2319079"/>
              <a:gd name="connsiteY12" fmla="*/ 1530302 h 1799218"/>
              <a:gd name="connsiteX13" fmla="*/ 171075 w 2319079"/>
              <a:gd name="connsiteY13" fmla="*/ 1799216 h 1799218"/>
              <a:gd name="connsiteX14" fmla="*/ 2661 w 2319079"/>
              <a:gd name="connsiteY14" fmla="*/ 1367702 h 1799218"/>
              <a:gd name="connsiteX15" fmla="*/ 341985 w 2319079"/>
              <a:gd name="connsiteY15" fmla="*/ 1367702 h 1799218"/>
              <a:gd name="connsiteX16" fmla="*/ 351965 w 2319079"/>
              <a:gd name="connsiteY16" fmla="*/ 1454005 h 1799218"/>
              <a:gd name="connsiteX17" fmla="*/ 902119 w 2319079"/>
              <a:gd name="connsiteY17" fmla="*/ 1372705 h 1799218"/>
              <a:gd name="connsiteX18" fmla="*/ 903366 w 2319079"/>
              <a:gd name="connsiteY18" fmla="*/ 1371454 h 1799218"/>
              <a:gd name="connsiteX19" fmla="*/ 965742 w 2319079"/>
              <a:gd name="connsiteY19" fmla="*/ 1301411 h 1799218"/>
              <a:gd name="connsiteX20" fmla="*/ 2150711 w 2319079"/>
              <a:gd name="connsiteY20" fmla="*/ 269159 h 1799218"/>
              <a:gd name="connsiteX21" fmla="*/ 2232573 w 2319079"/>
              <a:gd name="connsiteY21" fmla="*/ 284249 h 1799218"/>
              <a:gd name="connsiteX22" fmla="*/ 2186680 w 2319079"/>
              <a:gd name="connsiteY22" fmla="*/ 314427 h 1799218"/>
              <a:gd name="connsiteX23" fmla="*/ 2159393 w 2319079"/>
              <a:gd name="connsiteY23" fmla="*/ 314427 h 1799218"/>
              <a:gd name="connsiteX24" fmla="*/ 2142029 w 2319079"/>
              <a:gd name="connsiteY24" fmla="*/ 344606 h 1799218"/>
              <a:gd name="connsiteX25" fmla="*/ 2169781 w 2319079"/>
              <a:gd name="connsiteY25" fmla="*/ 381857 h 1799218"/>
              <a:gd name="connsiteX26" fmla="*/ 2170297 w 2319079"/>
              <a:gd name="connsiteY26" fmla="*/ 384152 h 1799218"/>
              <a:gd name="connsiteX27" fmla="*/ 2176545 w 2319079"/>
              <a:gd name="connsiteY27" fmla="*/ 371868 h 1799218"/>
              <a:gd name="connsiteX28" fmla="*/ 2208916 w 2319079"/>
              <a:gd name="connsiteY28" fmla="*/ 321057 h 1799218"/>
              <a:gd name="connsiteX29" fmla="*/ 2257474 w 2319079"/>
              <a:gd name="connsiteY29" fmla="*/ 311082 h 1799218"/>
              <a:gd name="connsiteX30" fmla="*/ 2263699 w 2319079"/>
              <a:gd name="connsiteY30" fmla="*/ 341007 h 1799218"/>
              <a:gd name="connsiteX31" fmla="*/ 2293580 w 2319079"/>
              <a:gd name="connsiteY31" fmla="*/ 347242 h 1799218"/>
              <a:gd name="connsiteX32" fmla="*/ 2294825 w 2319079"/>
              <a:gd name="connsiteY32" fmla="*/ 382155 h 1799218"/>
              <a:gd name="connsiteX33" fmla="*/ 2318482 w 2319079"/>
              <a:gd name="connsiteY33" fmla="*/ 398364 h 1799218"/>
              <a:gd name="connsiteX34" fmla="*/ 2245023 w 2319079"/>
              <a:gd name="connsiteY34" fmla="*/ 489388 h 1799218"/>
              <a:gd name="connsiteX35" fmla="*/ 2240043 w 2319079"/>
              <a:gd name="connsiteY35" fmla="*/ 450734 h 1799218"/>
              <a:gd name="connsiteX36" fmla="*/ 2197711 w 2319079"/>
              <a:gd name="connsiteY36" fmla="*/ 461956 h 1799218"/>
              <a:gd name="connsiteX37" fmla="*/ 2197711 w 2319079"/>
              <a:gd name="connsiteY37" fmla="*/ 424549 h 1799218"/>
              <a:gd name="connsiteX38" fmla="*/ 2181681 w 2319079"/>
              <a:gd name="connsiteY38" fmla="*/ 432966 h 1799218"/>
              <a:gd name="connsiteX39" fmla="*/ 2177644 w 2319079"/>
              <a:gd name="connsiteY39" fmla="*/ 433881 h 1799218"/>
              <a:gd name="connsiteX40" fmla="*/ 2175384 w 2319079"/>
              <a:gd name="connsiteY40" fmla="*/ 448941 h 1799218"/>
              <a:gd name="connsiteX41" fmla="*/ 2164749 w 2319079"/>
              <a:gd name="connsiteY41" fmla="*/ 472947 h 1799218"/>
              <a:gd name="connsiteX42" fmla="*/ 2227080 w 2319079"/>
              <a:gd name="connsiteY42" fmla="*/ 504978 h 1799218"/>
              <a:gd name="connsiteX43" fmla="*/ 1778818 w 2319079"/>
              <a:gd name="connsiteY43" fmla="*/ 1231460 h 1799218"/>
              <a:gd name="connsiteX44" fmla="*/ 1360441 w 2319079"/>
              <a:gd name="connsiteY44" fmla="*/ 1048282 h 1799218"/>
              <a:gd name="connsiteX45" fmla="*/ 1522313 w 2319079"/>
              <a:gd name="connsiteY45" fmla="*/ 777876 h 1799218"/>
              <a:gd name="connsiteX46" fmla="*/ 1740218 w 2319079"/>
              <a:gd name="connsiteY46" fmla="*/ 891272 h 1799218"/>
              <a:gd name="connsiteX47" fmla="*/ 2088866 w 2319079"/>
              <a:gd name="connsiteY47" fmla="*/ 433950 h 1799218"/>
              <a:gd name="connsiteX48" fmla="*/ 2089787 w 2319079"/>
              <a:gd name="connsiteY48" fmla="*/ 434423 h 1799218"/>
              <a:gd name="connsiteX49" fmla="*/ 2080012 w 2319079"/>
              <a:gd name="connsiteY49" fmla="*/ 304368 h 1799218"/>
              <a:gd name="connsiteX50" fmla="*/ 580442 w 2319079"/>
              <a:gd name="connsiteY50" fmla="*/ 0 h 1799218"/>
              <a:gd name="connsiteX51" fmla="*/ 881304 w 2319079"/>
              <a:gd name="connsiteY51" fmla="*/ 0 h 1799218"/>
              <a:gd name="connsiteX52" fmla="*/ 881304 w 2319079"/>
              <a:gd name="connsiteY52" fmla="*/ 449430 h 1799218"/>
              <a:gd name="connsiteX53" fmla="*/ 881304 w 2319079"/>
              <a:gd name="connsiteY53" fmla="*/ 479392 h 1799218"/>
              <a:gd name="connsiteX54" fmla="*/ 731497 w 2319079"/>
              <a:gd name="connsiteY54" fmla="*/ 630451 h 1799218"/>
              <a:gd name="connsiteX55" fmla="*/ 580442 w 2319079"/>
              <a:gd name="connsiteY55" fmla="*/ 479392 h 1799218"/>
              <a:gd name="connsiteX56" fmla="*/ 580442 w 2319079"/>
              <a:gd name="connsiteY56" fmla="*/ 449430 h 17992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2319079" h="1799218">
                <a:moveTo>
                  <a:pt x="1046831" y="1268891"/>
                </a:moveTo>
                <a:lnTo>
                  <a:pt x="1180315" y="1270142"/>
                </a:lnTo>
                <a:cubicBezTo>
                  <a:pt x="1181562" y="1318922"/>
                  <a:pt x="1101721" y="1335182"/>
                  <a:pt x="1101721" y="1335182"/>
                </a:cubicBezTo>
                <a:lnTo>
                  <a:pt x="1213997" y="1320173"/>
                </a:lnTo>
                <a:cubicBezTo>
                  <a:pt x="1213997" y="1320173"/>
                  <a:pt x="1306314" y="1285151"/>
                  <a:pt x="1323779" y="1291405"/>
                </a:cubicBezTo>
                <a:cubicBezTo>
                  <a:pt x="1346234" y="1300160"/>
                  <a:pt x="1332511" y="1320173"/>
                  <a:pt x="1332511" y="1320173"/>
                </a:cubicBezTo>
                <a:cubicBezTo>
                  <a:pt x="1332511" y="1320173"/>
                  <a:pt x="1358709" y="1310167"/>
                  <a:pt x="1368689" y="1326427"/>
                </a:cubicBezTo>
                <a:cubicBezTo>
                  <a:pt x="1381165" y="1347690"/>
                  <a:pt x="1343739" y="1363950"/>
                  <a:pt x="1343739" y="1363950"/>
                </a:cubicBezTo>
                <a:cubicBezTo>
                  <a:pt x="1343739" y="1363950"/>
                  <a:pt x="1367442" y="1368953"/>
                  <a:pt x="1356214" y="1385213"/>
                </a:cubicBezTo>
                <a:cubicBezTo>
                  <a:pt x="1337501" y="1412730"/>
                  <a:pt x="1306314" y="1426488"/>
                  <a:pt x="1306314" y="1426488"/>
                </a:cubicBezTo>
                <a:cubicBezTo>
                  <a:pt x="1317541" y="1435243"/>
                  <a:pt x="1308809" y="1452754"/>
                  <a:pt x="1297581" y="1461509"/>
                </a:cubicBezTo>
                <a:cubicBezTo>
                  <a:pt x="1262651" y="1491528"/>
                  <a:pt x="1166592" y="1517794"/>
                  <a:pt x="1107959" y="1532803"/>
                </a:cubicBezTo>
                <a:cubicBezTo>
                  <a:pt x="1031860" y="1551565"/>
                  <a:pt x="961999" y="1530302"/>
                  <a:pt x="961999" y="1530302"/>
                </a:cubicBezTo>
                <a:cubicBezTo>
                  <a:pt x="961999" y="1530302"/>
                  <a:pt x="376915" y="1797966"/>
                  <a:pt x="171075" y="1799216"/>
                </a:cubicBezTo>
                <a:cubicBezTo>
                  <a:pt x="-34765" y="1800467"/>
                  <a:pt x="2661" y="1367702"/>
                  <a:pt x="2661" y="1367702"/>
                </a:cubicBezTo>
                <a:lnTo>
                  <a:pt x="341985" y="1367702"/>
                </a:lnTo>
                <a:lnTo>
                  <a:pt x="351965" y="1454005"/>
                </a:lnTo>
                <a:lnTo>
                  <a:pt x="902119" y="1372705"/>
                </a:lnTo>
                <a:lnTo>
                  <a:pt x="903366" y="1371454"/>
                </a:lnTo>
                <a:cubicBezTo>
                  <a:pt x="912099" y="1340185"/>
                  <a:pt x="935802" y="1313919"/>
                  <a:pt x="965742" y="1301411"/>
                </a:cubicBezTo>
                <a:close/>
                <a:moveTo>
                  <a:pt x="2150711" y="269159"/>
                </a:moveTo>
                <a:lnTo>
                  <a:pt x="2232573" y="284249"/>
                </a:lnTo>
                <a:cubicBezTo>
                  <a:pt x="2232573" y="284249"/>
                  <a:pt x="2222650" y="314427"/>
                  <a:pt x="2186680" y="314427"/>
                </a:cubicBezTo>
                <a:lnTo>
                  <a:pt x="2159393" y="314427"/>
                </a:lnTo>
                <a:lnTo>
                  <a:pt x="2142029" y="344606"/>
                </a:lnTo>
                <a:cubicBezTo>
                  <a:pt x="2142029" y="344606"/>
                  <a:pt x="2158773" y="358438"/>
                  <a:pt x="2169781" y="381857"/>
                </a:cubicBezTo>
                <a:lnTo>
                  <a:pt x="2170297" y="384152"/>
                </a:lnTo>
                <a:lnTo>
                  <a:pt x="2176545" y="371868"/>
                </a:lnTo>
                <a:cubicBezTo>
                  <a:pt x="2191797" y="345683"/>
                  <a:pt x="2208916" y="321057"/>
                  <a:pt x="2208916" y="321057"/>
                </a:cubicBezTo>
                <a:cubicBezTo>
                  <a:pt x="2208916" y="321057"/>
                  <a:pt x="2231327" y="291131"/>
                  <a:pt x="2257474" y="311082"/>
                </a:cubicBezTo>
                <a:cubicBezTo>
                  <a:pt x="2274904" y="323551"/>
                  <a:pt x="2263699" y="341007"/>
                  <a:pt x="2263699" y="341007"/>
                </a:cubicBezTo>
                <a:cubicBezTo>
                  <a:pt x="2263699" y="341007"/>
                  <a:pt x="2284865" y="337266"/>
                  <a:pt x="2293580" y="347242"/>
                </a:cubicBezTo>
                <a:cubicBezTo>
                  <a:pt x="2306031" y="359711"/>
                  <a:pt x="2294825" y="382155"/>
                  <a:pt x="2294825" y="382155"/>
                </a:cubicBezTo>
                <a:cubicBezTo>
                  <a:pt x="2294825" y="382155"/>
                  <a:pt x="2312256" y="384648"/>
                  <a:pt x="2318482" y="398364"/>
                </a:cubicBezTo>
                <a:cubicBezTo>
                  <a:pt x="2325952" y="412080"/>
                  <a:pt x="2261209" y="493128"/>
                  <a:pt x="2245023" y="489388"/>
                </a:cubicBezTo>
                <a:cubicBezTo>
                  <a:pt x="2230082" y="484400"/>
                  <a:pt x="2240043" y="450734"/>
                  <a:pt x="2240043" y="450734"/>
                </a:cubicBezTo>
                <a:cubicBezTo>
                  <a:pt x="2240043" y="450734"/>
                  <a:pt x="2212651" y="473178"/>
                  <a:pt x="2197711" y="461956"/>
                </a:cubicBezTo>
                <a:cubicBezTo>
                  <a:pt x="2186505" y="451981"/>
                  <a:pt x="2197711" y="424549"/>
                  <a:pt x="2197711" y="424549"/>
                </a:cubicBezTo>
                <a:cubicBezTo>
                  <a:pt x="2197711" y="424549"/>
                  <a:pt x="2190552" y="429537"/>
                  <a:pt x="2181681" y="432966"/>
                </a:cubicBezTo>
                <a:lnTo>
                  <a:pt x="2177644" y="433881"/>
                </a:lnTo>
                <a:lnTo>
                  <a:pt x="2175384" y="448941"/>
                </a:lnTo>
                <a:lnTo>
                  <a:pt x="2164749" y="472947"/>
                </a:lnTo>
                <a:lnTo>
                  <a:pt x="2227080" y="504978"/>
                </a:lnTo>
                <a:cubicBezTo>
                  <a:pt x="2227080" y="504978"/>
                  <a:pt x="1915787" y="1218999"/>
                  <a:pt x="1778818" y="1231460"/>
                </a:cubicBezTo>
                <a:cubicBezTo>
                  <a:pt x="1704108" y="1240183"/>
                  <a:pt x="1360441" y="1048282"/>
                  <a:pt x="1360441" y="1048282"/>
                </a:cubicBezTo>
                <a:lnTo>
                  <a:pt x="1522313" y="777876"/>
                </a:lnTo>
                <a:lnTo>
                  <a:pt x="1740218" y="891272"/>
                </a:lnTo>
                <a:lnTo>
                  <a:pt x="2088866" y="433950"/>
                </a:lnTo>
                <a:lnTo>
                  <a:pt x="2089787" y="434423"/>
                </a:lnTo>
                <a:lnTo>
                  <a:pt x="2080012" y="304368"/>
                </a:lnTo>
                <a:close/>
                <a:moveTo>
                  <a:pt x="580442" y="0"/>
                </a:moveTo>
                <a:lnTo>
                  <a:pt x="881304" y="0"/>
                </a:lnTo>
                <a:lnTo>
                  <a:pt x="881304" y="449430"/>
                </a:lnTo>
                <a:lnTo>
                  <a:pt x="881304" y="479392"/>
                </a:lnTo>
                <a:cubicBezTo>
                  <a:pt x="881304" y="563036"/>
                  <a:pt x="815139" y="630451"/>
                  <a:pt x="731497" y="630451"/>
                </a:cubicBezTo>
                <a:cubicBezTo>
                  <a:pt x="647855" y="630451"/>
                  <a:pt x="580442" y="563036"/>
                  <a:pt x="580442" y="479392"/>
                </a:cubicBezTo>
                <a:lnTo>
                  <a:pt x="580442" y="449430"/>
                </a:lnTo>
                <a:close/>
              </a:path>
            </a:pathLst>
          </a:custGeom>
          <a:solidFill>
            <a:srgbClr val="FFC2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95967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3" name="Freeform 176">
            <a:extLst>
              <a:ext uri="{FF2B5EF4-FFF2-40B4-BE49-F238E27FC236}">
                <a16:creationId xmlns:a16="http://schemas.microsoft.com/office/drawing/2014/main" id="{16BF9BF3-6703-074B-856A-4CC5B882C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2415" y="3560836"/>
            <a:ext cx="151055" cy="173030"/>
          </a:xfrm>
          <a:custGeom>
            <a:avLst/>
            <a:gdLst>
              <a:gd name="T0" fmla="*/ 157761 w 242"/>
              <a:gd name="T1" fmla="*/ 160495 h 277"/>
              <a:gd name="T2" fmla="*/ 157761 w 242"/>
              <a:gd name="T3" fmla="*/ 0 h 277"/>
              <a:gd name="T4" fmla="*/ 0 w 242"/>
              <a:gd name="T5" fmla="*/ 0 h 277"/>
              <a:gd name="T6" fmla="*/ 0 w 242"/>
              <a:gd name="T7" fmla="*/ 81885 h 277"/>
              <a:gd name="T8" fmla="*/ 0 w 242"/>
              <a:gd name="T9" fmla="*/ 81885 h 277"/>
              <a:gd name="T10" fmla="*/ 157761 w 242"/>
              <a:gd name="T11" fmla="*/ 160495 h 27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2" h="277">
                <a:moveTo>
                  <a:pt x="241" y="245"/>
                </a:moveTo>
                <a:lnTo>
                  <a:pt x="241" y="0"/>
                </a:lnTo>
                <a:lnTo>
                  <a:pt x="0" y="0"/>
                </a:lnTo>
                <a:lnTo>
                  <a:pt x="0" y="125"/>
                </a:lnTo>
                <a:cubicBezTo>
                  <a:pt x="22" y="201"/>
                  <a:pt x="83" y="276"/>
                  <a:pt x="241" y="245"/>
                </a:cubicBezTo>
              </a:path>
            </a:pathLst>
          </a:custGeom>
          <a:solidFill>
            <a:srgbClr val="FF9C7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95967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4" name="Freeform 177">
            <a:extLst>
              <a:ext uri="{FF2B5EF4-FFF2-40B4-BE49-F238E27FC236}">
                <a16:creationId xmlns:a16="http://schemas.microsoft.com/office/drawing/2014/main" id="{B950B49A-E85C-D148-A3BD-746AFCA4E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0445" y="3412524"/>
            <a:ext cx="255421" cy="285638"/>
          </a:xfrm>
          <a:custGeom>
            <a:avLst/>
            <a:gdLst>
              <a:gd name="T0" fmla="*/ 248219 w 409"/>
              <a:gd name="T1" fmla="*/ 128565 h 459"/>
              <a:gd name="T2" fmla="*/ 248219 w 409"/>
              <a:gd name="T3" fmla="*/ 128565 h 459"/>
              <a:gd name="T4" fmla="*/ 155219 w 409"/>
              <a:gd name="T5" fmla="*/ 293025 h 459"/>
              <a:gd name="T6" fmla="*/ 155219 w 409"/>
              <a:gd name="T7" fmla="*/ 293025 h 459"/>
              <a:gd name="T8" fmla="*/ 40606 w 409"/>
              <a:gd name="T9" fmla="*/ 149449 h 459"/>
              <a:gd name="T10" fmla="*/ 40606 w 409"/>
              <a:gd name="T11" fmla="*/ 149449 h 459"/>
              <a:gd name="T12" fmla="*/ 133606 w 409"/>
              <a:gd name="T13" fmla="*/ 5874 h 459"/>
              <a:gd name="T14" fmla="*/ 133606 w 409"/>
              <a:gd name="T15" fmla="*/ 5874 h 459"/>
              <a:gd name="T16" fmla="*/ 248219 w 409"/>
              <a:gd name="T17" fmla="*/ 128565 h 45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09" h="459">
                <a:moveTo>
                  <a:pt x="379" y="197"/>
                </a:moveTo>
                <a:lnTo>
                  <a:pt x="379" y="197"/>
                </a:lnTo>
                <a:cubicBezTo>
                  <a:pt x="388" y="290"/>
                  <a:pt x="384" y="441"/>
                  <a:pt x="237" y="449"/>
                </a:cubicBezTo>
                <a:cubicBezTo>
                  <a:pt x="90" y="458"/>
                  <a:pt x="71" y="323"/>
                  <a:pt x="62" y="229"/>
                </a:cubicBezTo>
                <a:cubicBezTo>
                  <a:pt x="54" y="136"/>
                  <a:pt x="0" y="19"/>
                  <a:pt x="204" y="9"/>
                </a:cubicBezTo>
                <a:cubicBezTo>
                  <a:pt x="408" y="0"/>
                  <a:pt x="370" y="104"/>
                  <a:pt x="379" y="197"/>
                </a:cubicBezTo>
              </a:path>
            </a:pathLst>
          </a:custGeom>
          <a:solidFill>
            <a:srgbClr val="FFC2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95967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5" name="Freeform 183">
            <a:extLst>
              <a:ext uri="{FF2B5EF4-FFF2-40B4-BE49-F238E27FC236}">
                <a16:creationId xmlns:a16="http://schemas.microsoft.com/office/drawing/2014/main" id="{99C1782D-E9C4-EC43-A50D-213D56E03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033" y="3593795"/>
            <a:ext cx="46691" cy="30211"/>
          </a:xfrm>
          <a:custGeom>
            <a:avLst/>
            <a:gdLst>
              <a:gd name="T0" fmla="*/ 0 w 74"/>
              <a:gd name="T1" fmla="*/ 0 h 48"/>
              <a:gd name="T2" fmla="*/ 0 w 74"/>
              <a:gd name="T3" fmla="*/ 0 h 48"/>
              <a:gd name="T4" fmla="*/ 48304 w 74"/>
              <a:gd name="T5" fmla="*/ 25082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4" h="48">
                <a:moveTo>
                  <a:pt x="0" y="0"/>
                </a:moveTo>
                <a:lnTo>
                  <a:pt x="0" y="0"/>
                </a:lnTo>
                <a:cubicBezTo>
                  <a:pt x="0" y="0"/>
                  <a:pt x="14" y="47"/>
                  <a:pt x="73" y="38"/>
                </a:cubicBezTo>
              </a:path>
            </a:pathLst>
          </a:custGeom>
          <a:noFill/>
          <a:ln w="14604" cap="rnd">
            <a:solidFill>
              <a:srgbClr val="182E3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6" name="Freeform 70">
            <a:extLst>
              <a:ext uri="{FF2B5EF4-FFF2-40B4-BE49-F238E27FC236}">
                <a16:creationId xmlns:a16="http://schemas.microsoft.com/office/drawing/2014/main" id="{CA5DF329-0D40-9845-BA8E-7B02D2153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130" y="3469474"/>
            <a:ext cx="135099" cy="107230"/>
          </a:xfrm>
          <a:custGeom>
            <a:avLst/>
            <a:gdLst>
              <a:gd name="connsiteX0" fmla="*/ 157436 w 270197"/>
              <a:gd name="connsiteY0" fmla="*/ 67370 h 214459"/>
              <a:gd name="connsiteX1" fmla="*/ 162668 w 270197"/>
              <a:gd name="connsiteY1" fmla="*/ 72273 h 214459"/>
              <a:gd name="connsiteX2" fmla="*/ 188824 w 270197"/>
              <a:gd name="connsiteY2" fmla="*/ 166655 h 214459"/>
              <a:gd name="connsiteX3" fmla="*/ 204518 w 270197"/>
              <a:gd name="connsiteY3" fmla="*/ 191170 h 214459"/>
              <a:gd name="connsiteX4" fmla="*/ 179669 w 270197"/>
              <a:gd name="connsiteY4" fmla="*/ 213233 h 214459"/>
              <a:gd name="connsiteX5" fmla="*/ 178362 w 270197"/>
              <a:gd name="connsiteY5" fmla="*/ 214459 h 214459"/>
              <a:gd name="connsiteX6" fmla="*/ 173130 w 270197"/>
              <a:gd name="connsiteY6" fmla="*/ 210781 h 214459"/>
              <a:gd name="connsiteX7" fmla="*/ 177054 w 270197"/>
              <a:gd name="connsiteY7" fmla="*/ 205878 h 214459"/>
              <a:gd name="connsiteX8" fmla="*/ 195363 w 270197"/>
              <a:gd name="connsiteY8" fmla="*/ 189944 h 214459"/>
              <a:gd name="connsiteX9" fmla="*/ 182285 w 270197"/>
              <a:gd name="connsiteY9" fmla="*/ 174009 h 214459"/>
              <a:gd name="connsiteX10" fmla="*/ 152205 w 270197"/>
              <a:gd name="connsiteY10" fmla="*/ 72273 h 214459"/>
              <a:gd name="connsiteX11" fmla="*/ 157436 w 270197"/>
              <a:gd name="connsiteY11" fmla="*/ 67370 h 214459"/>
              <a:gd name="connsiteX12" fmla="*/ 238034 w 270197"/>
              <a:gd name="connsiteY12" fmla="*/ 58309 h 214459"/>
              <a:gd name="connsiteX13" fmla="*/ 262577 w 270197"/>
              <a:gd name="connsiteY13" fmla="*/ 60122 h 214459"/>
              <a:gd name="connsiteX14" fmla="*/ 265065 w 270197"/>
              <a:gd name="connsiteY14" fmla="*/ 65395 h 214459"/>
              <a:gd name="connsiteX15" fmla="*/ 260090 w 270197"/>
              <a:gd name="connsiteY15" fmla="*/ 69350 h 214459"/>
              <a:gd name="connsiteX16" fmla="*/ 243765 w 270197"/>
              <a:gd name="connsiteY16" fmla="*/ 68633 h 214459"/>
              <a:gd name="connsiteX17" fmla="*/ 245191 w 270197"/>
              <a:gd name="connsiteY17" fmla="*/ 69564 h 214459"/>
              <a:gd name="connsiteX18" fmla="*/ 249900 w 270197"/>
              <a:gd name="connsiteY18" fmla="*/ 88037 h 214459"/>
              <a:gd name="connsiteX19" fmla="*/ 233421 w 270197"/>
              <a:gd name="connsiteY19" fmla="*/ 115502 h 214459"/>
              <a:gd name="connsiteX20" fmla="*/ 218119 w 270197"/>
              <a:gd name="connsiteY20" fmla="*/ 88037 h 214459"/>
              <a:gd name="connsiteX21" fmla="*/ 222106 w 270197"/>
              <a:gd name="connsiteY21" fmla="*/ 73314 h 214459"/>
              <a:gd name="connsiteX22" fmla="*/ 209098 w 270197"/>
              <a:gd name="connsiteY22" fmla="*/ 81216 h 214459"/>
              <a:gd name="connsiteX23" fmla="*/ 205367 w 270197"/>
              <a:gd name="connsiteY23" fmla="*/ 82534 h 214459"/>
              <a:gd name="connsiteX24" fmla="*/ 202880 w 270197"/>
              <a:gd name="connsiteY24" fmla="*/ 81216 h 214459"/>
              <a:gd name="connsiteX25" fmla="*/ 202880 w 270197"/>
              <a:gd name="connsiteY25" fmla="*/ 74624 h 214459"/>
              <a:gd name="connsiteX26" fmla="*/ 238034 w 270197"/>
              <a:gd name="connsiteY26" fmla="*/ 58309 h 214459"/>
              <a:gd name="connsiteX27" fmla="*/ 41006 w 270197"/>
              <a:gd name="connsiteY27" fmla="*/ 56669 h 214459"/>
              <a:gd name="connsiteX28" fmla="*/ 64923 w 270197"/>
              <a:gd name="connsiteY28" fmla="*/ 57759 h 214459"/>
              <a:gd name="connsiteX29" fmla="*/ 68585 w 270197"/>
              <a:gd name="connsiteY29" fmla="*/ 62337 h 214459"/>
              <a:gd name="connsiteX30" fmla="*/ 62482 w 270197"/>
              <a:gd name="connsiteY30" fmla="*/ 65770 h 214459"/>
              <a:gd name="connsiteX31" fmla="*/ 52030 w 270197"/>
              <a:gd name="connsiteY31" fmla="*/ 65363 h 214459"/>
              <a:gd name="connsiteX32" fmla="*/ 58613 w 270197"/>
              <a:gd name="connsiteY32" fmla="*/ 69564 h 214459"/>
              <a:gd name="connsiteX33" fmla="*/ 63050 w 270197"/>
              <a:gd name="connsiteY33" fmla="*/ 88037 h 214459"/>
              <a:gd name="connsiteX34" fmla="*/ 46571 w 270197"/>
              <a:gd name="connsiteY34" fmla="*/ 115502 h 214459"/>
              <a:gd name="connsiteX35" fmla="*/ 31360 w 270197"/>
              <a:gd name="connsiteY35" fmla="*/ 88037 h 214459"/>
              <a:gd name="connsiteX36" fmla="*/ 35638 w 270197"/>
              <a:gd name="connsiteY36" fmla="*/ 69564 h 214459"/>
              <a:gd name="connsiteX37" fmla="*/ 42161 w 270197"/>
              <a:gd name="connsiteY37" fmla="*/ 64980 h 214459"/>
              <a:gd name="connsiteX38" fmla="*/ 41788 w 270197"/>
              <a:gd name="connsiteY38" fmla="*/ 64965 h 214459"/>
              <a:gd name="connsiteX39" fmla="*/ 12435 w 270197"/>
              <a:gd name="connsiteY39" fmla="*/ 76069 h 214459"/>
              <a:gd name="connsiteX40" fmla="*/ 8773 w 270197"/>
              <a:gd name="connsiteY40" fmla="*/ 77213 h 214459"/>
              <a:gd name="connsiteX41" fmla="*/ 5111 w 270197"/>
              <a:gd name="connsiteY41" fmla="*/ 76069 h 214459"/>
              <a:gd name="connsiteX42" fmla="*/ 6331 w 270197"/>
              <a:gd name="connsiteY42" fmla="*/ 70347 h 214459"/>
              <a:gd name="connsiteX43" fmla="*/ 41006 w 270197"/>
              <a:gd name="connsiteY43" fmla="*/ 56669 h 214459"/>
              <a:gd name="connsiteX44" fmla="*/ 48832 w 270197"/>
              <a:gd name="connsiteY44" fmla="*/ 81 h 214459"/>
              <a:gd name="connsiteX45" fmla="*/ 77371 w 270197"/>
              <a:gd name="connsiteY45" fmla="*/ 6090 h 214459"/>
              <a:gd name="connsiteX46" fmla="*/ 83740 w 270197"/>
              <a:gd name="connsiteY46" fmla="*/ 16905 h 214459"/>
              <a:gd name="connsiteX47" fmla="*/ 71002 w 270197"/>
              <a:gd name="connsiteY47" fmla="*/ 21711 h 214459"/>
              <a:gd name="connsiteX48" fmla="*/ 14958 w 270197"/>
              <a:gd name="connsiteY48" fmla="*/ 25316 h 214459"/>
              <a:gd name="connsiteX49" fmla="*/ 9864 w 270197"/>
              <a:gd name="connsiteY49" fmla="*/ 27720 h 214459"/>
              <a:gd name="connsiteX50" fmla="*/ 2221 w 270197"/>
              <a:gd name="connsiteY50" fmla="*/ 22913 h 214459"/>
              <a:gd name="connsiteX51" fmla="*/ 4769 w 270197"/>
              <a:gd name="connsiteY51" fmla="*/ 10896 h 214459"/>
              <a:gd name="connsiteX52" fmla="*/ 48832 w 270197"/>
              <a:gd name="connsiteY52" fmla="*/ 81 h 214459"/>
              <a:gd name="connsiteX53" fmla="*/ 235432 w 270197"/>
              <a:gd name="connsiteY53" fmla="*/ 81 h 214459"/>
              <a:gd name="connsiteX54" fmla="*/ 264037 w 270197"/>
              <a:gd name="connsiteY54" fmla="*/ 6090 h 214459"/>
              <a:gd name="connsiteX55" fmla="*/ 269187 w 270197"/>
              <a:gd name="connsiteY55" fmla="*/ 16905 h 214459"/>
              <a:gd name="connsiteX56" fmla="*/ 257600 w 270197"/>
              <a:gd name="connsiteY56" fmla="*/ 21711 h 214459"/>
              <a:gd name="connsiteX57" fmla="*/ 206103 w 270197"/>
              <a:gd name="connsiteY57" fmla="*/ 25316 h 214459"/>
              <a:gd name="connsiteX58" fmla="*/ 200953 w 270197"/>
              <a:gd name="connsiteY58" fmla="*/ 27720 h 214459"/>
              <a:gd name="connsiteX59" fmla="*/ 193229 w 270197"/>
              <a:gd name="connsiteY59" fmla="*/ 22913 h 214459"/>
              <a:gd name="connsiteX60" fmla="*/ 194516 w 270197"/>
              <a:gd name="connsiteY60" fmla="*/ 10896 h 214459"/>
              <a:gd name="connsiteX61" fmla="*/ 235432 w 270197"/>
              <a:gd name="connsiteY61" fmla="*/ 81 h 214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270197" h="214459">
                <a:moveTo>
                  <a:pt x="157436" y="67370"/>
                </a:moveTo>
                <a:cubicBezTo>
                  <a:pt x="160052" y="67370"/>
                  <a:pt x="162668" y="69822"/>
                  <a:pt x="162668" y="72273"/>
                </a:cubicBezTo>
                <a:cubicBezTo>
                  <a:pt x="162668" y="93111"/>
                  <a:pt x="167899" y="154397"/>
                  <a:pt x="188824" y="166655"/>
                </a:cubicBezTo>
                <a:cubicBezTo>
                  <a:pt x="203211" y="176461"/>
                  <a:pt x="205826" y="185041"/>
                  <a:pt x="204518" y="191170"/>
                </a:cubicBezTo>
                <a:cubicBezTo>
                  <a:pt x="203211" y="200975"/>
                  <a:pt x="194056" y="209556"/>
                  <a:pt x="179669" y="213233"/>
                </a:cubicBezTo>
                <a:cubicBezTo>
                  <a:pt x="178362" y="213233"/>
                  <a:pt x="178362" y="214459"/>
                  <a:pt x="178362" y="214459"/>
                </a:cubicBezTo>
                <a:cubicBezTo>
                  <a:pt x="175746" y="214459"/>
                  <a:pt x="174438" y="213233"/>
                  <a:pt x="173130" y="210781"/>
                </a:cubicBezTo>
                <a:cubicBezTo>
                  <a:pt x="171823" y="208330"/>
                  <a:pt x="174438" y="205878"/>
                  <a:pt x="177054" y="205878"/>
                </a:cubicBezTo>
                <a:cubicBezTo>
                  <a:pt x="187517" y="202201"/>
                  <a:pt x="195363" y="196072"/>
                  <a:pt x="195363" y="189944"/>
                </a:cubicBezTo>
                <a:cubicBezTo>
                  <a:pt x="196671" y="183815"/>
                  <a:pt x="188824" y="177686"/>
                  <a:pt x="182285" y="174009"/>
                </a:cubicBezTo>
                <a:cubicBezTo>
                  <a:pt x="153513" y="155623"/>
                  <a:pt x="152205" y="75950"/>
                  <a:pt x="152205" y="72273"/>
                </a:cubicBezTo>
                <a:cubicBezTo>
                  <a:pt x="152205" y="69822"/>
                  <a:pt x="153513" y="67370"/>
                  <a:pt x="157436" y="67370"/>
                </a:cubicBezTo>
                <a:close/>
                <a:moveTo>
                  <a:pt x="238034" y="58309"/>
                </a:moveTo>
                <a:cubicBezTo>
                  <a:pt x="245321" y="57485"/>
                  <a:pt x="253560" y="57815"/>
                  <a:pt x="262577" y="60122"/>
                </a:cubicBezTo>
                <a:cubicBezTo>
                  <a:pt x="265065" y="60122"/>
                  <a:pt x="266308" y="62758"/>
                  <a:pt x="265065" y="65395"/>
                </a:cubicBezTo>
                <a:cubicBezTo>
                  <a:pt x="265065" y="68032"/>
                  <a:pt x="262577" y="69350"/>
                  <a:pt x="260090" y="69350"/>
                </a:cubicBezTo>
                <a:lnTo>
                  <a:pt x="243765" y="68633"/>
                </a:lnTo>
                <a:lnTo>
                  <a:pt x="245191" y="69564"/>
                </a:lnTo>
                <a:cubicBezTo>
                  <a:pt x="248134" y="74305"/>
                  <a:pt x="249900" y="80844"/>
                  <a:pt x="249900" y="88037"/>
                </a:cubicBezTo>
                <a:cubicBezTo>
                  <a:pt x="249900" y="102424"/>
                  <a:pt x="242837" y="115502"/>
                  <a:pt x="233421" y="115502"/>
                </a:cubicBezTo>
                <a:cubicBezTo>
                  <a:pt x="226359" y="115502"/>
                  <a:pt x="218119" y="102424"/>
                  <a:pt x="218119" y="88037"/>
                </a:cubicBezTo>
                <a:lnTo>
                  <a:pt x="222106" y="73314"/>
                </a:lnTo>
                <a:lnTo>
                  <a:pt x="209098" y="81216"/>
                </a:lnTo>
                <a:cubicBezTo>
                  <a:pt x="207854" y="82534"/>
                  <a:pt x="206611" y="82534"/>
                  <a:pt x="205367" y="82534"/>
                </a:cubicBezTo>
                <a:cubicBezTo>
                  <a:pt x="204123" y="82534"/>
                  <a:pt x="202880" y="81216"/>
                  <a:pt x="202880" y="81216"/>
                </a:cubicBezTo>
                <a:cubicBezTo>
                  <a:pt x="201636" y="79897"/>
                  <a:pt x="201636" y="75942"/>
                  <a:pt x="202880" y="74624"/>
                </a:cubicBezTo>
                <a:cubicBezTo>
                  <a:pt x="202880" y="73635"/>
                  <a:pt x="216172" y="60781"/>
                  <a:pt x="238034" y="58309"/>
                </a:cubicBezTo>
                <a:close/>
                <a:moveTo>
                  <a:pt x="41006" y="56669"/>
                </a:moveTo>
                <a:cubicBezTo>
                  <a:pt x="48063" y="55900"/>
                  <a:pt x="56073" y="56043"/>
                  <a:pt x="64923" y="57759"/>
                </a:cubicBezTo>
                <a:cubicBezTo>
                  <a:pt x="66144" y="57759"/>
                  <a:pt x="68585" y="60048"/>
                  <a:pt x="68585" y="62337"/>
                </a:cubicBezTo>
                <a:cubicBezTo>
                  <a:pt x="67365" y="64625"/>
                  <a:pt x="64923" y="65770"/>
                  <a:pt x="62482" y="65770"/>
                </a:cubicBezTo>
                <a:lnTo>
                  <a:pt x="52030" y="65363"/>
                </a:lnTo>
                <a:lnTo>
                  <a:pt x="58613" y="69564"/>
                </a:lnTo>
                <a:cubicBezTo>
                  <a:pt x="61466" y="74305"/>
                  <a:pt x="63050" y="80844"/>
                  <a:pt x="63050" y="88037"/>
                </a:cubicBezTo>
                <a:cubicBezTo>
                  <a:pt x="63050" y="102424"/>
                  <a:pt x="56712" y="115502"/>
                  <a:pt x="46571" y="115502"/>
                </a:cubicBezTo>
                <a:cubicBezTo>
                  <a:pt x="37698" y="115502"/>
                  <a:pt x="31360" y="102424"/>
                  <a:pt x="31360" y="88037"/>
                </a:cubicBezTo>
                <a:cubicBezTo>
                  <a:pt x="31360" y="80844"/>
                  <a:pt x="32945" y="74305"/>
                  <a:pt x="35638" y="69564"/>
                </a:cubicBezTo>
                <a:lnTo>
                  <a:pt x="42161" y="64980"/>
                </a:lnTo>
                <a:lnTo>
                  <a:pt x="41788" y="64965"/>
                </a:lnTo>
                <a:cubicBezTo>
                  <a:pt x="23421" y="67057"/>
                  <a:pt x="12435" y="76069"/>
                  <a:pt x="12435" y="76069"/>
                </a:cubicBezTo>
                <a:cubicBezTo>
                  <a:pt x="11214" y="77213"/>
                  <a:pt x="9993" y="77213"/>
                  <a:pt x="8773" y="77213"/>
                </a:cubicBezTo>
                <a:cubicBezTo>
                  <a:pt x="7552" y="77213"/>
                  <a:pt x="7552" y="76069"/>
                  <a:pt x="5111" y="76069"/>
                </a:cubicBezTo>
                <a:cubicBezTo>
                  <a:pt x="3890" y="74924"/>
                  <a:pt x="3890" y="71491"/>
                  <a:pt x="6331" y="70347"/>
                </a:cubicBezTo>
                <a:cubicBezTo>
                  <a:pt x="7247" y="69489"/>
                  <a:pt x="19835" y="58975"/>
                  <a:pt x="41006" y="56669"/>
                </a:cubicBezTo>
                <a:close/>
                <a:moveTo>
                  <a:pt x="48832" y="81"/>
                </a:moveTo>
                <a:cubicBezTo>
                  <a:pt x="57549" y="457"/>
                  <a:pt x="67181" y="2184"/>
                  <a:pt x="77371" y="6090"/>
                </a:cubicBezTo>
                <a:cubicBezTo>
                  <a:pt x="82466" y="7291"/>
                  <a:pt x="85013" y="12098"/>
                  <a:pt x="83740" y="16905"/>
                </a:cubicBezTo>
                <a:cubicBezTo>
                  <a:pt x="81192" y="21711"/>
                  <a:pt x="76097" y="24115"/>
                  <a:pt x="71002" y="21711"/>
                </a:cubicBezTo>
                <a:cubicBezTo>
                  <a:pt x="39159" y="9695"/>
                  <a:pt x="14958" y="25316"/>
                  <a:pt x="14958" y="25316"/>
                </a:cubicBezTo>
                <a:cubicBezTo>
                  <a:pt x="12411" y="26518"/>
                  <a:pt x="11137" y="27720"/>
                  <a:pt x="9864" y="27720"/>
                </a:cubicBezTo>
                <a:cubicBezTo>
                  <a:pt x="7316" y="27720"/>
                  <a:pt x="3495" y="25316"/>
                  <a:pt x="2221" y="22913"/>
                </a:cubicBezTo>
                <a:cubicBezTo>
                  <a:pt x="-1600" y="19308"/>
                  <a:pt x="-326" y="14501"/>
                  <a:pt x="4769" y="10896"/>
                </a:cubicBezTo>
                <a:cubicBezTo>
                  <a:pt x="4769" y="9995"/>
                  <a:pt x="22681" y="-1045"/>
                  <a:pt x="48832" y="81"/>
                </a:cubicBezTo>
                <a:close/>
                <a:moveTo>
                  <a:pt x="235432" y="81"/>
                </a:moveTo>
                <a:cubicBezTo>
                  <a:pt x="243841" y="457"/>
                  <a:pt x="253416" y="2184"/>
                  <a:pt x="264037" y="6090"/>
                </a:cubicBezTo>
                <a:cubicBezTo>
                  <a:pt x="269187" y="7291"/>
                  <a:pt x="271762" y="12098"/>
                  <a:pt x="269187" y="16905"/>
                </a:cubicBezTo>
                <a:cubicBezTo>
                  <a:pt x="267899" y="21711"/>
                  <a:pt x="262750" y="24115"/>
                  <a:pt x="257600" y="21711"/>
                </a:cubicBezTo>
                <a:cubicBezTo>
                  <a:pt x="225414" y="10896"/>
                  <a:pt x="207390" y="24115"/>
                  <a:pt x="206103" y="25316"/>
                </a:cubicBezTo>
                <a:cubicBezTo>
                  <a:pt x="204816" y="26518"/>
                  <a:pt x="203528" y="27720"/>
                  <a:pt x="200953" y="27720"/>
                </a:cubicBezTo>
                <a:cubicBezTo>
                  <a:pt x="198379" y="27720"/>
                  <a:pt x="195804" y="25316"/>
                  <a:pt x="193229" y="22913"/>
                </a:cubicBezTo>
                <a:cubicBezTo>
                  <a:pt x="190654" y="19308"/>
                  <a:pt x="190654" y="14501"/>
                  <a:pt x="194516" y="10896"/>
                </a:cubicBezTo>
                <a:cubicBezTo>
                  <a:pt x="195482" y="9995"/>
                  <a:pt x="210207" y="-1045"/>
                  <a:pt x="235432" y="81"/>
                </a:cubicBezTo>
                <a:close/>
              </a:path>
            </a:pathLst>
          </a:custGeom>
          <a:solidFill>
            <a:srgbClr val="182E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7" name="Freeform 186">
            <a:extLst>
              <a:ext uri="{FF2B5EF4-FFF2-40B4-BE49-F238E27FC236}">
                <a16:creationId xmlns:a16="http://schemas.microsoft.com/office/drawing/2014/main" id="{F3E64E90-3508-8A4E-93EA-D9A75EE47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5515" y="3316395"/>
            <a:ext cx="348800" cy="326837"/>
          </a:xfrm>
          <a:custGeom>
            <a:avLst/>
            <a:gdLst>
              <a:gd name="T0" fmla="*/ 335803 w 561"/>
              <a:gd name="T1" fmla="*/ 15073 h 523"/>
              <a:gd name="T2" fmla="*/ 335803 w 561"/>
              <a:gd name="T3" fmla="*/ 15073 h 523"/>
              <a:gd name="T4" fmla="*/ 296680 w 561"/>
              <a:gd name="T5" fmla="*/ 36701 h 523"/>
              <a:gd name="T6" fmla="*/ 296680 w 561"/>
              <a:gd name="T7" fmla="*/ 36701 h 523"/>
              <a:gd name="T8" fmla="*/ 283639 w 561"/>
              <a:gd name="T9" fmla="*/ 1966 h 523"/>
              <a:gd name="T10" fmla="*/ 283639 w 561"/>
              <a:gd name="T11" fmla="*/ 1966 h 523"/>
              <a:gd name="T12" fmla="*/ 218435 w 561"/>
              <a:gd name="T13" fmla="*/ 43910 h 523"/>
              <a:gd name="T14" fmla="*/ 218435 w 561"/>
              <a:gd name="T15" fmla="*/ 43910 h 523"/>
              <a:gd name="T16" fmla="*/ 215175 w 561"/>
              <a:gd name="T17" fmla="*/ 17040 h 523"/>
              <a:gd name="T18" fmla="*/ 215175 w 561"/>
              <a:gd name="T19" fmla="*/ 17040 h 523"/>
              <a:gd name="T20" fmla="*/ 140190 w 561"/>
              <a:gd name="T21" fmla="*/ 57672 h 523"/>
              <a:gd name="T22" fmla="*/ 140190 w 561"/>
              <a:gd name="T23" fmla="*/ 57672 h 523"/>
              <a:gd name="T24" fmla="*/ 101719 w 561"/>
              <a:gd name="T25" fmla="*/ 42599 h 523"/>
              <a:gd name="T26" fmla="*/ 101719 w 561"/>
              <a:gd name="T27" fmla="*/ 42599 h 523"/>
              <a:gd name="T28" fmla="*/ 63900 w 561"/>
              <a:gd name="T29" fmla="*/ 81266 h 523"/>
              <a:gd name="T30" fmla="*/ 63900 w 561"/>
              <a:gd name="T31" fmla="*/ 81266 h 523"/>
              <a:gd name="T32" fmla="*/ 12389 w 561"/>
              <a:gd name="T33" fmla="*/ 97650 h 523"/>
              <a:gd name="T34" fmla="*/ 12389 w 561"/>
              <a:gd name="T35" fmla="*/ 97650 h 523"/>
              <a:gd name="T36" fmla="*/ 38471 w 561"/>
              <a:gd name="T37" fmla="*/ 208407 h 523"/>
              <a:gd name="T38" fmla="*/ 38471 w 561"/>
              <a:gd name="T39" fmla="*/ 208407 h 523"/>
              <a:gd name="T40" fmla="*/ 79549 w 561"/>
              <a:gd name="T41" fmla="*/ 340136 h 523"/>
              <a:gd name="T42" fmla="*/ 79549 w 561"/>
              <a:gd name="T43" fmla="*/ 340136 h 523"/>
              <a:gd name="T44" fmla="*/ 99111 w 561"/>
              <a:gd name="T45" fmla="*/ 249695 h 523"/>
              <a:gd name="T46" fmla="*/ 99111 w 561"/>
              <a:gd name="T47" fmla="*/ 249695 h 523"/>
              <a:gd name="T48" fmla="*/ 113456 w 561"/>
              <a:gd name="T49" fmla="*/ 214305 h 523"/>
              <a:gd name="T50" fmla="*/ 113456 w 561"/>
              <a:gd name="T51" fmla="*/ 214305 h 523"/>
              <a:gd name="T52" fmla="*/ 108891 w 561"/>
              <a:gd name="T53" fmla="*/ 188746 h 523"/>
              <a:gd name="T54" fmla="*/ 108891 w 561"/>
              <a:gd name="T55" fmla="*/ 188746 h 523"/>
              <a:gd name="T56" fmla="*/ 146058 w 561"/>
              <a:gd name="T57" fmla="*/ 146802 h 523"/>
              <a:gd name="T58" fmla="*/ 146058 w 561"/>
              <a:gd name="T59" fmla="*/ 146802 h 523"/>
              <a:gd name="T60" fmla="*/ 143450 w 561"/>
              <a:gd name="T61" fmla="*/ 133040 h 523"/>
              <a:gd name="T62" fmla="*/ 144102 w 561"/>
              <a:gd name="T63" fmla="*/ 133040 h 523"/>
              <a:gd name="T64" fmla="*/ 144102 w 561"/>
              <a:gd name="T65" fmla="*/ 133040 h 523"/>
              <a:gd name="T66" fmla="*/ 218435 w 561"/>
              <a:gd name="T67" fmla="*/ 145491 h 523"/>
              <a:gd name="T68" fmla="*/ 218435 w 561"/>
              <a:gd name="T69" fmla="*/ 145491 h 523"/>
              <a:gd name="T70" fmla="*/ 281683 w 561"/>
              <a:gd name="T71" fmla="*/ 136972 h 523"/>
              <a:gd name="T72" fmla="*/ 281683 w 561"/>
              <a:gd name="T73" fmla="*/ 136972 h 523"/>
              <a:gd name="T74" fmla="*/ 312981 w 561"/>
              <a:gd name="T75" fmla="*/ 161876 h 523"/>
              <a:gd name="T76" fmla="*/ 312981 w 561"/>
              <a:gd name="T77" fmla="*/ 161876 h 523"/>
              <a:gd name="T78" fmla="*/ 335803 w 561"/>
              <a:gd name="T79" fmla="*/ 15073 h 523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561" h="523">
                <a:moveTo>
                  <a:pt x="515" y="23"/>
                </a:moveTo>
                <a:lnTo>
                  <a:pt x="515" y="23"/>
                </a:lnTo>
                <a:cubicBezTo>
                  <a:pt x="483" y="15"/>
                  <a:pt x="464" y="40"/>
                  <a:pt x="455" y="56"/>
                </a:cubicBezTo>
                <a:cubicBezTo>
                  <a:pt x="462" y="38"/>
                  <a:pt x="471" y="6"/>
                  <a:pt x="435" y="3"/>
                </a:cubicBezTo>
                <a:cubicBezTo>
                  <a:pt x="398" y="0"/>
                  <a:pt x="356" y="43"/>
                  <a:pt x="335" y="67"/>
                </a:cubicBezTo>
                <a:cubicBezTo>
                  <a:pt x="346" y="51"/>
                  <a:pt x="357" y="29"/>
                  <a:pt x="330" y="26"/>
                </a:cubicBezTo>
                <a:cubicBezTo>
                  <a:pt x="288" y="22"/>
                  <a:pt x="250" y="82"/>
                  <a:pt x="215" y="88"/>
                </a:cubicBezTo>
                <a:cubicBezTo>
                  <a:pt x="181" y="94"/>
                  <a:pt x="195" y="56"/>
                  <a:pt x="156" y="65"/>
                </a:cubicBezTo>
                <a:cubicBezTo>
                  <a:pt x="118" y="74"/>
                  <a:pt x="129" y="121"/>
                  <a:pt x="98" y="124"/>
                </a:cubicBezTo>
                <a:cubicBezTo>
                  <a:pt x="66" y="127"/>
                  <a:pt x="40" y="113"/>
                  <a:pt x="19" y="149"/>
                </a:cubicBezTo>
                <a:cubicBezTo>
                  <a:pt x="0" y="185"/>
                  <a:pt x="71" y="290"/>
                  <a:pt x="59" y="318"/>
                </a:cubicBezTo>
                <a:cubicBezTo>
                  <a:pt x="48" y="346"/>
                  <a:pt x="71" y="514"/>
                  <a:pt x="122" y="519"/>
                </a:cubicBezTo>
                <a:cubicBezTo>
                  <a:pt x="152" y="522"/>
                  <a:pt x="155" y="446"/>
                  <a:pt x="152" y="381"/>
                </a:cubicBezTo>
                <a:cubicBezTo>
                  <a:pt x="164" y="380"/>
                  <a:pt x="174" y="357"/>
                  <a:pt x="174" y="327"/>
                </a:cubicBezTo>
                <a:cubicBezTo>
                  <a:pt x="174" y="312"/>
                  <a:pt x="172" y="298"/>
                  <a:pt x="167" y="288"/>
                </a:cubicBezTo>
                <a:cubicBezTo>
                  <a:pt x="199" y="283"/>
                  <a:pt x="224" y="255"/>
                  <a:pt x="224" y="224"/>
                </a:cubicBezTo>
                <a:cubicBezTo>
                  <a:pt x="224" y="216"/>
                  <a:pt x="222" y="210"/>
                  <a:pt x="220" y="203"/>
                </a:cubicBezTo>
                <a:lnTo>
                  <a:pt x="221" y="203"/>
                </a:lnTo>
                <a:cubicBezTo>
                  <a:pt x="250" y="215"/>
                  <a:pt x="291" y="222"/>
                  <a:pt x="335" y="222"/>
                </a:cubicBezTo>
                <a:cubicBezTo>
                  <a:pt x="372" y="222"/>
                  <a:pt x="405" y="217"/>
                  <a:pt x="432" y="209"/>
                </a:cubicBezTo>
                <a:cubicBezTo>
                  <a:pt x="436" y="223"/>
                  <a:pt x="449" y="268"/>
                  <a:pt x="480" y="247"/>
                </a:cubicBezTo>
                <a:cubicBezTo>
                  <a:pt x="550" y="199"/>
                  <a:pt x="560" y="34"/>
                  <a:pt x="515" y="23"/>
                </a:cubicBezTo>
              </a:path>
            </a:pathLst>
          </a:custGeom>
          <a:solidFill>
            <a:srgbClr val="182E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8" name="Freeform 188">
            <a:extLst>
              <a:ext uri="{FF2B5EF4-FFF2-40B4-BE49-F238E27FC236}">
                <a16:creationId xmlns:a16="http://schemas.microsoft.com/office/drawing/2014/main" id="{3F769CD0-8059-1B41-8631-1A94FB0C7E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3966" y="5895382"/>
            <a:ext cx="247182" cy="71410"/>
          </a:xfrm>
          <a:custGeom>
            <a:avLst/>
            <a:gdLst>
              <a:gd name="T0" fmla="*/ 258571 w 395"/>
              <a:gd name="T1" fmla="*/ 74242 h 116"/>
              <a:gd name="T2" fmla="*/ 0 w 395"/>
              <a:gd name="T3" fmla="*/ 74242 h 116"/>
              <a:gd name="T4" fmla="*/ 0 w 395"/>
              <a:gd name="T5" fmla="*/ 0 h 116"/>
              <a:gd name="T6" fmla="*/ 128629 w 395"/>
              <a:gd name="T7" fmla="*/ 0 h 116"/>
              <a:gd name="T8" fmla="*/ 258571 w 395"/>
              <a:gd name="T9" fmla="*/ 74242 h 1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95" h="116">
                <a:moveTo>
                  <a:pt x="394" y="115"/>
                </a:moveTo>
                <a:lnTo>
                  <a:pt x="0" y="115"/>
                </a:lnTo>
                <a:lnTo>
                  <a:pt x="0" y="0"/>
                </a:lnTo>
                <a:lnTo>
                  <a:pt x="196" y="0"/>
                </a:lnTo>
                <a:lnTo>
                  <a:pt x="394" y="115"/>
                </a:lnTo>
              </a:path>
            </a:pathLst>
          </a:custGeom>
          <a:solidFill>
            <a:srgbClr val="F4716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59" name="Freeform 189">
            <a:extLst>
              <a:ext uri="{FF2B5EF4-FFF2-40B4-BE49-F238E27FC236}">
                <a16:creationId xmlns:a16="http://schemas.microsoft.com/office/drawing/2014/main" id="{CFE731C4-364F-B747-AC1E-EB5784203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6147" y="5895382"/>
            <a:ext cx="247182" cy="71410"/>
          </a:xfrm>
          <a:custGeom>
            <a:avLst/>
            <a:gdLst>
              <a:gd name="T0" fmla="*/ 258571 w 395"/>
              <a:gd name="T1" fmla="*/ 74242 h 116"/>
              <a:gd name="T2" fmla="*/ 0 w 395"/>
              <a:gd name="T3" fmla="*/ 74242 h 116"/>
              <a:gd name="T4" fmla="*/ 0 w 395"/>
              <a:gd name="T5" fmla="*/ 0 h 116"/>
              <a:gd name="T6" fmla="*/ 127973 w 395"/>
              <a:gd name="T7" fmla="*/ 0 h 116"/>
              <a:gd name="T8" fmla="*/ 258571 w 395"/>
              <a:gd name="T9" fmla="*/ 74242 h 1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95" h="116">
                <a:moveTo>
                  <a:pt x="394" y="115"/>
                </a:moveTo>
                <a:lnTo>
                  <a:pt x="0" y="115"/>
                </a:lnTo>
                <a:lnTo>
                  <a:pt x="0" y="0"/>
                </a:lnTo>
                <a:lnTo>
                  <a:pt x="195" y="0"/>
                </a:lnTo>
                <a:lnTo>
                  <a:pt x="394" y="115"/>
                </a:lnTo>
              </a:path>
            </a:pathLst>
          </a:custGeom>
          <a:solidFill>
            <a:srgbClr val="F4716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60" name="Freeform 74">
            <a:extLst>
              <a:ext uri="{FF2B5EF4-FFF2-40B4-BE49-F238E27FC236}">
                <a16:creationId xmlns:a16="http://schemas.microsoft.com/office/drawing/2014/main" id="{68062D42-0A00-224C-9FD1-2217AC3C8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7275" y="4480921"/>
            <a:ext cx="677756" cy="1416583"/>
          </a:xfrm>
          <a:custGeom>
            <a:avLst/>
            <a:gdLst>
              <a:gd name="connsiteX0" fmla="*/ 0 w 1355512"/>
              <a:gd name="connsiteY0" fmla="*/ 0 h 2833166"/>
              <a:gd name="connsiteX1" fmla="*/ 515091 w 1355512"/>
              <a:gd name="connsiteY1" fmla="*/ 0 h 2833166"/>
              <a:gd name="connsiteX2" fmla="*/ 515091 w 1355512"/>
              <a:gd name="connsiteY2" fmla="*/ 1 h 2833166"/>
              <a:gd name="connsiteX3" fmla="*/ 909077 w 1355512"/>
              <a:gd name="connsiteY3" fmla="*/ 1 h 2833166"/>
              <a:gd name="connsiteX4" fmla="*/ 1355512 w 1355512"/>
              <a:gd name="connsiteY4" fmla="*/ 2827678 h 2833166"/>
              <a:gd name="connsiteX5" fmla="*/ 841925 w 1355512"/>
              <a:gd name="connsiteY5" fmla="*/ 2827678 h 2833166"/>
              <a:gd name="connsiteX6" fmla="*/ 515091 w 1355512"/>
              <a:gd name="connsiteY6" fmla="*/ 757542 h 2833166"/>
              <a:gd name="connsiteX7" fmla="*/ 515091 w 1355512"/>
              <a:gd name="connsiteY7" fmla="*/ 2833166 h 2833166"/>
              <a:gd name="connsiteX8" fmla="*/ 1244 w 1355512"/>
              <a:gd name="connsiteY8" fmla="*/ 2833166 h 2833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5512" h="2833166">
                <a:moveTo>
                  <a:pt x="0" y="0"/>
                </a:moveTo>
                <a:lnTo>
                  <a:pt x="515091" y="0"/>
                </a:lnTo>
                <a:lnTo>
                  <a:pt x="515091" y="1"/>
                </a:lnTo>
                <a:lnTo>
                  <a:pt x="909077" y="1"/>
                </a:lnTo>
                <a:lnTo>
                  <a:pt x="1355512" y="2827678"/>
                </a:lnTo>
                <a:lnTo>
                  <a:pt x="841925" y="2827678"/>
                </a:lnTo>
                <a:lnTo>
                  <a:pt x="515091" y="757542"/>
                </a:lnTo>
                <a:lnTo>
                  <a:pt x="515091" y="2833166"/>
                </a:lnTo>
                <a:lnTo>
                  <a:pt x="1244" y="2833166"/>
                </a:lnTo>
                <a:close/>
              </a:path>
            </a:pathLst>
          </a:custGeom>
          <a:solidFill>
            <a:srgbClr val="182E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61" name="Freeform 75">
            <a:extLst>
              <a:ext uri="{FF2B5EF4-FFF2-40B4-BE49-F238E27FC236}">
                <a16:creationId xmlns:a16="http://schemas.microsoft.com/office/drawing/2014/main" id="{5F44AEE3-6B0C-7946-9501-D0BE69716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3543" y="3934364"/>
            <a:ext cx="399874" cy="315227"/>
          </a:xfrm>
          <a:custGeom>
            <a:avLst/>
            <a:gdLst>
              <a:gd name="connsiteX0" fmla="*/ 4883 w 799748"/>
              <a:gd name="connsiteY0" fmla="*/ 38449 h 630453"/>
              <a:gd name="connsiteX1" fmla="*/ 9766 w 799748"/>
              <a:gd name="connsiteY1" fmla="*/ 42188 h 630453"/>
              <a:gd name="connsiteX2" fmla="*/ 9766 w 799748"/>
              <a:gd name="connsiteY2" fmla="*/ 626714 h 630453"/>
              <a:gd name="connsiteX3" fmla="*/ 4883 w 799748"/>
              <a:gd name="connsiteY3" fmla="*/ 630453 h 630453"/>
              <a:gd name="connsiteX4" fmla="*/ 0 w 799748"/>
              <a:gd name="connsiteY4" fmla="*/ 626714 h 630453"/>
              <a:gd name="connsiteX5" fmla="*/ 0 w 799748"/>
              <a:gd name="connsiteY5" fmla="*/ 42188 h 630453"/>
              <a:gd name="connsiteX6" fmla="*/ 4883 w 799748"/>
              <a:gd name="connsiteY6" fmla="*/ 38449 h 630453"/>
              <a:gd name="connsiteX7" fmla="*/ 745402 w 799748"/>
              <a:gd name="connsiteY7" fmla="*/ 0 h 630453"/>
              <a:gd name="connsiteX8" fmla="*/ 750544 w 799748"/>
              <a:gd name="connsiteY8" fmla="*/ 3703 h 630453"/>
              <a:gd name="connsiteX9" fmla="*/ 799398 w 799748"/>
              <a:gd name="connsiteY9" fmla="*/ 213550 h 630453"/>
              <a:gd name="connsiteX10" fmla="*/ 796827 w 799748"/>
              <a:gd name="connsiteY10" fmla="*/ 218488 h 630453"/>
              <a:gd name="connsiteX11" fmla="*/ 795541 w 799748"/>
              <a:gd name="connsiteY11" fmla="*/ 218488 h 630453"/>
              <a:gd name="connsiteX12" fmla="*/ 790398 w 799748"/>
              <a:gd name="connsiteY12" fmla="*/ 216019 h 630453"/>
              <a:gd name="connsiteX13" fmla="*/ 741545 w 799748"/>
              <a:gd name="connsiteY13" fmla="*/ 6172 h 630453"/>
              <a:gd name="connsiteX14" fmla="*/ 745402 w 799748"/>
              <a:gd name="connsiteY14" fmla="*/ 0 h 630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799748" h="630453">
                <a:moveTo>
                  <a:pt x="4883" y="38449"/>
                </a:moveTo>
                <a:cubicBezTo>
                  <a:pt x="8545" y="38449"/>
                  <a:pt x="9766" y="40942"/>
                  <a:pt x="9766" y="42188"/>
                </a:cubicBezTo>
                <a:lnTo>
                  <a:pt x="9766" y="626714"/>
                </a:lnTo>
                <a:cubicBezTo>
                  <a:pt x="9766" y="629207"/>
                  <a:pt x="8545" y="630453"/>
                  <a:pt x="4883" y="630453"/>
                </a:cubicBezTo>
                <a:cubicBezTo>
                  <a:pt x="2442" y="630453"/>
                  <a:pt x="0" y="629207"/>
                  <a:pt x="0" y="626714"/>
                </a:cubicBezTo>
                <a:lnTo>
                  <a:pt x="0" y="42188"/>
                </a:lnTo>
                <a:cubicBezTo>
                  <a:pt x="0" y="40942"/>
                  <a:pt x="2442" y="38449"/>
                  <a:pt x="4883" y="38449"/>
                </a:cubicBezTo>
                <a:close/>
                <a:moveTo>
                  <a:pt x="745402" y="0"/>
                </a:moveTo>
                <a:cubicBezTo>
                  <a:pt x="747973" y="0"/>
                  <a:pt x="750544" y="1234"/>
                  <a:pt x="750544" y="3703"/>
                </a:cubicBezTo>
                <a:lnTo>
                  <a:pt x="799398" y="213550"/>
                </a:lnTo>
                <a:cubicBezTo>
                  <a:pt x="800683" y="216019"/>
                  <a:pt x="798112" y="218488"/>
                  <a:pt x="796827" y="218488"/>
                </a:cubicBezTo>
                <a:cubicBezTo>
                  <a:pt x="795541" y="218488"/>
                  <a:pt x="795541" y="218488"/>
                  <a:pt x="795541" y="218488"/>
                </a:cubicBezTo>
                <a:cubicBezTo>
                  <a:pt x="792970" y="218488"/>
                  <a:pt x="790398" y="218488"/>
                  <a:pt x="790398" y="216019"/>
                </a:cubicBezTo>
                <a:lnTo>
                  <a:pt x="741545" y="6172"/>
                </a:lnTo>
                <a:cubicBezTo>
                  <a:pt x="741545" y="2469"/>
                  <a:pt x="742831" y="0"/>
                  <a:pt x="745402" y="0"/>
                </a:cubicBezTo>
                <a:close/>
              </a:path>
            </a:pathLst>
          </a:custGeom>
          <a:solidFill>
            <a:srgbClr val="182E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62" name="Freeform 197">
            <a:extLst>
              <a:ext uri="{FF2B5EF4-FFF2-40B4-BE49-F238E27FC236}">
                <a16:creationId xmlns:a16="http://schemas.microsoft.com/office/drawing/2014/main" id="{E73B9E00-83D5-A442-829E-92A936132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4951" y="3514145"/>
            <a:ext cx="63168" cy="76902"/>
          </a:xfrm>
          <a:custGeom>
            <a:avLst/>
            <a:gdLst>
              <a:gd name="T0" fmla="*/ 57153 w 102"/>
              <a:gd name="T1" fmla="*/ 28425 h 122"/>
              <a:gd name="T2" fmla="*/ 57153 w 102"/>
              <a:gd name="T3" fmla="*/ 28425 h 122"/>
              <a:gd name="T4" fmla="*/ 46762 w 102"/>
              <a:gd name="T5" fmla="*/ 74038 h 122"/>
              <a:gd name="T6" fmla="*/ 46762 w 102"/>
              <a:gd name="T7" fmla="*/ 74038 h 122"/>
              <a:gd name="T8" fmla="*/ 7794 w 102"/>
              <a:gd name="T9" fmla="*/ 50240 h 122"/>
              <a:gd name="T10" fmla="*/ 7794 w 102"/>
              <a:gd name="T11" fmla="*/ 50240 h 122"/>
              <a:gd name="T12" fmla="*/ 17536 w 102"/>
              <a:gd name="T13" fmla="*/ 5288 h 122"/>
              <a:gd name="T14" fmla="*/ 17536 w 102"/>
              <a:gd name="T15" fmla="*/ 5288 h 122"/>
              <a:gd name="T16" fmla="*/ 57153 w 102"/>
              <a:gd name="T17" fmla="*/ 28425 h 12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02" h="122">
                <a:moveTo>
                  <a:pt x="88" y="43"/>
                </a:moveTo>
                <a:lnTo>
                  <a:pt x="88" y="43"/>
                </a:lnTo>
                <a:cubicBezTo>
                  <a:pt x="101" y="72"/>
                  <a:pt x="93" y="103"/>
                  <a:pt x="72" y="112"/>
                </a:cubicBezTo>
                <a:cubicBezTo>
                  <a:pt x="51" y="121"/>
                  <a:pt x="24" y="105"/>
                  <a:pt x="12" y="76"/>
                </a:cubicBezTo>
                <a:cubicBezTo>
                  <a:pt x="0" y="48"/>
                  <a:pt x="7" y="17"/>
                  <a:pt x="27" y="8"/>
                </a:cubicBezTo>
                <a:cubicBezTo>
                  <a:pt x="49" y="0"/>
                  <a:pt x="76" y="15"/>
                  <a:pt x="88" y="43"/>
                </a:cubicBezTo>
              </a:path>
            </a:pathLst>
          </a:custGeom>
          <a:solidFill>
            <a:srgbClr val="FFC2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63" name="Freeform 198">
            <a:extLst>
              <a:ext uri="{FF2B5EF4-FFF2-40B4-BE49-F238E27FC236}">
                <a16:creationId xmlns:a16="http://schemas.microsoft.com/office/drawing/2014/main" id="{7BB428EA-A399-2949-9672-6BE57D5DF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9949" y="4585288"/>
            <a:ext cx="8241" cy="266414"/>
          </a:xfrm>
          <a:custGeom>
            <a:avLst/>
            <a:gdLst>
              <a:gd name="T0" fmla="*/ 2659 w 13"/>
              <a:gd name="T1" fmla="*/ 278736 h 427"/>
              <a:gd name="T2" fmla="*/ 0 w 13"/>
              <a:gd name="T3" fmla="*/ 0 h 427"/>
              <a:gd name="T4" fmla="*/ 4653 w 13"/>
              <a:gd name="T5" fmla="*/ 0 h 427"/>
              <a:gd name="T6" fmla="*/ 7977 w 13"/>
              <a:gd name="T7" fmla="*/ 278736 h 427"/>
              <a:gd name="T8" fmla="*/ 2659 w 13"/>
              <a:gd name="T9" fmla="*/ 278736 h 42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" h="427">
                <a:moveTo>
                  <a:pt x="4" y="426"/>
                </a:moveTo>
                <a:lnTo>
                  <a:pt x="0" y="0"/>
                </a:lnTo>
                <a:lnTo>
                  <a:pt x="7" y="0"/>
                </a:lnTo>
                <a:lnTo>
                  <a:pt x="12" y="426"/>
                </a:lnTo>
                <a:lnTo>
                  <a:pt x="4" y="426"/>
                </a:lnTo>
              </a:path>
            </a:pathLst>
          </a:custGeom>
          <a:solidFill>
            <a:srgbClr val="39596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64" name="Freeform 200">
            <a:extLst>
              <a:ext uri="{FF2B5EF4-FFF2-40B4-BE49-F238E27FC236}">
                <a16:creationId xmlns:a16="http://schemas.microsoft.com/office/drawing/2014/main" id="{80625DB1-67D4-4C4B-95A9-F6A3B0DA1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4" y="5807493"/>
            <a:ext cx="126338" cy="107114"/>
          </a:xfrm>
          <a:custGeom>
            <a:avLst/>
            <a:gdLst>
              <a:gd name="T0" fmla="*/ 98721 w 204"/>
              <a:gd name="T1" fmla="*/ 111685 h 174"/>
              <a:gd name="T2" fmla="*/ 0 w 204"/>
              <a:gd name="T3" fmla="*/ 111685 h 174"/>
              <a:gd name="T4" fmla="*/ 16886 w 204"/>
              <a:gd name="T5" fmla="*/ 0 h 174"/>
              <a:gd name="T6" fmla="*/ 131845 w 204"/>
              <a:gd name="T7" fmla="*/ 0 h 174"/>
              <a:gd name="T8" fmla="*/ 98721 w 204"/>
              <a:gd name="T9" fmla="*/ 111685 h 17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04" h="174">
                <a:moveTo>
                  <a:pt x="152" y="173"/>
                </a:moveTo>
                <a:lnTo>
                  <a:pt x="0" y="173"/>
                </a:lnTo>
                <a:lnTo>
                  <a:pt x="26" y="0"/>
                </a:lnTo>
                <a:lnTo>
                  <a:pt x="203" y="0"/>
                </a:lnTo>
                <a:lnTo>
                  <a:pt x="152" y="173"/>
                </a:lnTo>
              </a:path>
            </a:pathLst>
          </a:custGeom>
          <a:solidFill>
            <a:srgbClr val="FFC2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65" name="Freeform 201">
            <a:extLst>
              <a:ext uri="{FF2B5EF4-FFF2-40B4-BE49-F238E27FC236}">
                <a16:creationId xmlns:a16="http://schemas.microsoft.com/office/drawing/2014/main" id="{2A7262D2-46B5-CF41-BC3F-213D8D7E6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4236" y="5887140"/>
            <a:ext cx="266406" cy="79651"/>
          </a:xfrm>
          <a:custGeom>
            <a:avLst/>
            <a:gdLst>
              <a:gd name="T0" fmla="*/ 278737 w 429"/>
              <a:gd name="T1" fmla="*/ 82877 h 128"/>
              <a:gd name="T2" fmla="*/ 0 w 429"/>
              <a:gd name="T3" fmla="*/ 82877 h 128"/>
              <a:gd name="T4" fmla="*/ 0 w 429"/>
              <a:gd name="T5" fmla="*/ 82877 h 128"/>
              <a:gd name="T6" fmla="*/ 19538 w 429"/>
              <a:gd name="T7" fmla="*/ 54817 h 128"/>
              <a:gd name="T8" fmla="*/ 179095 w 429"/>
              <a:gd name="T9" fmla="*/ 0 h 128"/>
              <a:gd name="T10" fmla="*/ 278737 w 429"/>
              <a:gd name="T11" fmla="*/ 0 h 128"/>
              <a:gd name="T12" fmla="*/ 278737 w 429"/>
              <a:gd name="T13" fmla="*/ 82877 h 12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29" h="128">
                <a:moveTo>
                  <a:pt x="428" y="127"/>
                </a:moveTo>
                <a:lnTo>
                  <a:pt x="0" y="127"/>
                </a:lnTo>
                <a:cubicBezTo>
                  <a:pt x="0" y="107"/>
                  <a:pt x="12" y="90"/>
                  <a:pt x="30" y="84"/>
                </a:cubicBezTo>
                <a:lnTo>
                  <a:pt x="275" y="0"/>
                </a:lnTo>
                <a:lnTo>
                  <a:pt x="428" y="0"/>
                </a:lnTo>
                <a:lnTo>
                  <a:pt x="428" y="127"/>
                </a:lnTo>
              </a:path>
            </a:pathLst>
          </a:custGeom>
          <a:solidFill>
            <a:srgbClr val="F4716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66" name="Freeform 202">
            <a:extLst>
              <a:ext uri="{FF2B5EF4-FFF2-40B4-BE49-F238E27FC236}">
                <a16:creationId xmlns:a16="http://schemas.microsoft.com/office/drawing/2014/main" id="{C01D5B05-28E8-954E-8DB2-484E91F97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4303" y="5782774"/>
            <a:ext cx="115352" cy="140073"/>
          </a:xfrm>
          <a:custGeom>
            <a:avLst/>
            <a:gdLst>
              <a:gd name="T0" fmla="*/ 120319 w 185"/>
              <a:gd name="T1" fmla="*/ 146246 h 226"/>
              <a:gd name="T2" fmla="*/ 17002 w 185"/>
              <a:gd name="T3" fmla="*/ 146246 h 226"/>
              <a:gd name="T4" fmla="*/ 17002 w 185"/>
              <a:gd name="T5" fmla="*/ 111797 h 226"/>
              <a:gd name="T6" fmla="*/ 0 w 185"/>
              <a:gd name="T7" fmla="*/ 0 h 226"/>
              <a:gd name="T8" fmla="*/ 119665 w 185"/>
              <a:gd name="T9" fmla="*/ 0 h 226"/>
              <a:gd name="T10" fmla="*/ 120319 w 185"/>
              <a:gd name="T11" fmla="*/ 111797 h 226"/>
              <a:gd name="T12" fmla="*/ 120319 w 185"/>
              <a:gd name="T13" fmla="*/ 146246 h 22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85" h="226">
                <a:moveTo>
                  <a:pt x="184" y="225"/>
                </a:moveTo>
                <a:lnTo>
                  <a:pt x="26" y="225"/>
                </a:lnTo>
                <a:lnTo>
                  <a:pt x="26" y="172"/>
                </a:lnTo>
                <a:lnTo>
                  <a:pt x="0" y="0"/>
                </a:lnTo>
                <a:lnTo>
                  <a:pt x="183" y="0"/>
                </a:lnTo>
                <a:lnTo>
                  <a:pt x="184" y="172"/>
                </a:lnTo>
                <a:lnTo>
                  <a:pt x="184" y="225"/>
                </a:lnTo>
              </a:path>
            </a:pathLst>
          </a:custGeom>
          <a:solidFill>
            <a:srgbClr val="FFC2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67" name="Freeform 82">
            <a:extLst>
              <a:ext uri="{FF2B5EF4-FFF2-40B4-BE49-F238E27FC236}">
                <a16:creationId xmlns:a16="http://schemas.microsoft.com/office/drawing/2014/main" id="{F180640B-67E0-4F49-8E05-AD392220D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1769" y="4478175"/>
            <a:ext cx="636924" cy="1342426"/>
          </a:xfrm>
          <a:custGeom>
            <a:avLst/>
            <a:gdLst>
              <a:gd name="connsiteX0" fmla="*/ 1171247 w 1273847"/>
              <a:gd name="connsiteY0" fmla="*/ 0 h 2684851"/>
              <a:gd name="connsiteX1" fmla="*/ 1249896 w 1273847"/>
              <a:gd name="connsiteY1" fmla="*/ 635274 h 2684851"/>
              <a:gd name="connsiteX2" fmla="*/ 962765 w 1273847"/>
              <a:gd name="connsiteY2" fmla="*/ 1569500 h 2684851"/>
              <a:gd name="connsiteX3" fmla="*/ 1026433 w 1273847"/>
              <a:gd name="connsiteY3" fmla="*/ 2207265 h 2684851"/>
              <a:gd name="connsiteX4" fmla="*/ 974000 w 1273847"/>
              <a:gd name="connsiteY4" fmla="*/ 2661923 h 2684851"/>
              <a:gd name="connsiteX5" fmla="*/ 684372 w 1273847"/>
              <a:gd name="connsiteY5" fmla="*/ 2679361 h 2684851"/>
              <a:gd name="connsiteX6" fmla="*/ 548194 w 1273847"/>
              <a:gd name="connsiteY6" fmla="*/ 1794766 h 2684851"/>
              <a:gd name="connsiteX7" fmla="*/ 542149 w 1273847"/>
              <a:gd name="connsiteY7" fmla="*/ 1749233 h 2684851"/>
              <a:gd name="connsiteX8" fmla="*/ 505389 w 1273847"/>
              <a:gd name="connsiteY8" fmla="*/ 1955353 h 2684851"/>
              <a:gd name="connsiteX9" fmla="*/ 314497 w 1273847"/>
              <a:gd name="connsiteY9" fmla="*/ 2684851 h 2684851"/>
              <a:gd name="connsiteX10" fmla="*/ 0 w 1273847"/>
              <a:gd name="connsiteY10" fmla="*/ 2672383 h 2684851"/>
              <a:gd name="connsiteX11" fmla="*/ 99446 w 1273847"/>
              <a:gd name="connsiteY11" fmla="*/ 1274748 h 2684851"/>
              <a:gd name="connsiteX12" fmla="*/ 402755 w 1273847"/>
              <a:gd name="connsiteY12" fmla="*/ 97791 h 2684851"/>
              <a:gd name="connsiteX13" fmla="*/ 918630 w 1273847"/>
              <a:gd name="connsiteY13" fmla="*/ 32959 h 2684851"/>
              <a:gd name="connsiteX14" fmla="*/ 918732 w 1273847"/>
              <a:gd name="connsiteY14" fmla="*/ 33638 h 268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73847" h="2684851">
                <a:moveTo>
                  <a:pt x="1171247" y="0"/>
                </a:moveTo>
                <a:cubicBezTo>
                  <a:pt x="1171247" y="0"/>
                  <a:pt x="1333539" y="262829"/>
                  <a:pt x="1249896" y="635274"/>
                </a:cubicBezTo>
                <a:cubicBezTo>
                  <a:pt x="1167502" y="1006473"/>
                  <a:pt x="962765" y="1569500"/>
                  <a:pt x="962765" y="1569500"/>
                </a:cubicBezTo>
                <a:cubicBezTo>
                  <a:pt x="962765" y="1569500"/>
                  <a:pt x="1063885" y="1858488"/>
                  <a:pt x="1026433" y="2207265"/>
                </a:cubicBezTo>
                <a:cubicBezTo>
                  <a:pt x="990229" y="2556043"/>
                  <a:pt x="974000" y="2661923"/>
                  <a:pt x="974000" y="2661923"/>
                </a:cubicBezTo>
                <a:lnTo>
                  <a:pt x="684372" y="2679361"/>
                </a:lnTo>
                <a:cubicBezTo>
                  <a:pt x="684372" y="2679361"/>
                  <a:pt x="605860" y="2206896"/>
                  <a:pt x="548194" y="1794766"/>
                </a:cubicBezTo>
                <a:lnTo>
                  <a:pt x="542149" y="1749233"/>
                </a:lnTo>
                <a:lnTo>
                  <a:pt x="505389" y="1955353"/>
                </a:lnTo>
                <a:cubicBezTo>
                  <a:pt x="431035" y="2318611"/>
                  <a:pt x="314497" y="2684851"/>
                  <a:pt x="314497" y="2684851"/>
                </a:cubicBezTo>
                <a:lnTo>
                  <a:pt x="0" y="2672383"/>
                </a:lnTo>
                <a:cubicBezTo>
                  <a:pt x="0" y="2672383"/>
                  <a:pt x="91987" y="1620105"/>
                  <a:pt x="99446" y="1274748"/>
                </a:cubicBezTo>
                <a:cubicBezTo>
                  <a:pt x="105661" y="929391"/>
                  <a:pt x="402755" y="97791"/>
                  <a:pt x="402755" y="97791"/>
                </a:cubicBezTo>
                <a:lnTo>
                  <a:pt x="918630" y="32959"/>
                </a:lnTo>
                <a:lnTo>
                  <a:pt x="918732" y="33638"/>
                </a:lnTo>
                <a:close/>
              </a:path>
            </a:pathLst>
          </a:custGeom>
          <a:solidFill>
            <a:srgbClr val="182E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68" name="Freeform 206">
            <a:extLst>
              <a:ext uri="{FF2B5EF4-FFF2-40B4-BE49-F238E27FC236}">
                <a16:creationId xmlns:a16="http://schemas.microsoft.com/office/drawing/2014/main" id="{2EF989AA-4098-9142-BE95-D5A6F47E5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6487" y="3945350"/>
            <a:ext cx="282885" cy="373527"/>
          </a:xfrm>
          <a:custGeom>
            <a:avLst/>
            <a:gdLst>
              <a:gd name="T0" fmla="*/ 234728 w 455"/>
              <a:gd name="T1" fmla="*/ 0 h 601"/>
              <a:gd name="T2" fmla="*/ 234728 w 455"/>
              <a:gd name="T3" fmla="*/ 0 h 601"/>
              <a:gd name="T4" fmla="*/ 124536 w 455"/>
              <a:gd name="T5" fmla="*/ 91901 h 601"/>
              <a:gd name="T6" fmla="*/ 124536 w 455"/>
              <a:gd name="T7" fmla="*/ 91901 h 601"/>
              <a:gd name="T8" fmla="*/ 0 w 455"/>
              <a:gd name="T9" fmla="*/ 226820 h 601"/>
              <a:gd name="T10" fmla="*/ 101063 w 455"/>
              <a:gd name="T11" fmla="*/ 391069 h 601"/>
              <a:gd name="T12" fmla="*/ 101063 w 455"/>
              <a:gd name="T13" fmla="*/ 391069 h 601"/>
              <a:gd name="T14" fmla="*/ 234728 w 455"/>
              <a:gd name="T15" fmla="*/ 0 h 60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55" h="601">
                <a:moveTo>
                  <a:pt x="360" y="0"/>
                </a:moveTo>
                <a:lnTo>
                  <a:pt x="360" y="0"/>
                </a:lnTo>
                <a:cubicBezTo>
                  <a:pt x="360" y="0"/>
                  <a:pt x="286" y="3"/>
                  <a:pt x="191" y="141"/>
                </a:cubicBezTo>
                <a:cubicBezTo>
                  <a:pt x="109" y="260"/>
                  <a:pt x="0" y="348"/>
                  <a:pt x="0" y="348"/>
                </a:cubicBezTo>
                <a:lnTo>
                  <a:pt x="155" y="600"/>
                </a:lnTo>
                <a:cubicBezTo>
                  <a:pt x="155" y="600"/>
                  <a:pt x="454" y="568"/>
                  <a:pt x="360" y="0"/>
                </a:cubicBezTo>
              </a:path>
            </a:pathLst>
          </a:custGeom>
          <a:solidFill>
            <a:srgbClr val="B7554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69" name="Freeform 207">
            <a:extLst>
              <a:ext uri="{FF2B5EF4-FFF2-40B4-BE49-F238E27FC236}">
                <a16:creationId xmlns:a16="http://schemas.microsoft.com/office/drawing/2014/main" id="{66E81DFB-BE8F-0541-A29C-2DA5AB9B9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3249" y="5889889"/>
            <a:ext cx="266406" cy="79649"/>
          </a:xfrm>
          <a:custGeom>
            <a:avLst/>
            <a:gdLst>
              <a:gd name="T0" fmla="*/ 278735 w 428"/>
              <a:gd name="T1" fmla="*/ 82870 h 127"/>
              <a:gd name="T2" fmla="*/ 0 w 428"/>
              <a:gd name="T3" fmla="*/ 82870 h 127"/>
              <a:gd name="T4" fmla="*/ 0 w 428"/>
              <a:gd name="T5" fmla="*/ 82870 h 127"/>
              <a:gd name="T6" fmla="*/ 19583 w 428"/>
              <a:gd name="T7" fmla="*/ 55247 h 127"/>
              <a:gd name="T8" fmla="*/ 179513 w 428"/>
              <a:gd name="T9" fmla="*/ 0 h 127"/>
              <a:gd name="T10" fmla="*/ 278735 w 428"/>
              <a:gd name="T11" fmla="*/ 0 h 127"/>
              <a:gd name="T12" fmla="*/ 278735 w 428"/>
              <a:gd name="T13" fmla="*/ 82870 h 12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28" h="127">
                <a:moveTo>
                  <a:pt x="427" y="126"/>
                </a:moveTo>
                <a:lnTo>
                  <a:pt x="0" y="126"/>
                </a:lnTo>
                <a:cubicBezTo>
                  <a:pt x="0" y="107"/>
                  <a:pt x="12" y="90"/>
                  <a:pt x="30" y="84"/>
                </a:cubicBezTo>
                <a:lnTo>
                  <a:pt x="275" y="0"/>
                </a:lnTo>
                <a:lnTo>
                  <a:pt x="427" y="0"/>
                </a:lnTo>
                <a:lnTo>
                  <a:pt x="427" y="126"/>
                </a:lnTo>
              </a:path>
            </a:pathLst>
          </a:custGeom>
          <a:solidFill>
            <a:srgbClr val="F4716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70" name="Freeform 210">
            <a:extLst>
              <a:ext uri="{FF2B5EF4-FFF2-40B4-BE49-F238E27FC236}">
                <a16:creationId xmlns:a16="http://schemas.microsoft.com/office/drawing/2014/main" id="{4DFAB6DD-6FE2-DA4C-8B2C-3BA3F3BE5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458" y="4511134"/>
            <a:ext cx="109859" cy="1310091"/>
          </a:xfrm>
          <a:custGeom>
            <a:avLst/>
            <a:gdLst>
              <a:gd name="T0" fmla="*/ 104738 w 176"/>
              <a:gd name="T1" fmla="*/ 1373249 h 2102"/>
              <a:gd name="T2" fmla="*/ 104738 w 176"/>
              <a:gd name="T3" fmla="*/ 1373249 h 2102"/>
              <a:gd name="T4" fmla="*/ 1309 w 176"/>
              <a:gd name="T5" fmla="*/ 614400 h 2102"/>
              <a:gd name="T6" fmla="*/ 1309 w 176"/>
              <a:gd name="T7" fmla="*/ 614400 h 2102"/>
              <a:gd name="T8" fmla="*/ 109975 w 176"/>
              <a:gd name="T9" fmla="*/ 0 h 2102"/>
              <a:gd name="T10" fmla="*/ 114557 w 176"/>
              <a:gd name="T11" fmla="*/ 1307 h 2102"/>
              <a:gd name="T12" fmla="*/ 114557 w 176"/>
              <a:gd name="T13" fmla="*/ 1307 h 2102"/>
              <a:gd name="T14" fmla="*/ 6546 w 176"/>
              <a:gd name="T15" fmla="*/ 614400 h 2102"/>
              <a:gd name="T16" fmla="*/ 6546 w 176"/>
              <a:gd name="T17" fmla="*/ 614400 h 2102"/>
              <a:gd name="T18" fmla="*/ 109320 w 176"/>
              <a:gd name="T19" fmla="*/ 1372596 h 2102"/>
              <a:gd name="T20" fmla="*/ 104738 w 176"/>
              <a:gd name="T21" fmla="*/ 1373249 h 210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176" h="2102">
                <a:moveTo>
                  <a:pt x="160" y="2101"/>
                </a:moveTo>
                <a:lnTo>
                  <a:pt x="160" y="2101"/>
                </a:lnTo>
                <a:cubicBezTo>
                  <a:pt x="158" y="2092"/>
                  <a:pt x="0" y="1128"/>
                  <a:pt x="2" y="940"/>
                </a:cubicBezTo>
                <a:cubicBezTo>
                  <a:pt x="6" y="752"/>
                  <a:pt x="166" y="7"/>
                  <a:pt x="168" y="0"/>
                </a:cubicBezTo>
                <a:lnTo>
                  <a:pt x="175" y="2"/>
                </a:lnTo>
                <a:cubicBezTo>
                  <a:pt x="174" y="9"/>
                  <a:pt x="13" y="754"/>
                  <a:pt x="10" y="940"/>
                </a:cubicBezTo>
                <a:cubicBezTo>
                  <a:pt x="7" y="1127"/>
                  <a:pt x="166" y="2090"/>
                  <a:pt x="167" y="2100"/>
                </a:cubicBezTo>
                <a:lnTo>
                  <a:pt x="160" y="2101"/>
                </a:lnTo>
              </a:path>
            </a:pathLst>
          </a:custGeom>
          <a:solidFill>
            <a:srgbClr val="39596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71" name="Freeform 86">
            <a:extLst>
              <a:ext uri="{FF2B5EF4-FFF2-40B4-BE49-F238E27FC236}">
                <a16:creationId xmlns:a16="http://schemas.microsoft.com/office/drawing/2014/main" id="{A5F1A24E-F936-6448-9EB0-2A2A78444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0459" y="3945351"/>
            <a:ext cx="670898" cy="617097"/>
          </a:xfrm>
          <a:custGeom>
            <a:avLst/>
            <a:gdLst>
              <a:gd name="connsiteX0" fmla="*/ 220229 w 1341795"/>
              <a:gd name="connsiteY0" fmla="*/ 0 h 1234194"/>
              <a:gd name="connsiteX1" fmla="*/ 609727 w 1341795"/>
              <a:gd name="connsiteY1" fmla="*/ 0 h 1234194"/>
              <a:gd name="connsiteX2" fmla="*/ 894785 w 1341795"/>
              <a:gd name="connsiteY2" fmla="*/ 49557 h 1234194"/>
              <a:gd name="connsiteX3" fmla="*/ 894803 w 1341795"/>
              <a:gd name="connsiteY3" fmla="*/ 49434 h 1234194"/>
              <a:gd name="connsiteX4" fmla="*/ 1341795 w 1341795"/>
              <a:gd name="connsiteY4" fmla="*/ 461234 h 1234194"/>
              <a:gd name="connsiteX5" fmla="*/ 1105883 w 1341795"/>
              <a:gd name="connsiteY5" fmla="*/ 696370 h 1234194"/>
              <a:gd name="connsiteX6" fmla="*/ 839856 w 1341795"/>
              <a:gd name="connsiteY6" fmla="*/ 439688 h 1234194"/>
              <a:gd name="connsiteX7" fmla="*/ 779509 w 1341795"/>
              <a:gd name="connsiteY7" fmla="*/ 852331 h 1234194"/>
              <a:gd name="connsiteX8" fmla="*/ 896858 w 1341795"/>
              <a:gd name="connsiteY8" fmla="*/ 1069469 h 1234194"/>
              <a:gd name="connsiteX9" fmla="*/ 699612 w 1341795"/>
              <a:gd name="connsiteY9" fmla="*/ 1166807 h 1234194"/>
              <a:gd name="connsiteX10" fmla="*/ 125351 w 1341795"/>
              <a:gd name="connsiteY10" fmla="*/ 1166807 h 1234194"/>
              <a:gd name="connsiteX11" fmla="*/ 167797 w 1341795"/>
              <a:gd name="connsiteY11" fmla="*/ 804910 h 1234194"/>
              <a:gd name="connsiteX12" fmla="*/ 12996 w 1341795"/>
              <a:gd name="connsiteY12" fmla="*/ 735026 h 1234194"/>
              <a:gd name="connsiteX13" fmla="*/ 220229 w 1341795"/>
              <a:gd name="connsiteY13" fmla="*/ 0 h 12341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341795" h="1234194">
                <a:moveTo>
                  <a:pt x="220229" y="0"/>
                </a:moveTo>
                <a:lnTo>
                  <a:pt x="609727" y="0"/>
                </a:lnTo>
                <a:lnTo>
                  <a:pt x="894785" y="49557"/>
                </a:lnTo>
                <a:lnTo>
                  <a:pt x="894803" y="49434"/>
                </a:lnTo>
                <a:cubicBezTo>
                  <a:pt x="894803" y="49434"/>
                  <a:pt x="1099674" y="80537"/>
                  <a:pt x="1341795" y="461234"/>
                </a:cubicBezTo>
                <a:lnTo>
                  <a:pt x="1105883" y="696370"/>
                </a:lnTo>
                <a:lnTo>
                  <a:pt x="839856" y="439688"/>
                </a:lnTo>
                <a:lnTo>
                  <a:pt x="779509" y="852331"/>
                </a:lnTo>
                <a:lnTo>
                  <a:pt x="896858" y="1069469"/>
                </a:lnTo>
                <a:lnTo>
                  <a:pt x="699612" y="1166807"/>
                </a:lnTo>
                <a:cubicBezTo>
                  <a:pt x="518595" y="1256657"/>
                  <a:pt x="306368" y="1256657"/>
                  <a:pt x="125351" y="1166807"/>
                </a:cubicBezTo>
                <a:lnTo>
                  <a:pt x="167797" y="804910"/>
                </a:lnTo>
                <a:cubicBezTo>
                  <a:pt x="167797" y="804910"/>
                  <a:pt x="57938" y="801166"/>
                  <a:pt x="12996" y="735026"/>
                </a:cubicBezTo>
                <a:cubicBezTo>
                  <a:pt x="-63156" y="622713"/>
                  <a:pt x="220229" y="0"/>
                  <a:pt x="220229" y="0"/>
                </a:cubicBezTo>
                <a:close/>
              </a:path>
            </a:pathLst>
          </a:custGeom>
          <a:solidFill>
            <a:srgbClr val="F4716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72" name="Freeform 212">
            <a:extLst>
              <a:ext uri="{FF2B5EF4-FFF2-40B4-BE49-F238E27FC236}">
                <a16:creationId xmlns:a16="http://schemas.microsoft.com/office/drawing/2014/main" id="{A661B552-E0C5-274A-8ED6-95E2320AED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6134" y="3942602"/>
            <a:ext cx="145564" cy="406486"/>
          </a:xfrm>
          <a:custGeom>
            <a:avLst/>
            <a:gdLst>
              <a:gd name="T0" fmla="*/ 122126 w 235"/>
              <a:gd name="T1" fmla="*/ 425633 h 654"/>
              <a:gd name="T2" fmla="*/ 121476 w 235"/>
              <a:gd name="T3" fmla="*/ 425633 h 654"/>
              <a:gd name="T4" fmla="*/ 121476 w 235"/>
              <a:gd name="T5" fmla="*/ 425633 h 654"/>
              <a:gd name="T6" fmla="*/ 39626 w 235"/>
              <a:gd name="T7" fmla="*/ 387828 h 654"/>
              <a:gd name="T8" fmla="*/ 39626 w 235"/>
              <a:gd name="T9" fmla="*/ 387828 h 654"/>
              <a:gd name="T10" fmla="*/ 146811 w 235"/>
              <a:gd name="T11" fmla="*/ 1304 h 654"/>
              <a:gd name="T12" fmla="*/ 146811 w 235"/>
              <a:gd name="T13" fmla="*/ 1304 h 654"/>
              <a:gd name="T14" fmla="*/ 150059 w 235"/>
              <a:gd name="T15" fmla="*/ 0 h 654"/>
              <a:gd name="T16" fmla="*/ 150059 w 235"/>
              <a:gd name="T17" fmla="*/ 0 h 654"/>
              <a:gd name="T18" fmla="*/ 151358 w 235"/>
              <a:gd name="T19" fmla="*/ 3259 h 654"/>
              <a:gd name="T20" fmla="*/ 151358 w 235"/>
              <a:gd name="T21" fmla="*/ 3259 h 654"/>
              <a:gd name="T22" fmla="*/ 43523 w 235"/>
              <a:gd name="T23" fmla="*/ 385221 h 654"/>
              <a:gd name="T24" fmla="*/ 43523 w 235"/>
              <a:gd name="T25" fmla="*/ 385221 h 654"/>
              <a:gd name="T26" fmla="*/ 122126 w 235"/>
              <a:gd name="T27" fmla="*/ 421071 h 654"/>
              <a:gd name="T28" fmla="*/ 122126 w 235"/>
              <a:gd name="T29" fmla="*/ 421071 h 654"/>
              <a:gd name="T30" fmla="*/ 124074 w 235"/>
              <a:gd name="T31" fmla="*/ 423026 h 654"/>
              <a:gd name="T32" fmla="*/ 124074 w 235"/>
              <a:gd name="T33" fmla="*/ 423026 h 654"/>
              <a:gd name="T34" fmla="*/ 122126 w 235"/>
              <a:gd name="T35" fmla="*/ 425633 h 654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235" h="654">
                <a:moveTo>
                  <a:pt x="188" y="653"/>
                </a:moveTo>
                <a:lnTo>
                  <a:pt x="187" y="653"/>
                </a:lnTo>
                <a:cubicBezTo>
                  <a:pt x="184" y="652"/>
                  <a:pt x="98" y="649"/>
                  <a:pt x="61" y="595"/>
                </a:cubicBezTo>
                <a:cubicBezTo>
                  <a:pt x="0" y="504"/>
                  <a:pt x="217" y="22"/>
                  <a:pt x="226" y="2"/>
                </a:cubicBezTo>
                <a:cubicBezTo>
                  <a:pt x="227" y="0"/>
                  <a:pt x="230" y="0"/>
                  <a:pt x="231" y="0"/>
                </a:cubicBezTo>
                <a:cubicBezTo>
                  <a:pt x="233" y="1"/>
                  <a:pt x="234" y="4"/>
                  <a:pt x="233" y="5"/>
                </a:cubicBezTo>
                <a:cubicBezTo>
                  <a:pt x="231" y="10"/>
                  <a:pt x="8" y="503"/>
                  <a:pt x="67" y="591"/>
                </a:cubicBezTo>
                <a:cubicBezTo>
                  <a:pt x="101" y="642"/>
                  <a:pt x="187" y="646"/>
                  <a:pt x="188" y="646"/>
                </a:cubicBezTo>
                <a:cubicBezTo>
                  <a:pt x="190" y="646"/>
                  <a:pt x="192" y="647"/>
                  <a:pt x="191" y="649"/>
                </a:cubicBezTo>
                <a:cubicBezTo>
                  <a:pt x="191" y="651"/>
                  <a:pt x="190" y="653"/>
                  <a:pt x="188" y="653"/>
                </a:cubicBezTo>
              </a:path>
            </a:pathLst>
          </a:custGeom>
          <a:solidFill>
            <a:srgbClr val="182E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73" name="Freeform 213">
            <a:extLst>
              <a:ext uri="{FF2B5EF4-FFF2-40B4-BE49-F238E27FC236}">
                <a16:creationId xmlns:a16="http://schemas.microsoft.com/office/drawing/2014/main" id="{DA4191EF-BA65-EF41-ADBD-6203E7B84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3177" y="3945351"/>
            <a:ext cx="700350" cy="606981"/>
          </a:xfrm>
          <a:custGeom>
            <a:avLst/>
            <a:gdLst>
              <a:gd name="T0" fmla="*/ 204058 w 1123"/>
              <a:gd name="T1" fmla="*/ 525558 h 975"/>
              <a:gd name="T2" fmla="*/ 185745 w 1123"/>
              <a:gd name="T3" fmla="*/ 434810 h 975"/>
              <a:gd name="T4" fmla="*/ 149773 w 1123"/>
              <a:gd name="T5" fmla="*/ 355813 h 975"/>
              <a:gd name="T6" fmla="*/ 347945 w 1123"/>
              <a:gd name="T7" fmla="*/ 409348 h 975"/>
              <a:gd name="T8" fmla="*/ 352523 w 1123"/>
              <a:gd name="T9" fmla="*/ 409348 h 975"/>
              <a:gd name="T10" fmla="*/ 370182 w 1123"/>
              <a:gd name="T11" fmla="*/ 438074 h 975"/>
              <a:gd name="T12" fmla="*/ 206674 w 1123"/>
              <a:gd name="T13" fmla="*/ 235032 h 975"/>
              <a:gd name="T14" fmla="*/ 347945 w 1123"/>
              <a:gd name="T15" fmla="*/ 242867 h 975"/>
              <a:gd name="T16" fmla="*/ 381301 w 1123"/>
              <a:gd name="T17" fmla="*/ 240908 h 975"/>
              <a:gd name="T18" fmla="*/ 185745 w 1123"/>
              <a:gd name="T19" fmla="*/ 365606 h 975"/>
              <a:gd name="T20" fmla="*/ 149119 w 1123"/>
              <a:gd name="T21" fmla="*/ 349937 h 975"/>
              <a:gd name="T22" fmla="*/ 262267 w 1123"/>
              <a:gd name="T23" fmla="*/ 120781 h 975"/>
              <a:gd name="T24" fmla="*/ 447358 w 1123"/>
              <a:gd name="T25" fmla="*/ 108376 h 975"/>
              <a:gd name="T26" fmla="*/ 389803 w 1123"/>
              <a:gd name="T27" fmla="*/ 231115 h 975"/>
              <a:gd name="T28" fmla="*/ 223025 w 1123"/>
              <a:gd name="T29" fmla="*/ 214141 h 975"/>
              <a:gd name="T30" fmla="*/ 389803 w 1123"/>
              <a:gd name="T31" fmla="*/ 553632 h 975"/>
              <a:gd name="T32" fmla="*/ 373452 w 1123"/>
              <a:gd name="T33" fmla="*/ 434157 h 975"/>
              <a:gd name="T34" fmla="*/ 358410 w 1123"/>
              <a:gd name="T35" fmla="*/ 409348 h 975"/>
              <a:gd name="T36" fmla="*/ 488562 w 1123"/>
              <a:gd name="T37" fmla="*/ 373440 h 975"/>
              <a:gd name="T38" fmla="*/ 388495 w 1123"/>
              <a:gd name="T39" fmla="*/ 240255 h 975"/>
              <a:gd name="T40" fmla="*/ 506875 w 1123"/>
              <a:gd name="T41" fmla="*/ 202389 h 975"/>
              <a:gd name="T42" fmla="*/ 728592 w 1123"/>
              <a:gd name="T43" fmla="*/ 176274 h 975"/>
              <a:gd name="T44" fmla="*/ 504259 w 1123"/>
              <a:gd name="T45" fmla="*/ 198472 h 975"/>
              <a:gd name="T46" fmla="*/ 393727 w 1123"/>
              <a:gd name="T47" fmla="*/ 235032 h 975"/>
              <a:gd name="T48" fmla="*/ 452590 w 1123"/>
              <a:gd name="T49" fmla="*/ 106417 h 975"/>
              <a:gd name="T50" fmla="*/ 621330 w 1123"/>
              <a:gd name="T51" fmla="*/ 67245 h 975"/>
              <a:gd name="T52" fmla="*/ 613482 w 1123"/>
              <a:gd name="T53" fmla="*/ 62022 h 975"/>
              <a:gd name="T54" fmla="*/ 453898 w 1123"/>
              <a:gd name="T55" fmla="*/ 100542 h 975"/>
              <a:gd name="T56" fmla="*/ 456514 w 1123"/>
              <a:gd name="T57" fmla="*/ 11752 h 975"/>
              <a:gd name="T58" fmla="*/ 448666 w 1123"/>
              <a:gd name="T59" fmla="*/ 102500 h 975"/>
              <a:gd name="T60" fmla="*/ 274693 w 1123"/>
              <a:gd name="T61" fmla="*/ 0 h 975"/>
              <a:gd name="T62" fmla="*/ 258997 w 1123"/>
              <a:gd name="T63" fmla="*/ 114905 h 975"/>
              <a:gd name="T64" fmla="*/ 186399 w 1123"/>
              <a:gd name="T65" fmla="*/ 79650 h 975"/>
              <a:gd name="T66" fmla="*/ 85024 w 1123"/>
              <a:gd name="T67" fmla="*/ 77691 h 975"/>
              <a:gd name="T68" fmla="*/ 183783 w 1123"/>
              <a:gd name="T69" fmla="*/ 83567 h 975"/>
              <a:gd name="T70" fmla="*/ 217793 w 1123"/>
              <a:gd name="T71" fmla="*/ 212835 h 975"/>
              <a:gd name="T72" fmla="*/ 185745 w 1123"/>
              <a:gd name="T73" fmla="*/ 198472 h 975"/>
              <a:gd name="T74" fmla="*/ 0 w 1123"/>
              <a:gd name="T75" fmla="*/ 180844 h 975"/>
              <a:gd name="T76" fmla="*/ 183783 w 1123"/>
              <a:gd name="T77" fmla="*/ 202389 h 975"/>
              <a:gd name="T78" fmla="*/ 202750 w 1123"/>
              <a:gd name="T79" fmla="*/ 231115 h 975"/>
              <a:gd name="T80" fmla="*/ 144541 w 1123"/>
              <a:gd name="T81" fmla="*/ 348631 h 975"/>
              <a:gd name="T82" fmla="*/ 21583 w 1123"/>
              <a:gd name="T83" fmla="*/ 344061 h 975"/>
              <a:gd name="T84" fmla="*/ 181821 w 1123"/>
              <a:gd name="T85" fmla="*/ 436768 h 975"/>
              <a:gd name="T86" fmla="*/ 199480 w 1123"/>
              <a:gd name="T87" fmla="*/ 523600 h 975"/>
              <a:gd name="T88" fmla="*/ 185745 w 1123"/>
              <a:gd name="T89" fmla="*/ 517071 h 975"/>
              <a:gd name="T90" fmla="*/ 147811 w 1123"/>
              <a:gd name="T91" fmla="*/ 505972 h 975"/>
              <a:gd name="T92" fmla="*/ 199480 w 1123"/>
              <a:gd name="T93" fmla="*/ 528823 h 975"/>
              <a:gd name="T94" fmla="*/ 182475 w 1123"/>
              <a:gd name="T95" fmla="*/ 630017 h 975"/>
              <a:gd name="T96" fmla="*/ 194248 w 1123"/>
              <a:gd name="T97" fmla="*/ 603250 h 975"/>
              <a:gd name="T98" fmla="*/ 204058 w 1123"/>
              <a:gd name="T99" fmla="*/ 530781 h 975"/>
              <a:gd name="T100" fmla="*/ 383917 w 1123"/>
              <a:gd name="T101" fmla="*/ 559508 h 975"/>
              <a:gd name="T102" fmla="*/ 368874 w 1123"/>
              <a:gd name="T103" fmla="*/ 635893 h 975"/>
              <a:gd name="T104" fmla="*/ 381301 w 1123"/>
              <a:gd name="T105" fmla="*/ 603250 h 975"/>
              <a:gd name="T106" fmla="*/ 388495 w 1123"/>
              <a:gd name="T107" fmla="*/ 558855 h 975"/>
              <a:gd name="T108" fmla="*/ 516031 w 1123"/>
              <a:gd name="T109" fmla="*/ 516418 h 975"/>
              <a:gd name="T110" fmla="*/ 504259 w 1123"/>
              <a:gd name="T111" fmla="*/ 517071 h 975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0" t="0" r="r" b="b"/>
            <a:pathLst>
              <a:path w="1123" h="975">
                <a:moveTo>
                  <a:pt x="588" y="850"/>
                </a:moveTo>
                <a:lnTo>
                  <a:pt x="588" y="850"/>
                </a:lnTo>
                <a:cubicBezTo>
                  <a:pt x="497" y="859"/>
                  <a:pt x="402" y="845"/>
                  <a:pt x="312" y="805"/>
                </a:cubicBezTo>
                <a:cubicBezTo>
                  <a:pt x="315" y="746"/>
                  <a:pt x="306" y="699"/>
                  <a:pt x="285" y="667"/>
                </a:cubicBezTo>
                <a:lnTo>
                  <a:pt x="284" y="666"/>
                </a:lnTo>
                <a:cubicBezTo>
                  <a:pt x="259" y="624"/>
                  <a:pt x="235" y="586"/>
                  <a:pt x="229" y="545"/>
                </a:cubicBezTo>
                <a:cubicBezTo>
                  <a:pt x="246" y="550"/>
                  <a:pt x="264" y="557"/>
                  <a:pt x="281" y="566"/>
                </a:cubicBezTo>
                <a:cubicBezTo>
                  <a:pt x="362" y="608"/>
                  <a:pt x="448" y="627"/>
                  <a:pt x="532" y="627"/>
                </a:cubicBezTo>
                <a:cubicBezTo>
                  <a:pt x="535" y="627"/>
                  <a:pt x="537" y="627"/>
                  <a:pt x="539" y="627"/>
                </a:cubicBezTo>
                <a:cubicBezTo>
                  <a:pt x="547" y="642"/>
                  <a:pt x="556" y="655"/>
                  <a:pt x="565" y="669"/>
                </a:cubicBezTo>
                <a:lnTo>
                  <a:pt x="566" y="671"/>
                </a:lnTo>
                <a:cubicBezTo>
                  <a:pt x="593" y="714"/>
                  <a:pt x="596" y="782"/>
                  <a:pt x="588" y="850"/>
                </a:cubicBezTo>
                <a:close/>
                <a:moveTo>
                  <a:pt x="316" y="360"/>
                </a:moveTo>
                <a:lnTo>
                  <a:pt x="316" y="360"/>
                </a:lnTo>
                <a:cubicBezTo>
                  <a:pt x="323" y="352"/>
                  <a:pt x="330" y="343"/>
                  <a:pt x="336" y="335"/>
                </a:cubicBezTo>
                <a:cubicBezTo>
                  <a:pt x="400" y="359"/>
                  <a:pt x="467" y="372"/>
                  <a:pt x="532" y="372"/>
                </a:cubicBezTo>
                <a:cubicBezTo>
                  <a:pt x="549" y="372"/>
                  <a:pt x="566" y="371"/>
                  <a:pt x="583" y="369"/>
                </a:cubicBezTo>
                <a:cubicBezTo>
                  <a:pt x="484" y="480"/>
                  <a:pt x="497" y="551"/>
                  <a:pt x="535" y="620"/>
                </a:cubicBezTo>
                <a:cubicBezTo>
                  <a:pt x="451" y="621"/>
                  <a:pt x="366" y="601"/>
                  <a:pt x="284" y="560"/>
                </a:cubicBezTo>
                <a:cubicBezTo>
                  <a:pt x="265" y="550"/>
                  <a:pt x="246" y="543"/>
                  <a:pt x="228" y="536"/>
                </a:cubicBezTo>
                <a:cubicBezTo>
                  <a:pt x="225" y="488"/>
                  <a:pt x="246" y="433"/>
                  <a:pt x="316" y="360"/>
                </a:cubicBezTo>
                <a:close/>
                <a:moveTo>
                  <a:pt x="401" y="185"/>
                </a:moveTo>
                <a:lnTo>
                  <a:pt x="401" y="185"/>
                </a:lnTo>
                <a:cubicBezTo>
                  <a:pt x="435" y="194"/>
                  <a:pt x="470" y="198"/>
                  <a:pt x="503" y="198"/>
                </a:cubicBezTo>
                <a:cubicBezTo>
                  <a:pt x="569" y="198"/>
                  <a:pt x="631" y="184"/>
                  <a:pt x="684" y="166"/>
                </a:cubicBezTo>
                <a:cubicBezTo>
                  <a:pt x="671" y="232"/>
                  <a:pt x="645" y="303"/>
                  <a:pt x="596" y="354"/>
                </a:cubicBezTo>
                <a:cubicBezTo>
                  <a:pt x="594" y="357"/>
                  <a:pt x="592" y="358"/>
                  <a:pt x="590" y="361"/>
                </a:cubicBezTo>
                <a:cubicBezTo>
                  <a:pt x="508" y="371"/>
                  <a:pt x="422" y="360"/>
                  <a:pt x="341" y="328"/>
                </a:cubicBezTo>
                <a:cubicBezTo>
                  <a:pt x="371" y="286"/>
                  <a:pt x="389" y="235"/>
                  <a:pt x="401" y="185"/>
                </a:cubicBezTo>
                <a:close/>
                <a:moveTo>
                  <a:pt x="596" y="848"/>
                </a:moveTo>
                <a:lnTo>
                  <a:pt x="596" y="848"/>
                </a:lnTo>
                <a:cubicBezTo>
                  <a:pt x="605" y="768"/>
                  <a:pt x="597" y="707"/>
                  <a:pt x="572" y="667"/>
                </a:cubicBezTo>
                <a:lnTo>
                  <a:pt x="571" y="665"/>
                </a:lnTo>
                <a:cubicBezTo>
                  <a:pt x="563" y="653"/>
                  <a:pt x="555" y="640"/>
                  <a:pt x="548" y="627"/>
                </a:cubicBezTo>
                <a:cubicBezTo>
                  <a:pt x="616" y="626"/>
                  <a:pt x="683" y="610"/>
                  <a:pt x="746" y="580"/>
                </a:cubicBezTo>
                <a:lnTo>
                  <a:pt x="747" y="572"/>
                </a:lnTo>
                <a:cubicBezTo>
                  <a:pt x="683" y="603"/>
                  <a:pt x="614" y="619"/>
                  <a:pt x="544" y="620"/>
                </a:cubicBezTo>
                <a:cubicBezTo>
                  <a:pt x="504" y="549"/>
                  <a:pt x="490" y="481"/>
                  <a:pt x="594" y="368"/>
                </a:cubicBezTo>
                <a:cubicBezTo>
                  <a:pt x="656" y="360"/>
                  <a:pt x="717" y="341"/>
                  <a:pt x="775" y="310"/>
                </a:cubicBezTo>
                <a:cubicBezTo>
                  <a:pt x="898" y="243"/>
                  <a:pt x="1033" y="256"/>
                  <a:pt x="1122" y="281"/>
                </a:cubicBezTo>
                <a:cubicBezTo>
                  <a:pt x="1119" y="277"/>
                  <a:pt x="1117" y="274"/>
                  <a:pt x="1114" y="270"/>
                </a:cubicBezTo>
                <a:cubicBezTo>
                  <a:pt x="1017" y="245"/>
                  <a:pt x="886" y="241"/>
                  <a:pt x="771" y="304"/>
                </a:cubicBezTo>
                <a:cubicBezTo>
                  <a:pt x="717" y="333"/>
                  <a:pt x="661" y="351"/>
                  <a:pt x="601" y="360"/>
                </a:cubicBezTo>
                <a:cubicBezTo>
                  <a:pt x="602" y="360"/>
                  <a:pt x="602" y="360"/>
                  <a:pt x="602" y="360"/>
                </a:cubicBezTo>
                <a:cubicBezTo>
                  <a:pt x="652" y="306"/>
                  <a:pt x="679" y="231"/>
                  <a:pt x="692" y="163"/>
                </a:cubicBezTo>
                <a:cubicBezTo>
                  <a:pt x="724" y="152"/>
                  <a:pt x="751" y="139"/>
                  <a:pt x="775" y="128"/>
                </a:cubicBezTo>
                <a:cubicBezTo>
                  <a:pt x="816" y="108"/>
                  <a:pt x="886" y="98"/>
                  <a:pt x="950" y="103"/>
                </a:cubicBezTo>
                <a:cubicBezTo>
                  <a:pt x="945" y="101"/>
                  <a:pt x="941" y="98"/>
                  <a:pt x="938" y="95"/>
                </a:cubicBezTo>
                <a:cubicBezTo>
                  <a:pt x="876" y="91"/>
                  <a:pt x="812" y="102"/>
                  <a:pt x="771" y="121"/>
                </a:cubicBezTo>
                <a:cubicBezTo>
                  <a:pt x="749" y="132"/>
                  <a:pt x="723" y="144"/>
                  <a:pt x="694" y="154"/>
                </a:cubicBezTo>
                <a:cubicBezTo>
                  <a:pt x="704" y="102"/>
                  <a:pt x="706" y="52"/>
                  <a:pt x="706" y="20"/>
                </a:cubicBezTo>
                <a:lnTo>
                  <a:pt x="698" y="18"/>
                </a:lnTo>
                <a:cubicBezTo>
                  <a:pt x="698" y="52"/>
                  <a:pt x="697" y="102"/>
                  <a:pt x="686" y="157"/>
                </a:cubicBezTo>
                <a:cubicBezTo>
                  <a:pt x="605" y="185"/>
                  <a:pt x="503" y="204"/>
                  <a:pt x="403" y="178"/>
                </a:cubicBezTo>
                <a:cubicBezTo>
                  <a:pt x="420" y="103"/>
                  <a:pt x="420" y="34"/>
                  <a:pt x="420" y="0"/>
                </a:cubicBezTo>
                <a:lnTo>
                  <a:pt x="412" y="0"/>
                </a:lnTo>
                <a:cubicBezTo>
                  <a:pt x="413" y="33"/>
                  <a:pt x="412" y="103"/>
                  <a:pt x="396" y="176"/>
                </a:cubicBezTo>
                <a:cubicBezTo>
                  <a:pt x="358" y="165"/>
                  <a:pt x="320" y="148"/>
                  <a:pt x="285" y="122"/>
                </a:cubicBezTo>
                <a:cubicBezTo>
                  <a:pt x="237" y="87"/>
                  <a:pt x="180" y="94"/>
                  <a:pt x="138" y="108"/>
                </a:cubicBezTo>
                <a:cubicBezTo>
                  <a:pt x="135" y="111"/>
                  <a:pt x="132" y="115"/>
                  <a:pt x="130" y="119"/>
                </a:cubicBezTo>
                <a:cubicBezTo>
                  <a:pt x="171" y="103"/>
                  <a:pt x="231" y="91"/>
                  <a:pt x="281" y="128"/>
                </a:cubicBezTo>
                <a:cubicBezTo>
                  <a:pt x="317" y="154"/>
                  <a:pt x="355" y="172"/>
                  <a:pt x="394" y="184"/>
                </a:cubicBezTo>
                <a:cubicBezTo>
                  <a:pt x="383" y="232"/>
                  <a:pt x="364" y="283"/>
                  <a:pt x="333" y="326"/>
                </a:cubicBezTo>
                <a:cubicBezTo>
                  <a:pt x="317" y="319"/>
                  <a:pt x="300" y="312"/>
                  <a:pt x="284" y="304"/>
                </a:cubicBezTo>
                <a:cubicBezTo>
                  <a:pt x="176" y="249"/>
                  <a:pt x="75" y="254"/>
                  <a:pt x="9" y="267"/>
                </a:cubicBezTo>
                <a:cubicBezTo>
                  <a:pt x="6" y="270"/>
                  <a:pt x="3" y="274"/>
                  <a:pt x="0" y="277"/>
                </a:cubicBezTo>
                <a:cubicBezTo>
                  <a:pt x="64" y="262"/>
                  <a:pt x="168" y="253"/>
                  <a:pt x="281" y="310"/>
                </a:cubicBezTo>
                <a:cubicBezTo>
                  <a:pt x="296" y="318"/>
                  <a:pt x="313" y="326"/>
                  <a:pt x="329" y="332"/>
                </a:cubicBezTo>
                <a:cubicBezTo>
                  <a:pt x="323" y="340"/>
                  <a:pt x="317" y="347"/>
                  <a:pt x="310" y="354"/>
                </a:cubicBezTo>
                <a:cubicBezTo>
                  <a:pt x="240" y="428"/>
                  <a:pt x="218" y="484"/>
                  <a:pt x="221" y="534"/>
                </a:cubicBezTo>
                <a:cubicBezTo>
                  <a:pt x="147" y="510"/>
                  <a:pt x="79" y="512"/>
                  <a:pt x="29" y="520"/>
                </a:cubicBezTo>
                <a:lnTo>
                  <a:pt x="33" y="527"/>
                </a:lnTo>
                <a:cubicBezTo>
                  <a:pt x="83" y="519"/>
                  <a:pt x="149" y="518"/>
                  <a:pt x="222" y="542"/>
                </a:cubicBezTo>
                <a:cubicBezTo>
                  <a:pt x="227" y="587"/>
                  <a:pt x="251" y="627"/>
                  <a:pt x="278" y="669"/>
                </a:cubicBezTo>
                <a:lnTo>
                  <a:pt x="279" y="671"/>
                </a:lnTo>
                <a:cubicBezTo>
                  <a:pt x="300" y="704"/>
                  <a:pt x="307" y="751"/>
                  <a:pt x="305" y="802"/>
                </a:cubicBezTo>
                <a:cubicBezTo>
                  <a:pt x="298" y="799"/>
                  <a:pt x="291" y="795"/>
                  <a:pt x="284" y="792"/>
                </a:cubicBezTo>
                <a:cubicBezTo>
                  <a:pt x="265" y="782"/>
                  <a:pt x="245" y="774"/>
                  <a:pt x="226" y="768"/>
                </a:cubicBezTo>
                <a:lnTo>
                  <a:pt x="226" y="775"/>
                </a:lnTo>
                <a:cubicBezTo>
                  <a:pt x="243" y="781"/>
                  <a:pt x="262" y="789"/>
                  <a:pt x="281" y="798"/>
                </a:cubicBezTo>
                <a:cubicBezTo>
                  <a:pt x="289" y="803"/>
                  <a:pt x="297" y="806"/>
                  <a:pt x="305" y="810"/>
                </a:cubicBezTo>
                <a:cubicBezTo>
                  <a:pt x="302" y="862"/>
                  <a:pt x="292" y="918"/>
                  <a:pt x="279" y="965"/>
                </a:cubicBezTo>
                <a:cubicBezTo>
                  <a:pt x="282" y="966"/>
                  <a:pt x="284" y="966"/>
                  <a:pt x="287" y="967"/>
                </a:cubicBezTo>
                <a:cubicBezTo>
                  <a:pt x="290" y="953"/>
                  <a:pt x="294" y="938"/>
                  <a:pt x="297" y="924"/>
                </a:cubicBezTo>
                <a:cubicBezTo>
                  <a:pt x="305" y="883"/>
                  <a:pt x="311" y="846"/>
                  <a:pt x="312" y="813"/>
                </a:cubicBezTo>
                <a:cubicBezTo>
                  <a:pt x="384" y="844"/>
                  <a:pt x="459" y="860"/>
                  <a:pt x="532" y="860"/>
                </a:cubicBezTo>
                <a:cubicBezTo>
                  <a:pt x="550" y="860"/>
                  <a:pt x="569" y="859"/>
                  <a:pt x="587" y="857"/>
                </a:cubicBezTo>
                <a:cubicBezTo>
                  <a:pt x="582" y="898"/>
                  <a:pt x="573" y="938"/>
                  <a:pt x="564" y="974"/>
                </a:cubicBezTo>
                <a:cubicBezTo>
                  <a:pt x="566" y="972"/>
                  <a:pt x="569" y="972"/>
                  <a:pt x="572" y="971"/>
                </a:cubicBezTo>
                <a:cubicBezTo>
                  <a:pt x="576" y="956"/>
                  <a:pt x="580" y="940"/>
                  <a:pt x="583" y="924"/>
                </a:cubicBezTo>
                <a:cubicBezTo>
                  <a:pt x="588" y="900"/>
                  <a:pt x="592" y="877"/>
                  <a:pt x="594" y="856"/>
                </a:cubicBezTo>
                <a:cubicBezTo>
                  <a:pt x="657" y="848"/>
                  <a:pt x="718" y="829"/>
                  <a:pt x="775" y="798"/>
                </a:cubicBezTo>
                <a:cubicBezTo>
                  <a:pt x="780" y="796"/>
                  <a:pt x="784" y="793"/>
                  <a:pt x="789" y="791"/>
                </a:cubicBezTo>
                <a:lnTo>
                  <a:pt x="786" y="785"/>
                </a:lnTo>
                <a:cubicBezTo>
                  <a:pt x="781" y="787"/>
                  <a:pt x="776" y="789"/>
                  <a:pt x="771" y="792"/>
                </a:cubicBezTo>
                <a:cubicBezTo>
                  <a:pt x="715" y="822"/>
                  <a:pt x="656" y="841"/>
                  <a:pt x="596" y="848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74" name="Freeform 89">
            <a:extLst>
              <a:ext uri="{FF2B5EF4-FFF2-40B4-BE49-F238E27FC236}">
                <a16:creationId xmlns:a16="http://schemas.microsoft.com/office/drawing/2014/main" id="{FC56B912-FEEC-6343-B24F-10F33F424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1560" y="3722881"/>
            <a:ext cx="1329209" cy="992440"/>
          </a:xfrm>
          <a:custGeom>
            <a:avLst/>
            <a:gdLst>
              <a:gd name="connsiteX0" fmla="*/ 2447917 w 2658418"/>
              <a:gd name="connsiteY0" fmla="*/ 922832 h 1984880"/>
              <a:gd name="connsiteX1" fmla="*/ 2657585 w 2658418"/>
              <a:gd name="connsiteY1" fmla="*/ 1195470 h 1984880"/>
              <a:gd name="connsiteX2" fmla="*/ 2168360 w 2658418"/>
              <a:gd name="connsiteY2" fmla="*/ 1811705 h 1984880"/>
              <a:gd name="connsiteX3" fmla="*/ 2031078 w 2658418"/>
              <a:gd name="connsiteY3" fmla="*/ 1868972 h 1984880"/>
              <a:gd name="connsiteX4" fmla="*/ 1986149 w 2658418"/>
              <a:gd name="connsiteY4" fmla="*/ 1951136 h 1984880"/>
              <a:gd name="connsiteX5" fmla="*/ 1964933 w 2658418"/>
              <a:gd name="connsiteY5" fmla="*/ 1937442 h 1984880"/>
              <a:gd name="connsiteX6" fmla="*/ 1938725 w 2658418"/>
              <a:gd name="connsiteY6" fmla="*/ 1971055 h 1984880"/>
              <a:gd name="connsiteX7" fmla="*/ 1924996 w 2658418"/>
              <a:gd name="connsiteY7" fmla="*/ 1953626 h 1984880"/>
              <a:gd name="connsiteX8" fmla="*/ 1893796 w 2658418"/>
              <a:gd name="connsiteY8" fmla="*/ 1984749 h 1984880"/>
              <a:gd name="connsiteX9" fmla="*/ 1885060 w 2658418"/>
              <a:gd name="connsiteY9" fmla="*/ 1931218 h 1984880"/>
              <a:gd name="connsiteX10" fmla="*/ 1861347 w 2658418"/>
              <a:gd name="connsiteY10" fmla="*/ 1932463 h 1984880"/>
              <a:gd name="connsiteX11" fmla="*/ 1922500 w 2658418"/>
              <a:gd name="connsiteY11" fmla="*/ 1730785 h 1984880"/>
              <a:gd name="connsiteX12" fmla="*/ 2039814 w 2658418"/>
              <a:gd name="connsiteY12" fmla="*/ 1713357 h 1984880"/>
              <a:gd name="connsiteX13" fmla="*/ 2334347 w 2658418"/>
              <a:gd name="connsiteY13" fmla="*/ 1195470 h 1984880"/>
              <a:gd name="connsiteX14" fmla="*/ 2243242 w 2658418"/>
              <a:gd name="connsiteY14" fmla="*/ 1124509 h 1984880"/>
              <a:gd name="connsiteX15" fmla="*/ 897132 w 2658418"/>
              <a:gd name="connsiteY15" fmla="*/ 895368 h 1984880"/>
              <a:gd name="connsiteX16" fmla="*/ 1058890 w 2658418"/>
              <a:gd name="connsiteY16" fmla="*/ 1159490 h 1984880"/>
              <a:gd name="connsiteX17" fmla="*/ 770215 w 2658418"/>
              <a:gd name="connsiteY17" fmla="*/ 1323472 h 1984880"/>
              <a:gd name="connsiteX18" fmla="*/ 0 w 2658418"/>
              <a:gd name="connsiteY18" fmla="*/ 1212065 h 1984880"/>
              <a:gd name="connsiteX19" fmla="*/ 0 w 2658418"/>
              <a:gd name="connsiteY19" fmla="*/ 1006775 h 1984880"/>
              <a:gd name="connsiteX20" fmla="*/ 665694 w 2658418"/>
              <a:gd name="connsiteY20" fmla="*/ 1085636 h 1984880"/>
              <a:gd name="connsiteX21" fmla="*/ 1466855 w 2658418"/>
              <a:gd name="connsiteY21" fmla="*/ 0 h 1984880"/>
              <a:gd name="connsiteX22" fmla="*/ 1723548 w 2658418"/>
              <a:gd name="connsiteY22" fmla="*/ 0 h 1984880"/>
              <a:gd name="connsiteX23" fmla="*/ 1723548 w 2658418"/>
              <a:gd name="connsiteY23" fmla="*/ 472534 h 1984880"/>
              <a:gd name="connsiteX24" fmla="*/ 1705036 w 2658418"/>
              <a:gd name="connsiteY24" fmla="*/ 538440 h 1984880"/>
              <a:gd name="connsiteX25" fmla="*/ 1585329 w 2658418"/>
              <a:gd name="connsiteY25" fmla="*/ 630460 h 1984880"/>
              <a:gd name="connsiteX26" fmla="*/ 1466855 w 2658418"/>
              <a:gd name="connsiteY26" fmla="*/ 472534 h 1984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658418" h="1984880">
                <a:moveTo>
                  <a:pt x="2447917" y="922832"/>
                </a:moveTo>
                <a:cubicBezTo>
                  <a:pt x="2447917" y="922832"/>
                  <a:pt x="2673809" y="1139448"/>
                  <a:pt x="2657585" y="1195470"/>
                </a:cubicBezTo>
                <a:cubicBezTo>
                  <a:pt x="2631376" y="1287594"/>
                  <a:pt x="2168360" y="1811705"/>
                  <a:pt x="2168360" y="1811705"/>
                </a:cubicBezTo>
                <a:cubicBezTo>
                  <a:pt x="2142152" y="1902584"/>
                  <a:pt x="2031078" y="1868972"/>
                  <a:pt x="2031078" y="1868972"/>
                </a:cubicBezTo>
                <a:cubicBezTo>
                  <a:pt x="2031078" y="1868972"/>
                  <a:pt x="2004870" y="1947402"/>
                  <a:pt x="1986149" y="1951136"/>
                </a:cubicBezTo>
                <a:cubicBezTo>
                  <a:pt x="1967429" y="1954871"/>
                  <a:pt x="1964933" y="1937442"/>
                  <a:pt x="1964933" y="1937442"/>
                </a:cubicBezTo>
                <a:cubicBezTo>
                  <a:pt x="1964933" y="1937442"/>
                  <a:pt x="1953701" y="1968565"/>
                  <a:pt x="1938725" y="1971055"/>
                </a:cubicBezTo>
                <a:cubicBezTo>
                  <a:pt x="1923748" y="1973545"/>
                  <a:pt x="1924996" y="1953626"/>
                  <a:pt x="1924996" y="1953626"/>
                </a:cubicBezTo>
                <a:cubicBezTo>
                  <a:pt x="1924996" y="1953626"/>
                  <a:pt x="1906276" y="1987239"/>
                  <a:pt x="1893796" y="1984749"/>
                </a:cubicBezTo>
                <a:cubicBezTo>
                  <a:pt x="1880068" y="1983504"/>
                  <a:pt x="1885060" y="1931218"/>
                  <a:pt x="1885060" y="1931218"/>
                </a:cubicBezTo>
                <a:cubicBezTo>
                  <a:pt x="1885060" y="1931218"/>
                  <a:pt x="1875076" y="1939932"/>
                  <a:pt x="1861347" y="1932463"/>
                </a:cubicBezTo>
                <a:cubicBezTo>
                  <a:pt x="1840131" y="1921258"/>
                  <a:pt x="1898788" y="1753194"/>
                  <a:pt x="1922500" y="1730785"/>
                </a:cubicBezTo>
                <a:cubicBezTo>
                  <a:pt x="1946213" y="1709622"/>
                  <a:pt x="2039814" y="1713357"/>
                  <a:pt x="2039814" y="1713357"/>
                </a:cubicBezTo>
                <a:lnTo>
                  <a:pt x="2334347" y="1195470"/>
                </a:lnTo>
                <a:lnTo>
                  <a:pt x="2243242" y="1124509"/>
                </a:lnTo>
                <a:close/>
                <a:moveTo>
                  <a:pt x="897132" y="895368"/>
                </a:moveTo>
                <a:lnTo>
                  <a:pt x="1058890" y="1159490"/>
                </a:lnTo>
                <a:cubicBezTo>
                  <a:pt x="1058890" y="1159490"/>
                  <a:pt x="910819" y="1278408"/>
                  <a:pt x="770215" y="1323472"/>
                </a:cubicBezTo>
                <a:cubicBezTo>
                  <a:pt x="652007" y="1361024"/>
                  <a:pt x="160513" y="1249617"/>
                  <a:pt x="0" y="1212065"/>
                </a:cubicBezTo>
                <a:lnTo>
                  <a:pt x="0" y="1006775"/>
                </a:lnTo>
                <a:lnTo>
                  <a:pt x="665694" y="1085636"/>
                </a:lnTo>
                <a:close/>
                <a:moveTo>
                  <a:pt x="1466855" y="0"/>
                </a:moveTo>
                <a:lnTo>
                  <a:pt x="1723548" y="0"/>
                </a:lnTo>
                <a:lnTo>
                  <a:pt x="1723548" y="472534"/>
                </a:lnTo>
                <a:lnTo>
                  <a:pt x="1705036" y="538440"/>
                </a:lnTo>
                <a:cubicBezTo>
                  <a:pt x="1690227" y="593154"/>
                  <a:pt x="1642097" y="630460"/>
                  <a:pt x="1585329" y="630460"/>
                </a:cubicBezTo>
                <a:cubicBezTo>
                  <a:pt x="1503878" y="630460"/>
                  <a:pt x="1444641" y="552119"/>
                  <a:pt x="1466855" y="472534"/>
                </a:cubicBezTo>
                <a:close/>
              </a:path>
            </a:pathLst>
          </a:custGeom>
          <a:solidFill>
            <a:srgbClr val="FFC2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75" name="Freeform 215">
            <a:extLst>
              <a:ext uri="{FF2B5EF4-FFF2-40B4-BE49-F238E27FC236}">
                <a16:creationId xmlns:a16="http://schemas.microsoft.com/office/drawing/2014/main" id="{4093924C-B097-6C4F-A9A3-25BEB3720B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4867" y="3722881"/>
            <a:ext cx="129085" cy="173032"/>
          </a:xfrm>
          <a:custGeom>
            <a:avLst/>
            <a:gdLst>
              <a:gd name="T0" fmla="*/ 134727 w 209"/>
              <a:gd name="T1" fmla="*/ 98264 h 277"/>
              <a:gd name="T2" fmla="*/ 134727 w 209"/>
              <a:gd name="T3" fmla="*/ 0 h 277"/>
              <a:gd name="T4" fmla="*/ 0 w 209"/>
              <a:gd name="T5" fmla="*/ 0 h 277"/>
              <a:gd name="T6" fmla="*/ 0 w 209"/>
              <a:gd name="T7" fmla="*/ 179495 h 277"/>
              <a:gd name="T8" fmla="*/ 0 w 209"/>
              <a:gd name="T9" fmla="*/ 179495 h 277"/>
              <a:gd name="T10" fmla="*/ 134727 w 209"/>
              <a:gd name="T11" fmla="*/ 98264 h 27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09" h="277">
                <a:moveTo>
                  <a:pt x="208" y="150"/>
                </a:moveTo>
                <a:lnTo>
                  <a:pt x="208" y="0"/>
                </a:lnTo>
                <a:lnTo>
                  <a:pt x="0" y="0"/>
                </a:lnTo>
                <a:lnTo>
                  <a:pt x="0" y="274"/>
                </a:lnTo>
                <a:cubicBezTo>
                  <a:pt x="42" y="276"/>
                  <a:pt x="175" y="270"/>
                  <a:pt x="208" y="150"/>
                </a:cubicBezTo>
              </a:path>
            </a:pathLst>
          </a:custGeom>
          <a:solidFill>
            <a:srgbClr val="FF9C74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76" name="Freeform 216">
            <a:extLst>
              <a:ext uri="{FF2B5EF4-FFF2-40B4-BE49-F238E27FC236}">
                <a16:creationId xmlns:a16="http://schemas.microsoft.com/office/drawing/2014/main" id="{E31AB187-AFEB-0048-9D0C-37C7F7FC4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0712" y="3615767"/>
            <a:ext cx="197746" cy="252681"/>
          </a:xfrm>
          <a:custGeom>
            <a:avLst/>
            <a:gdLst>
              <a:gd name="T0" fmla="*/ 206726 w 316"/>
              <a:gd name="T1" fmla="*/ 128913 h 407"/>
              <a:gd name="T2" fmla="*/ 206726 w 316"/>
              <a:gd name="T3" fmla="*/ 128913 h 407"/>
              <a:gd name="T4" fmla="*/ 100410 w 316"/>
              <a:gd name="T5" fmla="*/ 264337 h 407"/>
              <a:gd name="T6" fmla="*/ 100410 w 316"/>
              <a:gd name="T7" fmla="*/ 264337 h 407"/>
              <a:gd name="T8" fmla="*/ 0 w 316"/>
              <a:gd name="T9" fmla="*/ 134773 h 407"/>
              <a:gd name="T10" fmla="*/ 0 w 316"/>
              <a:gd name="T11" fmla="*/ 134773 h 407"/>
              <a:gd name="T12" fmla="*/ 100410 w 316"/>
              <a:gd name="T13" fmla="*/ 0 h 407"/>
              <a:gd name="T14" fmla="*/ 100410 w 316"/>
              <a:gd name="T15" fmla="*/ 0 h 407"/>
              <a:gd name="T16" fmla="*/ 206726 w 316"/>
              <a:gd name="T17" fmla="*/ 128913 h 40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16" h="407">
                <a:moveTo>
                  <a:pt x="315" y="198"/>
                </a:moveTo>
                <a:lnTo>
                  <a:pt x="315" y="198"/>
                </a:lnTo>
                <a:cubicBezTo>
                  <a:pt x="315" y="319"/>
                  <a:pt x="256" y="406"/>
                  <a:pt x="153" y="406"/>
                </a:cubicBezTo>
                <a:cubicBezTo>
                  <a:pt x="50" y="406"/>
                  <a:pt x="0" y="350"/>
                  <a:pt x="0" y="207"/>
                </a:cubicBezTo>
                <a:cubicBezTo>
                  <a:pt x="0" y="119"/>
                  <a:pt x="2" y="0"/>
                  <a:pt x="153" y="0"/>
                </a:cubicBezTo>
                <a:cubicBezTo>
                  <a:pt x="303" y="0"/>
                  <a:pt x="315" y="110"/>
                  <a:pt x="315" y="198"/>
                </a:cubicBezTo>
              </a:path>
            </a:pathLst>
          </a:custGeom>
          <a:solidFill>
            <a:srgbClr val="FFC2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77" name="Freeform 92">
            <a:extLst>
              <a:ext uri="{FF2B5EF4-FFF2-40B4-BE49-F238E27FC236}">
                <a16:creationId xmlns:a16="http://schemas.microsoft.com/office/drawing/2014/main" id="{7EF534ED-6F7C-344A-A624-85AC866ED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4443" y="3684429"/>
            <a:ext cx="128481" cy="125166"/>
          </a:xfrm>
          <a:custGeom>
            <a:avLst/>
            <a:gdLst>
              <a:gd name="connsiteX0" fmla="*/ 202470 w 256961"/>
              <a:gd name="connsiteY0" fmla="*/ 186763 h 250331"/>
              <a:gd name="connsiteX1" fmla="*/ 207481 w 256961"/>
              <a:gd name="connsiteY1" fmla="*/ 199947 h 250331"/>
              <a:gd name="connsiteX2" fmla="*/ 206229 w 256961"/>
              <a:gd name="connsiteY2" fmla="*/ 213130 h 250331"/>
              <a:gd name="connsiteX3" fmla="*/ 191196 w 256961"/>
              <a:gd name="connsiteY3" fmla="*/ 238298 h 250331"/>
              <a:gd name="connsiteX4" fmla="*/ 164888 w 256961"/>
              <a:gd name="connsiteY4" fmla="*/ 249085 h 250331"/>
              <a:gd name="connsiteX5" fmla="*/ 137328 w 256961"/>
              <a:gd name="connsiteY5" fmla="*/ 246688 h 250331"/>
              <a:gd name="connsiteX6" fmla="*/ 179921 w 256961"/>
              <a:gd name="connsiteY6" fmla="*/ 225115 h 250331"/>
              <a:gd name="connsiteX7" fmla="*/ 192448 w 256961"/>
              <a:gd name="connsiteY7" fmla="*/ 209535 h 250331"/>
              <a:gd name="connsiteX8" fmla="*/ 197459 w 256961"/>
              <a:gd name="connsiteY8" fmla="*/ 198748 h 250331"/>
              <a:gd name="connsiteX9" fmla="*/ 202470 w 256961"/>
              <a:gd name="connsiteY9" fmla="*/ 186763 h 250331"/>
              <a:gd name="connsiteX10" fmla="*/ 104369 w 256961"/>
              <a:gd name="connsiteY10" fmla="*/ 65919 h 250331"/>
              <a:gd name="connsiteX11" fmla="*/ 106757 w 256961"/>
              <a:gd name="connsiteY11" fmla="*/ 108033 h 250331"/>
              <a:gd name="connsiteX12" fmla="*/ 104369 w 256961"/>
              <a:gd name="connsiteY12" fmla="*/ 130329 h 250331"/>
              <a:gd name="connsiteX13" fmla="*/ 100786 w 256961"/>
              <a:gd name="connsiteY13" fmla="*/ 140238 h 250331"/>
              <a:gd name="connsiteX14" fmla="*/ 96010 w 256961"/>
              <a:gd name="connsiteY14" fmla="*/ 150147 h 250331"/>
              <a:gd name="connsiteX15" fmla="*/ 86457 w 256961"/>
              <a:gd name="connsiteY15" fmla="*/ 166250 h 250331"/>
              <a:gd name="connsiteX16" fmla="*/ 92427 w 256961"/>
              <a:gd name="connsiteY16" fmla="*/ 178636 h 250331"/>
              <a:gd name="connsiteX17" fmla="*/ 130639 w 256961"/>
              <a:gd name="connsiteY17" fmla="*/ 181113 h 250331"/>
              <a:gd name="connsiteX18" fmla="*/ 90039 w 256961"/>
              <a:gd name="connsiteY18" fmla="*/ 186068 h 250331"/>
              <a:gd name="connsiteX19" fmla="*/ 79292 w 256961"/>
              <a:gd name="connsiteY19" fmla="*/ 178636 h 250331"/>
              <a:gd name="connsiteX20" fmla="*/ 78098 w 256961"/>
              <a:gd name="connsiteY20" fmla="*/ 165011 h 250331"/>
              <a:gd name="connsiteX21" fmla="*/ 88845 w 256961"/>
              <a:gd name="connsiteY21" fmla="*/ 145193 h 250331"/>
              <a:gd name="connsiteX22" fmla="*/ 92427 w 256961"/>
              <a:gd name="connsiteY22" fmla="*/ 136522 h 250331"/>
              <a:gd name="connsiteX23" fmla="*/ 96010 w 256961"/>
              <a:gd name="connsiteY23" fmla="*/ 127852 h 250331"/>
              <a:gd name="connsiteX24" fmla="*/ 99592 w 256961"/>
              <a:gd name="connsiteY24" fmla="*/ 108033 h 250331"/>
              <a:gd name="connsiteX25" fmla="*/ 104369 w 256961"/>
              <a:gd name="connsiteY25" fmla="*/ 65919 h 250331"/>
              <a:gd name="connsiteX26" fmla="*/ 202630 w 256961"/>
              <a:gd name="connsiteY26" fmla="*/ 56217 h 250331"/>
              <a:gd name="connsiteX27" fmla="*/ 222160 w 256961"/>
              <a:gd name="connsiteY27" fmla="*/ 60074 h 250331"/>
              <a:gd name="connsiteX28" fmla="*/ 236808 w 256961"/>
              <a:gd name="connsiteY28" fmla="*/ 63931 h 250331"/>
              <a:gd name="connsiteX29" fmla="*/ 251456 w 256961"/>
              <a:gd name="connsiteY29" fmla="*/ 56217 h 250331"/>
              <a:gd name="connsiteX30" fmla="*/ 238029 w 256961"/>
              <a:gd name="connsiteY30" fmla="*/ 71646 h 250331"/>
              <a:gd name="connsiteX31" fmla="*/ 218498 w 256961"/>
              <a:gd name="connsiteY31" fmla="*/ 69074 h 250331"/>
              <a:gd name="connsiteX32" fmla="*/ 216057 w 256961"/>
              <a:gd name="connsiteY32" fmla="*/ 67789 h 250331"/>
              <a:gd name="connsiteX33" fmla="*/ 220940 w 256961"/>
              <a:gd name="connsiteY33" fmla="*/ 85788 h 250331"/>
              <a:gd name="connsiteX34" fmla="*/ 205071 w 256961"/>
              <a:gd name="connsiteY34" fmla="*/ 114072 h 250331"/>
              <a:gd name="connsiteX35" fmla="*/ 189202 w 256961"/>
              <a:gd name="connsiteY35" fmla="*/ 85788 h 250331"/>
              <a:gd name="connsiteX36" fmla="*/ 195306 w 256961"/>
              <a:gd name="connsiteY36" fmla="*/ 63931 h 250331"/>
              <a:gd name="connsiteX37" fmla="*/ 186761 w 256961"/>
              <a:gd name="connsiteY37" fmla="*/ 67789 h 250331"/>
              <a:gd name="connsiteX38" fmla="*/ 202630 w 256961"/>
              <a:gd name="connsiteY38" fmla="*/ 56217 h 250331"/>
              <a:gd name="connsiteX39" fmla="*/ 26567 w 256961"/>
              <a:gd name="connsiteY39" fmla="*/ 56217 h 250331"/>
              <a:gd name="connsiteX40" fmla="*/ 46941 w 256961"/>
              <a:gd name="connsiteY40" fmla="*/ 60074 h 250331"/>
              <a:gd name="connsiteX41" fmla="*/ 60124 w 256961"/>
              <a:gd name="connsiteY41" fmla="*/ 63931 h 250331"/>
              <a:gd name="connsiteX42" fmla="*/ 75705 w 256961"/>
              <a:gd name="connsiteY42" fmla="*/ 56217 h 250331"/>
              <a:gd name="connsiteX43" fmla="*/ 62521 w 256961"/>
              <a:gd name="connsiteY43" fmla="*/ 71646 h 250331"/>
              <a:gd name="connsiteX44" fmla="*/ 43346 w 256961"/>
              <a:gd name="connsiteY44" fmla="*/ 69074 h 250331"/>
              <a:gd name="connsiteX45" fmla="*/ 46941 w 256961"/>
              <a:gd name="connsiteY45" fmla="*/ 85788 h 250331"/>
              <a:gd name="connsiteX46" fmla="*/ 31361 w 256961"/>
              <a:gd name="connsiteY46" fmla="*/ 114072 h 250331"/>
              <a:gd name="connsiteX47" fmla="*/ 15781 w 256961"/>
              <a:gd name="connsiteY47" fmla="*/ 85788 h 250331"/>
              <a:gd name="connsiteX48" fmla="*/ 22972 w 256961"/>
              <a:gd name="connsiteY48" fmla="*/ 63931 h 250331"/>
              <a:gd name="connsiteX49" fmla="*/ 10987 w 256961"/>
              <a:gd name="connsiteY49" fmla="*/ 67789 h 250331"/>
              <a:gd name="connsiteX50" fmla="*/ 26567 w 256961"/>
              <a:gd name="connsiteY50" fmla="*/ 56217 h 250331"/>
              <a:gd name="connsiteX51" fmla="*/ 223071 w 256961"/>
              <a:gd name="connsiteY51" fmla="*/ 0 h 250331"/>
              <a:gd name="connsiteX52" fmla="*/ 243647 w 256961"/>
              <a:gd name="connsiteY52" fmla="*/ 7165 h 250331"/>
              <a:gd name="connsiteX53" fmla="*/ 256961 w 256961"/>
              <a:gd name="connsiteY53" fmla="*/ 25077 h 250331"/>
              <a:gd name="connsiteX54" fmla="*/ 256961 w 256961"/>
              <a:gd name="connsiteY54" fmla="*/ 26272 h 250331"/>
              <a:gd name="connsiteX55" fmla="*/ 255750 w 256961"/>
              <a:gd name="connsiteY55" fmla="*/ 26272 h 250331"/>
              <a:gd name="connsiteX56" fmla="*/ 240016 w 256961"/>
              <a:gd name="connsiteY56" fmla="*/ 20301 h 250331"/>
              <a:gd name="connsiteX57" fmla="*/ 223071 w 256961"/>
              <a:gd name="connsiteY57" fmla="*/ 17912 h 250331"/>
              <a:gd name="connsiteX58" fmla="*/ 204916 w 256961"/>
              <a:gd name="connsiteY58" fmla="*/ 19107 h 250331"/>
              <a:gd name="connsiteX59" fmla="*/ 187971 w 256961"/>
              <a:gd name="connsiteY59" fmla="*/ 23883 h 250331"/>
              <a:gd name="connsiteX60" fmla="*/ 186761 w 256961"/>
              <a:gd name="connsiteY60" fmla="*/ 22689 h 250331"/>
              <a:gd name="connsiteX61" fmla="*/ 186761 w 256961"/>
              <a:gd name="connsiteY61" fmla="*/ 21495 h 250331"/>
              <a:gd name="connsiteX62" fmla="*/ 201285 w 256961"/>
              <a:gd name="connsiteY62" fmla="*/ 4776 h 250331"/>
              <a:gd name="connsiteX63" fmla="*/ 223071 w 256961"/>
              <a:gd name="connsiteY63" fmla="*/ 0 h 250331"/>
              <a:gd name="connsiteX64" fmla="*/ 36310 w 256961"/>
              <a:gd name="connsiteY64" fmla="*/ 0 h 250331"/>
              <a:gd name="connsiteX65" fmla="*/ 58096 w 256961"/>
              <a:gd name="connsiteY65" fmla="*/ 7165 h 250331"/>
              <a:gd name="connsiteX66" fmla="*/ 70200 w 256961"/>
              <a:gd name="connsiteY66" fmla="*/ 25077 h 250331"/>
              <a:gd name="connsiteX67" fmla="*/ 70200 w 256961"/>
              <a:gd name="connsiteY67" fmla="*/ 26272 h 250331"/>
              <a:gd name="connsiteX68" fmla="*/ 53255 w 256961"/>
              <a:gd name="connsiteY68" fmla="*/ 20301 h 250331"/>
              <a:gd name="connsiteX69" fmla="*/ 36310 w 256961"/>
              <a:gd name="connsiteY69" fmla="*/ 17912 h 250331"/>
              <a:gd name="connsiteX70" fmla="*/ 18155 w 256961"/>
              <a:gd name="connsiteY70" fmla="*/ 19107 h 250331"/>
              <a:gd name="connsiteX71" fmla="*/ 1210 w 256961"/>
              <a:gd name="connsiteY71" fmla="*/ 23883 h 250331"/>
              <a:gd name="connsiteX72" fmla="*/ 0 w 256961"/>
              <a:gd name="connsiteY72" fmla="*/ 22689 h 250331"/>
              <a:gd name="connsiteX73" fmla="*/ 0 w 256961"/>
              <a:gd name="connsiteY73" fmla="*/ 21495 h 250331"/>
              <a:gd name="connsiteX74" fmla="*/ 15734 w 256961"/>
              <a:gd name="connsiteY74" fmla="*/ 4776 h 250331"/>
              <a:gd name="connsiteX75" fmla="*/ 36310 w 256961"/>
              <a:gd name="connsiteY75" fmla="*/ 0 h 250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256961" h="250331">
                <a:moveTo>
                  <a:pt x="202470" y="186763"/>
                </a:moveTo>
                <a:cubicBezTo>
                  <a:pt x="204976" y="191557"/>
                  <a:pt x="206229" y="196351"/>
                  <a:pt x="207481" y="199947"/>
                </a:cubicBezTo>
                <a:cubicBezTo>
                  <a:pt x="207481" y="204741"/>
                  <a:pt x="207481" y="209535"/>
                  <a:pt x="206229" y="213130"/>
                </a:cubicBezTo>
                <a:cubicBezTo>
                  <a:pt x="204976" y="222718"/>
                  <a:pt x="199965" y="232306"/>
                  <a:pt x="191196" y="238298"/>
                </a:cubicBezTo>
                <a:cubicBezTo>
                  <a:pt x="183679" y="245489"/>
                  <a:pt x="174910" y="247886"/>
                  <a:pt x="164888" y="249085"/>
                </a:cubicBezTo>
                <a:cubicBezTo>
                  <a:pt x="156119" y="251482"/>
                  <a:pt x="146097" y="250283"/>
                  <a:pt x="137328" y="246688"/>
                </a:cubicBezTo>
                <a:cubicBezTo>
                  <a:pt x="154866" y="239497"/>
                  <a:pt x="169899" y="233504"/>
                  <a:pt x="179921" y="225115"/>
                </a:cubicBezTo>
                <a:cubicBezTo>
                  <a:pt x="184932" y="220321"/>
                  <a:pt x="189943" y="215527"/>
                  <a:pt x="192448" y="209535"/>
                </a:cubicBezTo>
                <a:cubicBezTo>
                  <a:pt x="194954" y="205939"/>
                  <a:pt x="196207" y="202344"/>
                  <a:pt x="197459" y="198748"/>
                </a:cubicBezTo>
                <a:cubicBezTo>
                  <a:pt x="199965" y="195153"/>
                  <a:pt x="199965" y="191557"/>
                  <a:pt x="202470" y="186763"/>
                </a:cubicBezTo>
                <a:close/>
                <a:moveTo>
                  <a:pt x="104369" y="65919"/>
                </a:moveTo>
                <a:cubicBezTo>
                  <a:pt x="106757" y="80783"/>
                  <a:pt x="107951" y="94408"/>
                  <a:pt x="106757" y="108033"/>
                </a:cubicBezTo>
                <a:cubicBezTo>
                  <a:pt x="106757" y="115465"/>
                  <a:pt x="105563" y="122897"/>
                  <a:pt x="104369" y="130329"/>
                </a:cubicBezTo>
                <a:cubicBezTo>
                  <a:pt x="103174" y="134045"/>
                  <a:pt x="101980" y="137761"/>
                  <a:pt x="100786" y="140238"/>
                </a:cubicBezTo>
                <a:cubicBezTo>
                  <a:pt x="99592" y="143954"/>
                  <a:pt x="97204" y="147670"/>
                  <a:pt x="96010" y="150147"/>
                </a:cubicBezTo>
                <a:cubicBezTo>
                  <a:pt x="91233" y="155102"/>
                  <a:pt x="87651" y="161295"/>
                  <a:pt x="86457" y="166250"/>
                </a:cubicBezTo>
                <a:cubicBezTo>
                  <a:pt x="84069" y="172443"/>
                  <a:pt x="86457" y="176159"/>
                  <a:pt x="92427" y="178636"/>
                </a:cubicBezTo>
                <a:cubicBezTo>
                  <a:pt x="103174" y="184829"/>
                  <a:pt x="117504" y="184829"/>
                  <a:pt x="130639" y="181113"/>
                </a:cubicBezTo>
                <a:cubicBezTo>
                  <a:pt x="118698" y="188545"/>
                  <a:pt x="103174" y="191023"/>
                  <a:pt x="90039" y="186068"/>
                </a:cubicBezTo>
                <a:cubicBezTo>
                  <a:pt x="86457" y="184829"/>
                  <a:pt x="82875" y="182352"/>
                  <a:pt x="79292" y="178636"/>
                </a:cubicBezTo>
                <a:cubicBezTo>
                  <a:pt x="76904" y="173682"/>
                  <a:pt x="76904" y="168727"/>
                  <a:pt x="78098" y="165011"/>
                </a:cubicBezTo>
                <a:cubicBezTo>
                  <a:pt x="80486" y="157579"/>
                  <a:pt x="84069" y="151386"/>
                  <a:pt x="88845" y="145193"/>
                </a:cubicBezTo>
                <a:cubicBezTo>
                  <a:pt x="90039" y="141477"/>
                  <a:pt x="92427" y="138999"/>
                  <a:pt x="92427" y="136522"/>
                </a:cubicBezTo>
                <a:cubicBezTo>
                  <a:pt x="94816" y="134045"/>
                  <a:pt x="94816" y="130329"/>
                  <a:pt x="96010" y="127852"/>
                </a:cubicBezTo>
                <a:cubicBezTo>
                  <a:pt x="98398" y="121658"/>
                  <a:pt x="99592" y="114226"/>
                  <a:pt x="99592" y="108033"/>
                </a:cubicBezTo>
                <a:cubicBezTo>
                  <a:pt x="101980" y="94408"/>
                  <a:pt x="103174" y="80783"/>
                  <a:pt x="104369" y="65919"/>
                </a:cubicBezTo>
                <a:close/>
                <a:moveTo>
                  <a:pt x="202630" y="56217"/>
                </a:moveTo>
                <a:cubicBezTo>
                  <a:pt x="208733" y="54932"/>
                  <a:pt x="216057" y="56217"/>
                  <a:pt x="222160" y="60074"/>
                </a:cubicBezTo>
                <a:cubicBezTo>
                  <a:pt x="227043" y="62646"/>
                  <a:pt x="231926" y="65217"/>
                  <a:pt x="236808" y="63931"/>
                </a:cubicBezTo>
                <a:cubicBezTo>
                  <a:pt x="241691" y="62646"/>
                  <a:pt x="246574" y="60074"/>
                  <a:pt x="251456" y="56217"/>
                </a:cubicBezTo>
                <a:cubicBezTo>
                  <a:pt x="249015" y="62646"/>
                  <a:pt x="245353" y="67789"/>
                  <a:pt x="238029" y="71646"/>
                </a:cubicBezTo>
                <a:cubicBezTo>
                  <a:pt x="231926" y="74217"/>
                  <a:pt x="223381" y="71646"/>
                  <a:pt x="218498" y="69074"/>
                </a:cubicBezTo>
                <a:cubicBezTo>
                  <a:pt x="217278" y="67789"/>
                  <a:pt x="216057" y="67789"/>
                  <a:pt x="216057" y="67789"/>
                </a:cubicBezTo>
                <a:cubicBezTo>
                  <a:pt x="218498" y="72931"/>
                  <a:pt x="220940" y="79359"/>
                  <a:pt x="220940" y="85788"/>
                </a:cubicBezTo>
                <a:cubicBezTo>
                  <a:pt x="220940" y="101215"/>
                  <a:pt x="213616" y="114072"/>
                  <a:pt x="205071" y="114072"/>
                </a:cubicBezTo>
                <a:cubicBezTo>
                  <a:pt x="196526" y="114072"/>
                  <a:pt x="189202" y="101215"/>
                  <a:pt x="189202" y="85788"/>
                </a:cubicBezTo>
                <a:cubicBezTo>
                  <a:pt x="189202" y="76788"/>
                  <a:pt x="191644" y="69074"/>
                  <a:pt x="195306" y="63931"/>
                </a:cubicBezTo>
                <a:cubicBezTo>
                  <a:pt x="192864" y="65217"/>
                  <a:pt x="190423" y="66503"/>
                  <a:pt x="186761" y="67789"/>
                </a:cubicBezTo>
                <a:cubicBezTo>
                  <a:pt x="190423" y="61360"/>
                  <a:pt x="195306" y="57503"/>
                  <a:pt x="202630" y="56217"/>
                </a:cubicBezTo>
                <a:close/>
                <a:moveTo>
                  <a:pt x="26567" y="56217"/>
                </a:moveTo>
                <a:cubicBezTo>
                  <a:pt x="33758" y="54932"/>
                  <a:pt x="40949" y="56217"/>
                  <a:pt x="46941" y="60074"/>
                </a:cubicBezTo>
                <a:cubicBezTo>
                  <a:pt x="50537" y="62646"/>
                  <a:pt x="55330" y="65217"/>
                  <a:pt x="60124" y="63931"/>
                </a:cubicBezTo>
                <a:cubicBezTo>
                  <a:pt x="64918" y="62646"/>
                  <a:pt x="69712" y="60074"/>
                  <a:pt x="75705" y="56217"/>
                </a:cubicBezTo>
                <a:cubicBezTo>
                  <a:pt x="73308" y="62646"/>
                  <a:pt x="68514" y="67789"/>
                  <a:pt x="62521" y="71646"/>
                </a:cubicBezTo>
                <a:cubicBezTo>
                  <a:pt x="56529" y="74217"/>
                  <a:pt x="48140" y="72931"/>
                  <a:pt x="43346" y="69074"/>
                </a:cubicBezTo>
                <a:cubicBezTo>
                  <a:pt x="45743" y="72931"/>
                  <a:pt x="46941" y="79359"/>
                  <a:pt x="46941" y="85788"/>
                </a:cubicBezTo>
                <a:cubicBezTo>
                  <a:pt x="46941" y="101215"/>
                  <a:pt x="39750" y="114072"/>
                  <a:pt x="31361" y="114072"/>
                </a:cubicBezTo>
                <a:cubicBezTo>
                  <a:pt x="22972" y="114072"/>
                  <a:pt x="15781" y="101215"/>
                  <a:pt x="15781" y="85788"/>
                </a:cubicBezTo>
                <a:cubicBezTo>
                  <a:pt x="15781" y="76788"/>
                  <a:pt x="18178" y="69074"/>
                  <a:pt x="22972" y="63931"/>
                </a:cubicBezTo>
                <a:cubicBezTo>
                  <a:pt x="19376" y="65217"/>
                  <a:pt x="14582" y="65217"/>
                  <a:pt x="10987" y="67789"/>
                </a:cubicBezTo>
                <a:cubicBezTo>
                  <a:pt x="14582" y="61360"/>
                  <a:pt x="20575" y="57503"/>
                  <a:pt x="26567" y="56217"/>
                </a:cubicBezTo>
                <a:close/>
                <a:moveTo>
                  <a:pt x="223071" y="0"/>
                </a:moveTo>
                <a:cubicBezTo>
                  <a:pt x="230333" y="0"/>
                  <a:pt x="237595" y="2388"/>
                  <a:pt x="243647" y="7165"/>
                </a:cubicBezTo>
                <a:cubicBezTo>
                  <a:pt x="249699" y="10747"/>
                  <a:pt x="255750" y="17912"/>
                  <a:pt x="256961" y="25077"/>
                </a:cubicBezTo>
                <a:lnTo>
                  <a:pt x="256961" y="26272"/>
                </a:lnTo>
                <a:cubicBezTo>
                  <a:pt x="256961" y="26272"/>
                  <a:pt x="256961" y="26272"/>
                  <a:pt x="255750" y="26272"/>
                </a:cubicBezTo>
                <a:cubicBezTo>
                  <a:pt x="250909" y="25077"/>
                  <a:pt x="246068" y="21495"/>
                  <a:pt x="240016" y="20301"/>
                </a:cubicBezTo>
                <a:cubicBezTo>
                  <a:pt x="233964" y="19107"/>
                  <a:pt x="227913" y="17912"/>
                  <a:pt x="223071" y="17912"/>
                </a:cubicBezTo>
                <a:cubicBezTo>
                  <a:pt x="217019" y="17912"/>
                  <a:pt x="210968" y="17912"/>
                  <a:pt x="204916" y="19107"/>
                </a:cubicBezTo>
                <a:cubicBezTo>
                  <a:pt x="198864" y="20301"/>
                  <a:pt x="192813" y="21495"/>
                  <a:pt x="187971" y="23883"/>
                </a:cubicBezTo>
                <a:cubicBezTo>
                  <a:pt x="186761" y="23883"/>
                  <a:pt x="186761" y="23883"/>
                  <a:pt x="186761" y="22689"/>
                </a:cubicBezTo>
                <a:lnTo>
                  <a:pt x="186761" y="21495"/>
                </a:lnTo>
                <a:cubicBezTo>
                  <a:pt x="190392" y="13136"/>
                  <a:pt x="195233" y="8359"/>
                  <a:pt x="201285" y="4776"/>
                </a:cubicBezTo>
                <a:cubicBezTo>
                  <a:pt x="208547" y="1194"/>
                  <a:pt x="215809" y="0"/>
                  <a:pt x="223071" y="0"/>
                </a:cubicBezTo>
                <a:close/>
                <a:moveTo>
                  <a:pt x="36310" y="0"/>
                </a:moveTo>
                <a:cubicBezTo>
                  <a:pt x="44783" y="0"/>
                  <a:pt x="52045" y="2388"/>
                  <a:pt x="58096" y="7165"/>
                </a:cubicBezTo>
                <a:cubicBezTo>
                  <a:pt x="62938" y="10747"/>
                  <a:pt x="67779" y="17912"/>
                  <a:pt x="70200" y="25077"/>
                </a:cubicBezTo>
                <a:lnTo>
                  <a:pt x="70200" y="26272"/>
                </a:lnTo>
                <a:cubicBezTo>
                  <a:pt x="64148" y="25077"/>
                  <a:pt x="59307" y="21495"/>
                  <a:pt x="53255" y="20301"/>
                </a:cubicBezTo>
                <a:cubicBezTo>
                  <a:pt x="47203" y="19107"/>
                  <a:pt x="42362" y="17912"/>
                  <a:pt x="36310" y="17912"/>
                </a:cubicBezTo>
                <a:cubicBezTo>
                  <a:pt x="30258" y="17912"/>
                  <a:pt x="24207" y="17912"/>
                  <a:pt x="18155" y="19107"/>
                </a:cubicBezTo>
                <a:cubicBezTo>
                  <a:pt x="12103" y="20301"/>
                  <a:pt x="6052" y="21495"/>
                  <a:pt x="1210" y="23883"/>
                </a:cubicBezTo>
                <a:cubicBezTo>
                  <a:pt x="1210" y="23883"/>
                  <a:pt x="0" y="23883"/>
                  <a:pt x="0" y="22689"/>
                </a:cubicBezTo>
                <a:lnTo>
                  <a:pt x="0" y="21495"/>
                </a:lnTo>
                <a:cubicBezTo>
                  <a:pt x="3631" y="13136"/>
                  <a:pt x="9683" y="8359"/>
                  <a:pt x="15734" y="4776"/>
                </a:cubicBezTo>
                <a:cubicBezTo>
                  <a:pt x="21786" y="1194"/>
                  <a:pt x="29048" y="0"/>
                  <a:pt x="36310" y="0"/>
                </a:cubicBezTo>
                <a:close/>
              </a:path>
            </a:pathLst>
          </a:custGeom>
          <a:solidFill>
            <a:srgbClr val="182E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78" name="Freeform 93">
            <a:extLst>
              <a:ext uri="{FF2B5EF4-FFF2-40B4-BE49-F238E27FC236}">
                <a16:creationId xmlns:a16="http://schemas.microsoft.com/office/drawing/2014/main" id="{C9AAB5CB-EFD3-144E-A70D-E36C359F0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7229" y="3462993"/>
            <a:ext cx="358584" cy="399342"/>
          </a:xfrm>
          <a:custGeom>
            <a:avLst/>
            <a:gdLst>
              <a:gd name="connsiteX0" fmla="*/ 515223 w 717167"/>
              <a:gd name="connsiteY0" fmla="*/ 106 h 798683"/>
              <a:gd name="connsiteX1" fmla="*/ 675939 w 717167"/>
              <a:gd name="connsiteY1" fmla="*/ 98862 h 798683"/>
              <a:gd name="connsiteX2" fmla="*/ 670926 w 717167"/>
              <a:gd name="connsiteY2" fmla="*/ 324588 h 798683"/>
              <a:gd name="connsiteX3" fmla="*/ 620585 w 717167"/>
              <a:gd name="connsiteY3" fmla="*/ 340753 h 798683"/>
              <a:gd name="connsiteX4" fmla="*/ 589788 w 717167"/>
              <a:gd name="connsiteY4" fmla="*/ 335258 h 798683"/>
              <a:gd name="connsiteX5" fmla="*/ 608784 w 717167"/>
              <a:gd name="connsiteY5" fmla="*/ 391479 h 798683"/>
              <a:gd name="connsiteX6" fmla="*/ 452028 w 717167"/>
              <a:gd name="connsiteY6" fmla="*/ 798683 h 798683"/>
              <a:gd name="connsiteX7" fmla="*/ 452028 w 717167"/>
              <a:gd name="connsiteY7" fmla="*/ 596011 h 798683"/>
              <a:gd name="connsiteX8" fmla="*/ 435885 w 717167"/>
              <a:gd name="connsiteY8" fmla="*/ 553736 h 798683"/>
              <a:gd name="connsiteX9" fmla="*/ 367585 w 717167"/>
              <a:gd name="connsiteY9" fmla="*/ 365985 h 798683"/>
              <a:gd name="connsiteX10" fmla="*/ 347717 w 717167"/>
              <a:gd name="connsiteY10" fmla="*/ 413233 h 798683"/>
              <a:gd name="connsiteX11" fmla="*/ 12 w 717167"/>
              <a:gd name="connsiteY11" fmla="*/ 415720 h 798683"/>
              <a:gd name="connsiteX12" fmla="*/ 407245 w 717167"/>
              <a:gd name="connsiteY12" fmla="*/ 135608 h 798683"/>
              <a:gd name="connsiteX13" fmla="*/ 423923 w 717167"/>
              <a:gd name="connsiteY13" fmla="*/ 143673 h 798683"/>
              <a:gd name="connsiteX14" fmla="*/ 419201 w 717167"/>
              <a:gd name="connsiteY14" fmla="*/ 112499 h 798683"/>
              <a:gd name="connsiteX15" fmla="*/ 465411 w 717167"/>
              <a:gd name="connsiteY15" fmla="*/ 16095 h 798683"/>
              <a:gd name="connsiteX16" fmla="*/ 515223 w 717167"/>
              <a:gd name="connsiteY16" fmla="*/ 106 h 7986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17167" h="798683">
                <a:moveTo>
                  <a:pt x="515223" y="106"/>
                </a:moveTo>
                <a:cubicBezTo>
                  <a:pt x="569500" y="-2245"/>
                  <a:pt x="633645" y="34906"/>
                  <a:pt x="675939" y="98862"/>
                </a:cubicBezTo>
                <a:cubicBezTo>
                  <a:pt x="732330" y="184136"/>
                  <a:pt x="731077" y="285713"/>
                  <a:pt x="670926" y="324588"/>
                </a:cubicBezTo>
                <a:cubicBezTo>
                  <a:pt x="655888" y="334621"/>
                  <a:pt x="638736" y="339872"/>
                  <a:pt x="620585" y="340753"/>
                </a:cubicBezTo>
                <a:lnTo>
                  <a:pt x="589788" y="335258"/>
                </a:lnTo>
                <a:lnTo>
                  <a:pt x="608784" y="391479"/>
                </a:lnTo>
                <a:cubicBezTo>
                  <a:pt x="679259" y="656840"/>
                  <a:pt x="452028" y="798683"/>
                  <a:pt x="452028" y="798683"/>
                </a:cubicBezTo>
                <a:lnTo>
                  <a:pt x="452028" y="596011"/>
                </a:lnTo>
                <a:lnTo>
                  <a:pt x="435885" y="553736"/>
                </a:lnTo>
                <a:cubicBezTo>
                  <a:pt x="356409" y="505244"/>
                  <a:pt x="367585" y="365985"/>
                  <a:pt x="367585" y="365985"/>
                </a:cubicBezTo>
                <a:cubicBezTo>
                  <a:pt x="347717" y="378418"/>
                  <a:pt x="347717" y="413233"/>
                  <a:pt x="347717" y="413233"/>
                </a:cubicBezTo>
                <a:cubicBezTo>
                  <a:pt x="136610" y="464212"/>
                  <a:pt x="12" y="415720"/>
                  <a:pt x="12" y="415720"/>
                </a:cubicBezTo>
                <a:cubicBezTo>
                  <a:pt x="-1851" y="189113"/>
                  <a:pt x="228193" y="67416"/>
                  <a:pt x="407245" y="135608"/>
                </a:cubicBezTo>
                <a:lnTo>
                  <a:pt x="423923" y="143673"/>
                </a:lnTo>
                <a:lnTo>
                  <a:pt x="419201" y="112499"/>
                </a:lnTo>
                <a:cubicBezTo>
                  <a:pt x="419985" y="71587"/>
                  <a:pt x="435335" y="36160"/>
                  <a:pt x="465411" y="16095"/>
                </a:cubicBezTo>
                <a:cubicBezTo>
                  <a:pt x="480135" y="6063"/>
                  <a:pt x="497131" y="890"/>
                  <a:pt x="515223" y="106"/>
                </a:cubicBezTo>
                <a:close/>
              </a:path>
            </a:pathLst>
          </a:custGeom>
          <a:solidFill>
            <a:srgbClr val="182E35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anchor="ctr">
            <a:noAutofit/>
          </a:bodyPr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79" name="Freeform 224">
            <a:extLst>
              <a:ext uri="{FF2B5EF4-FFF2-40B4-BE49-F238E27FC236}">
                <a16:creationId xmlns:a16="http://schemas.microsoft.com/office/drawing/2014/main" id="{9B93222B-F74C-9244-AA7F-A34DC79C0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64724" y="3720136"/>
            <a:ext cx="54930" cy="60424"/>
          </a:xfrm>
          <a:custGeom>
            <a:avLst/>
            <a:gdLst>
              <a:gd name="T0" fmla="*/ 45549 w 86"/>
              <a:gd name="T1" fmla="*/ 43525 h 99"/>
              <a:gd name="T2" fmla="*/ 45549 w 86"/>
              <a:gd name="T3" fmla="*/ 43525 h 99"/>
              <a:gd name="T4" fmla="*/ 9378 w 86"/>
              <a:gd name="T5" fmla="*/ 55686 h 99"/>
              <a:gd name="T6" fmla="*/ 9378 w 86"/>
              <a:gd name="T7" fmla="*/ 55686 h 99"/>
              <a:gd name="T8" fmla="*/ 11387 w 86"/>
              <a:gd name="T9" fmla="*/ 19202 h 99"/>
              <a:gd name="T10" fmla="*/ 11387 w 86"/>
              <a:gd name="T11" fmla="*/ 19202 h 99"/>
              <a:gd name="T12" fmla="*/ 47558 w 86"/>
              <a:gd name="T13" fmla="*/ 7041 h 99"/>
              <a:gd name="T14" fmla="*/ 47558 w 86"/>
              <a:gd name="T15" fmla="*/ 7041 h 99"/>
              <a:gd name="T16" fmla="*/ 45549 w 86"/>
              <a:gd name="T17" fmla="*/ 43525 h 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6" h="99">
                <a:moveTo>
                  <a:pt x="68" y="68"/>
                </a:moveTo>
                <a:lnTo>
                  <a:pt x="68" y="68"/>
                </a:lnTo>
                <a:cubicBezTo>
                  <a:pt x="53" y="89"/>
                  <a:pt x="28" y="98"/>
                  <a:pt x="14" y="87"/>
                </a:cubicBezTo>
                <a:cubicBezTo>
                  <a:pt x="0" y="76"/>
                  <a:pt x="1" y="51"/>
                  <a:pt x="17" y="30"/>
                </a:cubicBezTo>
                <a:cubicBezTo>
                  <a:pt x="32" y="9"/>
                  <a:pt x="56" y="0"/>
                  <a:pt x="71" y="11"/>
                </a:cubicBezTo>
                <a:cubicBezTo>
                  <a:pt x="85" y="21"/>
                  <a:pt x="84" y="47"/>
                  <a:pt x="68" y="68"/>
                </a:cubicBezTo>
              </a:path>
            </a:pathLst>
          </a:custGeom>
          <a:solidFill>
            <a:srgbClr val="FFC29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182E35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80" name="Freeform 225">
            <a:extLst>
              <a:ext uri="{FF2B5EF4-FFF2-40B4-BE49-F238E27FC236}">
                <a16:creationId xmlns:a16="http://schemas.microsoft.com/office/drawing/2014/main" id="{42EFDCC7-B967-ED4A-A131-B7DC7F60E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6556" y="4165073"/>
            <a:ext cx="74156" cy="68663"/>
          </a:xfrm>
          <a:custGeom>
            <a:avLst/>
            <a:gdLst>
              <a:gd name="T0" fmla="*/ 77126 w 121"/>
              <a:gd name="T1" fmla="*/ 71358 h 111"/>
              <a:gd name="T2" fmla="*/ 3214 w 121"/>
              <a:gd name="T3" fmla="*/ 0 h 111"/>
              <a:gd name="T4" fmla="*/ 0 w 121"/>
              <a:gd name="T5" fmla="*/ 25948 h 11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1" h="111">
                <a:moveTo>
                  <a:pt x="120" y="110"/>
                </a:moveTo>
                <a:lnTo>
                  <a:pt x="5" y="0"/>
                </a:lnTo>
                <a:lnTo>
                  <a:pt x="0" y="40"/>
                </a:lnTo>
              </a:path>
            </a:pathLst>
          </a:custGeom>
          <a:noFill/>
          <a:ln w="14097" cap="rnd">
            <a:solidFill>
              <a:srgbClr val="182E3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81" name="Freeform 532">
            <a:extLst>
              <a:ext uri="{FF2B5EF4-FFF2-40B4-BE49-F238E27FC236}">
                <a16:creationId xmlns:a16="http://schemas.microsoft.com/office/drawing/2014/main" id="{9AD5A239-D493-F74B-9A71-31B245BBB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9431" y="2445749"/>
            <a:ext cx="38451" cy="697617"/>
          </a:xfrm>
          <a:custGeom>
            <a:avLst/>
            <a:gdLst>
              <a:gd name="T0" fmla="*/ 0 w 60"/>
              <a:gd name="T1" fmla="*/ 730943 h 1119"/>
              <a:gd name="T2" fmla="*/ 39652 w 60"/>
              <a:gd name="T3" fmla="*/ 730943 h 1119"/>
              <a:gd name="T4" fmla="*/ 39652 w 60"/>
              <a:gd name="T5" fmla="*/ 0 h 1119"/>
              <a:gd name="T6" fmla="*/ 0 w 60"/>
              <a:gd name="T7" fmla="*/ 0 h 1119"/>
              <a:gd name="T8" fmla="*/ 0 w 60"/>
              <a:gd name="T9" fmla="*/ 730943 h 11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0" h="1119">
                <a:moveTo>
                  <a:pt x="0" y="1118"/>
                </a:moveTo>
                <a:lnTo>
                  <a:pt x="59" y="1118"/>
                </a:lnTo>
                <a:lnTo>
                  <a:pt x="59" y="0"/>
                </a:lnTo>
                <a:lnTo>
                  <a:pt x="0" y="0"/>
                </a:lnTo>
                <a:lnTo>
                  <a:pt x="0" y="1118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82" name="Freeform 533">
            <a:extLst>
              <a:ext uri="{FF2B5EF4-FFF2-40B4-BE49-F238E27FC236}">
                <a16:creationId xmlns:a16="http://schemas.microsoft.com/office/drawing/2014/main" id="{CE064BB1-CD1C-E24A-AB7E-9DADDA65C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9431" y="3884927"/>
            <a:ext cx="38451" cy="697617"/>
          </a:xfrm>
          <a:custGeom>
            <a:avLst/>
            <a:gdLst>
              <a:gd name="T0" fmla="*/ 0 w 60"/>
              <a:gd name="T1" fmla="*/ 730943 h 1119"/>
              <a:gd name="T2" fmla="*/ 39652 w 60"/>
              <a:gd name="T3" fmla="*/ 730943 h 1119"/>
              <a:gd name="T4" fmla="*/ 39652 w 60"/>
              <a:gd name="T5" fmla="*/ 0 h 1119"/>
              <a:gd name="T6" fmla="*/ 0 w 60"/>
              <a:gd name="T7" fmla="*/ 0 h 1119"/>
              <a:gd name="T8" fmla="*/ 0 w 60"/>
              <a:gd name="T9" fmla="*/ 730943 h 11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0" h="1119">
                <a:moveTo>
                  <a:pt x="0" y="1118"/>
                </a:moveTo>
                <a:lnTo>
                  <a:pt x="59" y="1118"/>
                </a:lnTo>
                <a:lnTo>
                  <a:pt x="59" y="0"/>
                </a:lnTo>
                <a:lnTo>
                  <a:pt x="0" y="0"/>
                </a:lnTo>
                <a:lnTo>
                  <a:pt x="0" y="1118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83" name="Freeform 534">
            <a:extLst>
              <a:ext uri="{FF2B5EF4-FFF2-40B4-BE49-F238E27FC236}">
                <a16:creationId xmlns:a16="http://schemas.microsoft.com/office/drawing/2014/main" id="{5AD6C143-99E8-B94E-9310-64BAEBE44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9431" y="5326851"/>
            <a:ext cx="38451" cy="697617"/>
          </a:xfrm>
          <a:custGeom>
            <a:avLst/>
            <a:gdLst>
              <a:gd name="T0" fmla="*/ 0 w 60"/>
              <a:gd name="T1" fmla="*/ 730943 h 1118"/>
              <a:gd name="T2" fmla="*/ 39652 w 60"/>
              <a:gd name="T3" fmla="*/ 730943 h 1118"/>
              <a:gd name="T4" fmla="*/ 39652 w 60"/>
              <a:gd name="T5" fmla="*/ 0 h 1118"/>
              <a:gd name="T6" fmla="*/ 0 w 60"/>
              <a:gd name="T7" fmla="*/ 0 h 1118"/>
              <a:gd name="T8" fmla="*/ 0 w 60"/>
              <a:gd name="T9" fmla="*/ 730943 h 11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0" h="1118">
                <a:moveTo>
                  <a:pt x="0" y="1117"/>
                </a:moveTo>
                <a:lnTo>
                  <a:pt x="59" y="1117"/>
                </a:lnTo>
                <a:lnTo>
                  <a:pt x="59" y="0"/>
                </a:lnTo>
                <a:lnTo>
                  <a:pt x="0" y="0"/>
                </a:lnTo>
                <a:lnTo>
                  <a:pt x="0" y="1117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84" name="Freeform 535">
            <a:extLst>
              <a:ext uri="{FF2B5EF4-FFF2-40B4-BE49-F238E27FC236}">
                <a16:creationId xmlns:a16="http://schemas.microsoft.com/office/drawing/2014/main" id="{6D10E245-1D12-8542-90DA-A6300F339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121" y="2443001"/>
            <a:ext cx="38451" cy="697617"/>
          </a:xfrm>
          <a:custGeom>
            <a:avLst/>
            <a:gdLst>
              <a:gd name="T0" fmla="*/ 0 w 60"/>
              <a:gd name="T1" fmla="*/ 730943 h 1119"/>
              <a:gd name="T2" fmla="*/ 39652 w 60"/>
              <a:gd name="T3" fmla="*/ 730943 h 1119"/>
              <a:gd name="T4" fmla="*/ 39652 w 60"/>
              <a:gd name="T5" fmla="*/ 0 h 1119"/>
              <a:gd name="T6" fmla="*/ 0 w 60"/>
              <a:gd name="T7" fmla="*/ 0 h 1119"/>
              <a:gd name="T8" fmla="*/ 0 w 60"/>
              <a:gd name="T9" fmla="*/ 730943 h 11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0" h="1119">
                <a:moveTo>
                  <a:pt x="0" y="1118"/>
                </a:moveTo>
                <a:lnTo>
                  <a:pt x="59" y="1118"/>
                </a:lnTo>
                <a:lnTo>
                  <a:pt x="59" y="0"/>
                </a:lnTo>
                <a:lnTo>
                  <a:pt x="0" y="0"/>
                </a:lnTo>
                <a:lnTo>
                  <a:pt x="0" y="1118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85" name="Freeform 536">
            <a:extLst>
              <a:ext uri="{FF2B5EF4-FFF2-40B4-BE49-F238E27FC236}">
                <a16:creationId xmlns:a16="http://schemas.microsoft.com/office/drawing/2014/main" id="{3F82352D-F4AA-0441-972E-6C52C0FDF3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121" y="3884927"/>
            <a:ext cx="38451" cy="697617"/>
          </a:xfrm>
          <a:custGeom>
            <a:avLst/>
            <a:gdLst>
              <a:gd name="T0" fmla="*/ 0 w 60"/>
              <a:gd name="T1" fmla="*/ 730943 h 1118"/>
              <a:gd name="T2" fmla="*/ 39652 w 60"/>
              <a:gd name="T3" fmla="*/ 730943 h 1118"/>
              <a:gd name="T4" fmla="*/ 39652 w 60"/>
              <a:gd name="T5" fmla="*/ 0 h 1118"/>
              <a:gd name="T6" fmla="*/ 0 w 60"/>
              <a:gd name="T7" fmla="*/ 0 h 1118"/>
              <a:gd name="T8" fmla="*/ 0 w 60"/>
              <a:gd name="T9" fmla="*/ 730943 h 111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0" h="1118">
                <a:moveTo>
                  <a:pt x="0" y="1117"/>
                </a:moveTo>
                <a:lnTo>
                  <a:pt x="59" y="1117"/>
                </a:lnTo>
                <a:lnTo>
                  <a:pt x="59" y="0"/>
                </a:lnTo>
                <a:lnTo>
                  <a:pt x="0" y="0"/>
                </a:lnTo>
                <a:lnTo>
                  <a:pt x="0" y="1117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86" name="Freeform 537">
            <a:extLst>
              <a:ext uri="{FF2B5EF4-FFF2-40B4-BE49-F238E27FC236}">
                <a16:creationId xmlns:a16="http://schemas.microsoft.com/office/drawing/2014/main" id="{2C82B708-D608-CE40-A527-F0905B44E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121" y="5324105"/>
            <a:ext cx="38451" cy="697617"/>
          </a:xfrm>
          <a:custGeom>
            <a:avLst/>
            <a:gdLst>
              <a:gd name="T0" fmla="*/ 0 w 60"/>
              <a:gd name="T1" fmla="*/ 730943 h 1119"/>
              <a:gd name="T2" fmla="*/ 39652 w 60"/>
              <a:gd name="T3" fmla="*/ 730943 h 1119"/>
              <a:gd name="T4" fmla="*/ 39652 w 60"/>
              <a:gd name="T5" fmla="*/ 0 h 1119"/>
              <a:gd name="T6" fmla="*/ 0 w 60"/>
              <a:gd name="T7" fmla="*/ 0 h 1119"/>
              <a:gd name="T8" fmla="*/ 0 w 60"/>
              <a:gd name="T9" fmla="*/ 730943 h 111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0" h="1119">
                <a:moveTo>
                  <a:pt x="0" y="1118"/>
                </a:moveTo>
                <a:lnTo>
                  <a:pt x="59" y="1118"/>
                </a:lnTo>
                <a:lnTo>
                  <a:pt x="59" y="0"/>
                </a:lnTo>
                <a:lnTo>
                  <a:pt x="0" y="0"/>
                </a:lnTo>
                <a:lnTo>
                  <a:pt x="0" y="1118"/>
                </a:lnTo>
              </a:path>
            </a:pathLst>
          </a:cu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endParaRPr lang="en-US" dirty="0">
              <a:latin typeface="Poppins" pitchFamily="2" charset="77"/>
            </a:endParaRPr>
          </a:p>
        </p:txBody>
      </p:sp>
      <p:sp>
        <p:nvSpPr>
          <p:cNvPr id="87" name="TextBox 5">
            <a:extLst>
              <a:ext uri="{FF2B5EF4-FFF2-40B4-BE49-F238E27FC236}">
                <a16:creationId xmlns:a16="http://schemas.microsoft.com/office/drawing/2014/main" id="{6D60B5D4-3E1E-8D44-9C71-3D0D9EC78428}"/>
              </a:ext>
            </a:extLst>
          </p:cNvPr>
          <p:cNvSpPr txBox="1"/>
          <p:nvPr/>
        </p:nvSpPr>
        <p:spPr>
          <a:xfrm>
            <a:off x="835796" y="2338703"/>
            <a:ext cx="1849599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s-ES" sz="1700" b="1" spc="-1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IDENTIFICAR</a:t>
            </a:r>
            <a:endParaRPr lang="en-US" sz="1700" b="1" spc="-15" dirty="0">
              <a:solidFill>
                <a:schemeClr val="tx2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8" name="TextBox 6">
            <a:extLst>
              <a:ext uri="{FF2B5EF4-FFF2-40B4-BE49-F238E27FC236}">
                <a16:creationId xmlns:a16="http://schemas.microsoft.com/office/drawing/2014/main" id="{1EF3B93E-718D-ED4D-96E5-A65F9ECC9649}"/>
              </a:ext>
            </a:extLst>
          </p:cNvPr>
          <p:cNvSpPr txBox="1"/>
          <p:nvPr/>
        </p:nvSpPr>
        <p:spPr>
          <a:xfrm>
            <a:off x="835796" y="2708969"/>
            <a:ext cx="1849599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spc="-15" dirty="0">
                <a:latin typeface="Poppins" pitchFamily="2" charset="77"/>
                <a:cs typeface="Poppins" pitchFamily="2" charset="77"/>
              </a:rPr>
              <a:t>Identificación a alto nivel, antes de formar el equipo del proyecto.</a:t>
            </a:r>
          </a:p>
        </p:txBody>
      </p:sp>
      <p:sp>
        <p:nvSpPr>
          <p:cNvPr id="89" name="TextBox 7">
            <a:extLst>
              <a:ext uri="{FF2B5EF4-FFF2-40B4-BE49-F238E27FC236}">
                <a16:creationId xmlns:a16="http://schemas.microsoft.com/office/drawing/2014/main" id="{EAF6426E-207F-F04F-8337-F0CF32BA3EC8}"/>
              </a:ext>
            </a:extLst>
          </p:cNvPr>
          <p:cNvSpPr txBox="1"/>
          <p:nvPr/>
        </p:nvSpPr>
        <p:spPr>
          <a:xfrm>
            <a:off x="835796" y="3787983"/>
            <a:ext cx="1849599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700" b="1" spc="-1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ENTENDER</a:t>
            </a:r>
          </a:p>
        </p:txBody>
      </p:sp>
      <p:sp>
        <p:nvSpPr>
          <p:cNvPr id="90" name="TextBox 8">
            <a:extLst>
              <a:ext uri="{FF2B5EF4-FFF2-40B4-BE49-F238E27FC236}">
                <a16:creationId xmlns:a16="http://schemas.microsoft.com/office/drawing/2014/main" id="{890B58E7-117A-CB40-9EE8-86FDAEFC6A06}"/>
              </a:ext>
            </a:extLst>
          </p:cNvPr>
          <p:cNvSpPr txBox="1"/>
          <p:nvPr/>
        </p:nvSpPr>
        <p:spPr>
          <a:xfrm>
            <a:off x="835796" y="4158249"/>
            <a:ext cx="1849599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spc="-15" dirty="0">
                <a:latin typeface="Poppins" pitchFamily="2" charset="77"/>
                <a:cs typeface="Poppins" pitchFamily="2" charset="77"/>
              </a:rPr>
              <a:t>Sentimientos, emociones, creencias, </a:t>
            </a:r>
            <a:r>
              <a:rPr lang="en-US" sz="1200" spc="-15" dirty="0" err="1">
                <a:latin typeface="Poppins" pitchFamily="2" charset="77"/>
                <a:cs typeface="Poppins" pitchFamily="2" charset="77"/>
              </a:rPr>
              <a:t>necesidades</a:t>
            </a:r>
            <a:r>
              <a:rPr lang="en-US" sz="1200" spc="-15" dirty="0">
                <a:latin typeface="Poppins" pitchFamily="2" charset="77"/>
                <a:cs typeface="Poppins" pitchFamily="2" charset="77"/>
              </a:rPr>
              <a:t>. Mayores riesgos.</a:t>
            </a:r>
          </a:p>
        </p:txBody>
      </p:sp>
      <p:sp>
        <p:nvSpPr>
          <p:cNvPr id="91" name="TextBox 9">
            <a:extLst>
              <a:ext uri="{FF2B5EF4-FFF2-40B4-BE49-F238E27FC236}">
                <a16:creationId xmlns:a16="http://schemas.microsoft.com/office/drawing/2014/main" id="{594E5D01-ACC1-C944-A44F-55BB1AD7DAD3}"/>
              </a:ext>
            </a:extLst>
          </p:cNvPr>
          <p:cNvSpPr txBox="1"/>
          <p:nvPr/>
        </p:nvSpPr>
        <p:spPr>
          <a:xfrm>
            <a:off x="835796" y="5237264"/>
            <a:ext cx="1849599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700" b="1" spc="-1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ANALIZAR</a:t>
            </a:r>
          </a:p>
        </p:txBody>
      </p:sp>
      <p:sp>
        <p:nvSpPr>
          <p:cNvPr id="92" name="TextBox 10">
            <a:extLst>
              <a:ext uri="{FF2B5EF4-FFF2-40B4-BE49-F238E27FC236}">
                <a16:creationId xmlns:a16="http://schemas.microsoft.com/office/drawing/2014/main" id="{3297479D-B4E3-4A41-8074-03A8FEE29544}"/>
              </a:ext>
            </a:extLst>
          </p:cNvPr>
          <p:cNvSpPr txBox="1"/>
          <p:nvPr/>
        </p:nvSpPr>
        <p:spPr>
          <a:xfrm>
            <a:off x="835796" y="5607530"/>
            <a:ext cx="1849599" cy="5539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200" spc="-15" dirty="0">
                <a:latin typeface="Poppins" pitchFamily="2" charset="77"/>
                <a:cs typeface="Poppins" pitchFamily="2" charset="77"/>
              </a:rPr>
              <a:t>Cada posición y perspectiva</a:t>
            </a:r>
          </a:p>
        </p:txBody>
      </p:sp>
      <p:sp>
        <p:nvSpPr>
          <p:cNvPr id="93" name="TextBox 11">
            <a:extLst>
              <a:ext uri="{FF2B5EF4-FFF2-40B4-BE49-F238E27FC236}">
                <a16:creationId xmlns:a16="http://schemas.microsoft.com/office/drawing/2014/main" id="{D2EE2635-A409-7746-9370-C24A13AB47A3}"/>
              </a:ext>
            </a:extLst>
          </p:cNvPr>
          <p:cNvSpPr txBox="1"/>
          <p:nvPr/>
        </p:nvSpPr>
        <p:spPr>
          <a:xfrm>
            <a:off x="9491028" y="2338703"/>
            <a:ext cx="1851147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700" b="1" spc="-1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PRIORIZAR</a:t>
            </a:r>
          </a:p>
        </p:txBody>
      </p:sp>
      <p:sp>
        <p:nvSpPr>
          <p:cNvPr id="94" name="TextBox 12">
            <a:extLst>
              <a:ext uri="{FF2B5EF4-FFF2-40B4-BE49-F238E27FC236}">
                <a16:creationId xmlns:a16="http://schemas.microsoft.com/office/drawing/2014/main" id="{174C704E-3C6E-9F46-9925-6CA1DF948910}"/>
              </a:ext>
            </a:extLst>
          </p:cNvPr>
          <p:cNvSpPr txBox="1"/>
          <p:nvPr/>
        </p:nvSpPr>
        <p:spPr>
          <a:xfrm>
            <a:off x="9491028" y="2708969"/>
            <a:ext cx="1851147" cy="7619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200" spc="-15" dirty="0">
                <a:latin typeface="Poppins" pitchFamily="2" charset="77"/>
                <a:cs typeface="Poppins" pitchFamily="2" charset="77"/>
              </a:rPr>
              <a:t>En función a la influencia, interés y nivel de involucramiento.</a:t>
            </a:r>
          </a:p>
        </p:txBody>
      </p:sp>
      <p:sp>
        <p:nvSpPr>
          <p:cNvPr id="95" name="TextBox 13">
            <a:extLst>
              <a:ext uri="{FF2B5EF4-FFF2-40B4-BE49-F238E27FC236}">
                <a16:creationId xmlns:a16="http://schemas.microsoft.com/office/drawing/2014/main" id="{0446AE2D-A39C-5947-A7CD-53CC918B17C8}"/>
              </a:ext>
            </a:extLst>
          </p:cNvPr>
          <p:cNvSpPr txBox="1"/>
          <p:nvPr/>
        </p:nvSpPr>
        <p:spPr>
          <a:xfrm>
            <a:off x="9491028" y="3787983"/>
            <a:ext cx="1851147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700" b="1" spc="-1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INVOLUCRAR</a:t>
            </a:r>
          </a:p>
        </p:txBody>
      </p:sp>
      <p:sp>
        <p:nvSpPr>
          <p:cNvPr id="96" name="TextBox 14">
            <a:extLst>
              <a:ext uri="{FF2B5EF4-FFF2-40B4-BE49-F238E27FC236}">
                <a16:creationId xmlns:a16="http://schemas.microsoft.com/office/drawing/2014/main" id="{964CED05-B7CD-0C4B-9ED5-82B859AEA781}"/>
              </a:ext>
            </a:extLst>
          </p:cNvPr>
          <p:cNvSpPr txBox="1"/>
          <p:nvPr/>
        </p:nvSpPr>
        <p:spPr>
          <a:xfrm>
            <a:off x="9491028" y="4158249"/>
            <a:ext cx="1851147" cy="78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200" spc="-15" dirty="0">
                <a:latin typeface="Poppins" pitchFamily="2" charset="77"/>
                <a:cs typeface="Poppins" pitchFamily="2" charset="77"/>
              </a:rPr>
              <a:t>Manejo de expectativas, resolver problemas, negociación</a:t>
            </a:r>
          </a:p>
        </p:txBody>
      </p:sp>
      <p:sp>
        <p:nvSpPr>
          <p:cNvPr id="97" name="TextBox 15">
            <a:extLst>
              <a:ext uri="{FF2B5EF4-FFF2-40B4-BE49-F238E27FC236}">
                <a16:creationId xmlns:a16="http://schemas.microsoft.com/office/drawing/2014/main" id="{F4BC7EB3-233E-1A4E-A1CA-DD540133F22C}"/>
              </a:ext>
            </a:extLst>
          </p:cNvPr>
          <p:cNvSpPr txBox="1"/>
          <p:nvPr/>
        </p:nvSpPr>
        <p:spPr>
          <a:xfrm>
            <a:off x="9491028" y="5237264"/>
            <a:ext cx="1851147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700" b="1" spc="-15" dirty="0">
                <a:solidFill>
                  <a:schemeClr val="tx2"/>
                </a:solidFill>
                <a:latin typeface="Poppins" pitchFamily="2" charset="77"/>
                <a:cs typeface="Poppins" pitchFamily="2" charset="77"/>
              </a:rPr>
              <a:t>MONITOREAR</a:t>
            </a:r>
          </a:p>
        </p:txBody>
      </p:sp>
      <p:sp>
        <p:nvSpPr>
          <p:cNvPr id="98" name="TextBox 16">
            <a:extLst>
              <a:ext uri="{FF2B5EF4-FFF2-40B4-BE49-F238E27FC236}">
                <a16:creationId xmlns:a16="http://schemas.microsoft.com/office/drawing/2014/main" id="{19D6C11B-936F-8345-AD3B-F1A9E5EC0BED}"/>
              </a:ext>
            </a:extLst>
          </p:cNvPr>
          <p:cNvSpPr txBox="1"/>
          <p:nvPr/>
        </p:nvSpPr>
        <p:spPr>
          <a:xfrm>
            <a:off x="9491028" y="5607530"/>
            <a:ext cx="1851147" cy="531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200" spc="-15" dirty="0">
                <a:latin typeface="Poppins" pitchFamily="2" charset="77"/>
                <a:cs typeface="Poppins" pitchFamily="2" charset="77"/>
              </a:rPr>
              <a:t>Actitudes, satisfacción. Es constante.</a:t>
            </a:r>
          </a:p>
        </p:txBody>
      </p:sp>
      <p:sp>
        <p:nvSpPr>
          <p:cNvPr id="101" name="Título 1">
            <a:extLst>
              <a:ext uri="{FF2B5EF4-FFF2-40B4-BE49-F238E27FC236}">
                <a16:creationId xmlns:a16="http://schemas.microsoft.com/office/drawing/2014/main" id="{AE0BC224-9EB0-3E44-F0D0-F773FF0F6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01. PLANIFICAR LA GESTIÓN DE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043517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n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8" y="1946317"/>
            <a:ext cx="5137683" cy="4644816"/>
          </a:xfrm>
          <a:prstGeom prst="rect">
            <a:avLst/>
          </a:prstGeom>
        </p:spPr>
      </p:pic>
      <p:graphicFrame>
        <p:nvGraphicFramePr>
          <p:cNvPr id="3" name="Tabla 2"/>
          <p:cNvGraphicFramePr>
            <a:graphicFrameLocks noGrp="1"/>
          </p:cNvGraphicFramePr>
          <p:nvPr/>
        </p:nvGraphicFramePr>
        <p:xfrm>
          <a:off x="5630778" y="2564508"/>
          <a:ext cx="6172584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9110">
                  <a:extLst>
                    <a:ext uri="{9D8B030D-6E8A-4147-A177-3AD203B41FA5}">
                      <a16:colId xmlns:a16="http://schemas.microsoft.com/office/drawing/2014/main" val="2664397314"/>
                    </a:ext>
                  </a:extLst>
                </a:gridCol>
                <a:gridCol w="2582779">
                  <a:extLst>
                    <a:ext uri="{9D8B030D-6E8A-4147-A177-3AD203B41FA5}">
                      <a16:colId xmlns:a16="http://schemas.microsoft.com/office/drawing/2014/main" val="4221693065"/>
                    </a:ext>
                  </a:extLst>
                </a:gridCol>
                <a:gridCol w="2550695">
                  <a:extLst>
                    <a:ext uri="{9D8B030D-6E8A-4147-A177-3AD203B41FA5}">
                      <a16:colId xmlns:a16="http://schemas.microsoft.com/office/drawing/2014/main" val="2000635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Formal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Informal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60641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Verbal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Presentaciones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Conversaciones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4607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Lluvia de ideas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Discusiones ad hoc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323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Demostración del producto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6764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PE" dirty="0"/>
                        <a:t>Escrito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Reportes específicos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Ayudas memoria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565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Documentos del proyecto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E-mails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2173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P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Caso de negocio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PE" dirty="0"/>
                        <a:t>Mensajes por RRSS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269130"/>
                  </a:ext>
                </a:extLst>
              </a:tr>
            </a:tbl>
          </a:graphicData>
        </a:graphic>
      </p:graphicFrame>
      <p:sp>
        <p:nvSpPr>
          <p:cNvPr id="6" name="Título 1"/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01. PLANIFICAR LA GESTIÓN DE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662787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ángulo 41"/>
          <p:cNvSpPr/>
          <p:nvPr/>
        </p:nvSpPr>
        <p:spPr>
          <a:xfrm>
            <a:off x="581192" y="3474462"/>
            <a:ext cx="2952422" cy="110616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MODELO DE MOTIVACIÓN</a:t>
            </a:r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969" y="1947579"/>
            <a:ext cx="5524344" cy="4662448"/>
          </a:xfrm>
          <a:prstGeom prst="rect">
            <a:avLst/>
          </a:prstGeom>
        </p:spPr>
      </p:pic>
      <p:sp>
        <p:nvSpPr>
          <p:cNvPr id="4" name="CuadroTexto 3"/>
          <p:cNvSpPr txBox="1"/>
          <p:nvPr/>
        </p:nvSpPr>
        <p:spPr>
          <a:xfrm>
            <a:off x="9766510" y="6486916"/>
            <a:ext cx="18442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Fuente: FOLEIE</a:t>
            </a:r>
            <a:endParaRPr lang="en-US" sz="1000" dirty="0"/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6415D9C3-106B-B501-478E-246CA25D4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01. PLANIFICAR LA GESTIÓN DE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765621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ángulo 41"/>
          <p:cNvSpPr/>
          <p:nvPr/>
        </p:nvSpPr>
        <p:spPr>
          <a:xfrm>
            <a:off x="581192" y="3474462"/>
            <a:ext cx="1984587" cy="110616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MODELO DE MOTIVACIÓN</a:t>
            </a:r>
            <a:endParaRPr lang="en-US" dirty="0"/>
          </a:p>
        </p:txBody>
      </p:sp>
      <p:pic>
        <p:nvPicPr>
          <p:cNvPr id="2050" name="Picture 2" descr="El Rincón del Sueko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8041" y="1600200"/>
            <a:ext cx="8311487" cy="4964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45A75FA8-49FA-1164-1987-3D014E45F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01. PLANIFICAR LA GESTIÓN DE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2714734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99;p34"/>
          <p:cNvSpPr/>
          <p:nvPr/>
        </p:nvSpPr>
        <p:spPr>
          <a:xfrm rot="-2046653">
            <a:off x="2641045" y="3498605"/>
            <a:ext cx="1665310" cy="1649574"/>
          </a:xfrm>
          <a:prstGeom prst="ellipse">
            <a:avLst/>
          </a:prstGeom>
          <a:solidFill>
            <a:srgbClr val="A1C3FA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1000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ANÁLISIS DE LOS INTERESADOS</a:t>
            </a:r>
            <a:endParaRPr sz="1000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pSp>
        <p:nvGrpSpPr>
          <p:cNvPr id="6" name="Google Shape;500;p34"/>
          <p:cNvGrpSpPr/>
          <p:nvPr/>
        </p:nvGrpSpPr>
        <p:grpSpPr>
          <a:xfrm>
            <a:off x="184226" y="2632389"/>
            <a:ext cx="3049374" cy="2715893"/>
            <a:chOff x="1978637" y="1202068"/>
            <a:chExt cx="2407147" cy="2190413"/>
          </a:xfrm>
        </p:grpSpPr>
        <p:sp>
          <p:nvSpPr>
            <p:cNvPr id="7" name="Google Shape;501;p34"/>
            <p:cNvSpPr/>
            <p:nvPr/>
          </p:nvSpPr>
          <p:spPr>
            <a:xfrm rot="-2081187">
              <a:off x="2278971" y="1519484"/>
              <a:ext cx="1601327" cy="1555582"/>
            </a:xfrm>
            <a:custGeom>
              <a:avLst/>
              <a:gdLst/>
              <a:ahLst/>
              <a:cxnLst/>
              <a:rect l="l" t="t" r="r" b="b"/>
              <a:pathLst>
                <a:path w="246" h="240" extrusionOk="0">
                  <a:moveTo>
                    <a:pt x="246" y="29"/>
                  </a:moveTo>
                  <a:cubicBezTo>
                    <a:pt x="241" y="19"/>
                    <a:pt x="235" y="9"/>
                    <a:pt x="228" y="0"/>
                  </a:cubicBezTo>
                  <a:cubicBezTo>
                    <a:pt x="111" y="25"/>
                    <a:pt x="19" y="120"/>
                    <a:pt x="0" y="240"/>
                  </a:cubicBezTo>
                  <a:cubicBezTo>
                    <a:pt x="11" y="237"/>
                    <a:pt x="22" y="234"/>
                    <a:pt x="34" y="232"/>
                  </a:cubicBezTo>
                  <a:cubicBezTo>
                    <a:pt x="56" y="128"/>
                    <a:pt x="140" y="46"/>
                    <a:pt x="246" y="29"/>
                  </a:cubicBezTo>
                  <a:close/>
                </a:path>
              </a:pathLst>
            </a:custGeom>
            <a:solidFill>
              <a:srgbClr val="A1C3FA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8" name="Google Shape;502;p34"/>
            <p:cNvSpPr/>
            <p:nvPr/>
          </p:nvSpPr>
          <p:spPr>
            <a:xfrm rot="-2081188">
              <a:off x="2605674" y="1601249"/>
              <a:ext cx="1541190" cy="1320966"/>
            </a:xfrm>
            <a:custGeom>
              <a:avLst/>
              <a:gdLst/>
              <a:ahLst/>
              <a:cxnLst/>
              <a:rect l="l" t="t" r="r" b="b"/>
              <a:pathLst>
                <a:path w="248" h="213" extrusionOk="0">
                  <a:moveTo>
                    <a:pt x="142" y="213"/>
                  </a:moveTo>
                  <a:cubicBezTo>
                    <a:pt x="152" y="188"/>
                    <a:pt x="170" y="167"/>
                    <a:pt x="194" y="153"/>
                  </a:cubicBezTo>
                  <a:cubicBezTo>
                    <a:pt x="211" y="143"/>
                    <a:pt x="230" y="137"/>
                    <a:pt x="248" y="136"/>
                  </a:cubicBezTo>
                  <a:cubicBezTo>
                    <a:pt x="247" y="87"/>
                    <a:pt x="234" y="41"/>
                    <a:pt x="212" y="0"/>
                  </a:cubicBezTo>
                  <a:cubicBezTo>
                    <a:pt x="106" y="17"/>
                    <a:pt x="22" y="99"/>
                    <a:pt x="0" y="203"/>
                  </a:cubicBezTo>
                  <a:cubicBezTo>
                    <a:pt x="46" y="195"/>
                    <a:pt x="95" y="198"/>
                    <a:pt x="142" y="213"/>
                  </a:cubicBezTo>
                  <a:close/>
                </a:path>
              </a:pathLst>
            </a:custGeom>
            <a:solidFill>
              <a:srgbClr val="0C58D3"/>
            </a:solidFill>
            <a:ln w="127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Google Shape;503;p34"/>
            <p:cNvSpPr txBox="1"/>
            <p:nvPr/>
          </p:nvSpPr>
          <p:spPr>
            <a:xfrm rot="-4432199">
              <a:off x="2798390" y="1964894"/>
              <a:ext cx="1304451" cy="56253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300" kern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Aporte o contribución</a:t>
              </a:r>
              <a:endParaRPr sz="1300" ker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0" name="Google Shape;504;p34"/>
          <p:cNvGrpSpPr/>
          <p:nvPr/>
        </p:nvGrpSpPr>
        <p:grpSpPr>
          <a:xfrm>
            <a:off x="1309746" y="4365595"/>
            <a:ext cx="2670421" cy="3021839"/>
            <a:chOff x="2867112" y="2599927"/>
            <a:chExt cx="2108006" cy="2437164"/>
          </a:xfrm>
        </p:grpSpPr>
        <p:sp>
          <p:nvSpPr>
            <p:cNvPr id="11" name="Google Shape;505;p34"/>
            <p:cNvSpPr/>
            <p:nvPr/>
          </p:nvSpPr>
          <p:spPr>
            <a:xfrm rot="-2081188">
              <a:off x="3325156" y="2966530"/>
              <a:ext cx="1061085" cy="1941128"/>
            </a:xfrm>
            <a:custGeom>
              <a:avLst/>
              <a:gdLst/>
              <a:ahLst/>
              <a:cxnLst/>
              <a:rect l="l" t="t" r="r" b="b"/>
              <a:pathLst>
                <a:path w="163" h="300" extrusionOk="0">
                  <a:moveTo>
                    <a:pt x="32" y="39"/>
                  </a:moveTo>
                  <a:cubicBezTo>
                    <a:pt x="32" y="26"/>
                    <a:pt x="33" y="13"/>
                    <a:pt x="35" y="0"/>
                  </a:cubicBezTo>
                  <a:cubicBezTo>
                    <a:pt x="24" y="2"/>
                    <a:pt x="13" y="5"/>
                    <a:pt x="2" y="8"/>
                  </a:cubicBezTo>
                  <a:cubicBezTo>
                    <a:pt x="1" y="19"/>
                    <a:pt x="0" y="29"/>
                    <a:pt x="0" y="39"/>
                  </a:cubicBezTo>
                  <a:cubicBezTo>
                    <a:pt x="0" y="153"/>
                    <a:pt x="65" y="252"/>
                    <a:pt x="160" y="300"/>
                  </a:cubicBezTo>
                  <a:cubicBezTo>
                    <a:pt x="160" y="289"/>
                    <a:pt x="161" y="277"/>
                    <a:pt x="163" y="265"/>
                  </a:cubicBezTo>
                  <a:cubicBezTo>
                    <a:pt x="85" y="220"/>
                    <a:pt x="32" y="136"/>
                    <a:pt x="32" y="39"/>
                  </a:cubicBezTo>
                  <a:close/>
                </a:path>
              </a:pathLst>
            </a:custGeom>
            <a:solidFill>
              <a:srgbClr val="A1C3FA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2" name="Google Shape;506;p34"/>
            <p:cNvSpPr/>
            <p:nvPr/>
          </p:nvSpPr>
          <p:spPr>
            <a:xfrm rot="-2081187">
              <a:off x="3456358" y="2773799"/>
              <a:ext cx="1138968" cy="1690435"/>
            </a:xfrm>
            <a:custGeom>
              <a:avLst/>
              <a:gdLst/>
              <a:ahLst/>
              <a:cxnLst/>
              <a:rect l="l" t="t" r="r" b="b"/>
              <a:pathLst>
                <a:path w="183" h="273" extrusionOk="0">
                  <a:moveTo>
                    <a:pt x="156" y="108"/>
                  </a:moveTo>
                  <a:cubicBezTo>
                    <a:pt x="139" y="79"/>
                    <a:pt x="136" y="46"/>
                    <a:pt x="144" y="16"/>
                  </a:cubicBezTo>
                  <a:cubicBezTo>
                    <a:pt x="97" y="2"/>
                    <a:pt x="48" y="0"/>
                    <a:pt x="3" y="8"/>
                  </a:cubicBezTo>
                  <a:cubicBezTo>
                    <a:pt x="1" y="21"/>
                    <a:pt x="0" y="34"/>
                    <a:pt x="0" y="47"/>
                  </a:cubicBezTo>
                  <a:cubicBezTo>
                    <a:pt x="0" y="144"/>
                    <a:pt x="53" y="228"/>
                    <a:pt x="131" y="273"/>
                  </a:cubicBezTo>
                  <a:cubicBezTo>
                    <a:pt x="138" y="227"/>
                    <a:pt x="155" y="182"/>
                    <a:pt x="183" y="141"/>
                  </a:cubicBezTo>
                  <a:cubicBezTo>
                    <a:pt x="173" y="132"/>
                    <a:pt x="163" y="121"/>
                    <a:pt x="156" y="108"/>
                  </a:cubicBezTo>
                  <a:close/>
                </a:path>
              </a:pathLst>
            </a:custGeom>
            <a:solidFill>
              <a:srgbClr val="0D5DDF"/>
            </a:solidFill>
            <a:ln w="127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3" name="Google Shape;507;p34"/>
            <p:cNvSpPr txBox="1"/>
            <p:nvPr/>
          </p:nvSpPr>
          <p:spPr>
            <a:xfrm rot="2156063">
              <a:off x="3231785" y="3231412"/>
              <a:ext cx="1304574" cy="5628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300" kern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Conocimiento</a:t>
              </a:r>
              <a:endParaRPr sz="1300" ker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" name="Google Shape;508;p34"/>
          <p:cNvGrpSpPr/>
          <p:nvPr/>
        </p:nvGrpSpPr>
        <p:grpSpPr>
          <a:xfrm>
            <a:off x="3172453" y="4197572"/>
            <a:ext cx="3071365" cy="2600743"/>
            <a:chOff x="4337515" y="2464414"/>
            <a:chExt cx="2424506" cy="2097542"/>
          </a:xfrm>
        </p:grpSpPr>
        <p:sp>
          <p:nvSpPr>
            <p:cNvPr id="15" name="Google Shape;509;p34"/>
            <p:cNvSpPr/>
            <p:nvPr/>
          </p:nvSpPr>
          <p:spPr>
            <a:xfrm rot="-2081187">
              <a:off x="4648818" y="3375680"/>
              <a:ext cx="2119401" cy="640096"/>
            </a:xfrm>
            <a:custGeom>
              <a:avLst/>
              <a:gdLst/>
              <a:ahLst/>
              <a:cxnLst/>
              <a:rect l="l" t="t" r="r" b="b"/>
              <a:pathLst>
                <a:path w="326" h="99" extrusionOk="0">
                  <a:moveTo>
                    <a:pt x="119" y="67"/>
                  </a:moveTo>
                  <a:cubicBezTo>
                    <a:pt x="77" y="67"/>
                    <a:pt x="37" y="57"/>
                    <a:pt x="2" y="40"/>
                  </a:cubicBezTo>
                  <a:cubicBezTo>
                    <a:pt x="1" y="51"/>
                    <a:pt x="0" y="63"/>
                    <a:pt x="0" y="74"/>
                  </a:cubicBezTo>
                  <a:cubicBezTo>
                    <a:pt x="36" y="90"/>
                    <a:pt x="76" y="99"/>
                    <a:pt x="119" y="99"/>
                  </a:cubicBezTo>
                  <a:cubicBezTo>
                    <a:pt x="200" y="99"/>
                    <a:pt x="273" y="67"/>
                    <a:pt x="326" y="14"/>
                  </a:cubicBezTo>
                  <a:cubicBezTo>
                    <a:pt x="315" y="10"/>
                    <a:pt x="304" y="5"/>
                    <a:pt x="294" y="0"/>
                  </a:cubicBezTo>
                  <a:cubicBezTo>
                    <a:pt x="247" y="42"/>
                    <a:pt x="186" y="67"/>
                    <a:pt x="119" y="67"/>
                  </a:cubicBezTo>
                  <a:close/>
                </a:path>
              </a:pathLst>
            </a:custGeom>
            <a:solidFill>
              <a:srgbClr val="A1C3FA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6" name="Google Shape;510;p34"/>
            <p:cNvSpPr/>
            <p:nvPr/>
          </p:nvSpPr>
          <p:spPr>
            <a:xfrm rot="-2081187">
              <a:off x="4457034" y="2893418"/>
              <a:ext cx="1815979" cy="987157"/>
            </a:xfrm>
            <a:custGeom>
              <a:avLst/>
              <a:gdLst/>
              <a:ahLst/>
              <a:cxnLst/>
              <a:rect l="l" t="t" r="r" b="b"/>
              <a:pathLst>
                <a:path w="292" h="159" extrusionOk="0">
                  <a:moveTo>
                    <a:pt x="182" y="1"/>
                  </a:moveTo>
                  <a:cubicBezTo>
                    <a:pt x="181" y="2"/>
                    <a:pt x="179" y="3"/>
                    <a:pt x="177" y="4"/>
                  </a:cubicBezTo>
                  <a:cubicBezTo>
                    <a:pt x="137" y="27"/>
                    <a:pt x="88" y="24"/>
                    <a:pt x="51" y="0"/>
                  </a:cubicBezTo>
                  <a:cubicBezTo>
                    <a:pt x="23" y="41"/>
                    <a:pt x="6" y="86"/>
                    <a:pt x="0" y="132"/>
                  </a:cubicBezTo>
                  <a:cubicBezTo>
                    <a:pt x="35" y="149"/>
                    <a:pt x="75" y="159"/>
                    <a:pt x="117" y="159"/>
                  </a:cubicBezTo>
                  <a:cubicBezTo>
                    <a:pt x="184" y="159"/>
                    <a:pt x="245" y="134"/>
                    <a:pt x="292" y="92"/>
                  </a:cubicBezTo>
                  <a:cubicBezTo>
                    <a:pt x="250" y="71"/>
                    <a:pt x="212" y="41"/>
                    <a:pt x="182" y="1"/>
                  </a:cubicBezTo>
                  <a:close/>
                </a:path>
              </a:pathLst>
            </a:custGeom>
            <a:solidFill>
              <a:srgbClr val="0E65F0"/>
            </a:solidFill>
            <a:ln w="127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7" name="Google Shape;511;p34"/>
            <p:cNvSpPr txBox="1"/>
            <p:nvPr/>
          </p:nvSpPr>
          <p:spPr>
            <a:xfrm rot="-2245873">
              <a:off x="4639442" y="3207930"/>
              <a:ext cx="1304523" cy="5630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300" kern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Propiedad</a:t>
              </a:r>
              <a:endParaRPr sz="1300" ker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" name="Google Shape;512;p34"/>
          <p:cNvGrpSpPr/>
          <p:nvPr/>
        </p:nvGrpSpPr>
        <p:grpSpPr>
          <a:xfrm>
            <a:off x="1811378" y="1230391"/>
            <a:ext cx="2969510" cy="2939392"/>
            <a:chOff x="3263096" y="71333"/>
            <a:chExt cx="2344104" cy="2370669"/>
          </a:xfrm>
        </p:grpSpPr>
        <p:sp>
          <p:nvSpPr>
            <p:cNvPr id="19" name="Google Shape;513;p34"/>
            <p:cNvSpPr/>
            <p:nvPr/>
          </p:nvSpPr>
          <p:spPr>
            <a:xfrm rot="-2081187">
              <a:off x="3407226" y="525393"/>
              <a:ext cx="1943480" cy="1113468"/>
            </a:xfrm>
            <a:custGeom>
              <a:avLst/>
              <a:gdLst/>
              <a:ahLst/>
              <a:cxnLst/>
              <a:rect l="l" t="t" r="r" b="b"/>
              <a:pathLst>
                <a:path w="299" h="172" extrusionOk="0">
                  <a:moveTo>
                    <a:pt x="45" y="32"/>
                  </a:moveTo>
                  <a:cubicBezTo>
                    <a:pt x="146" y="32"/>
                    <a:pt x="233" y="89"/>
                    <a:pt x="276" y="172"/>
                  </a:cubicBezTo>
                  <a:cubicBezTo>
                    <a:pt x="284" y="164"/>
                    <a:pt x="292" y="155"/>
                    <a:pt x="299" y="146"/>
                  </a:cubicBezTo>
                  <a:cubicBezTo>
                    <a:pt x="248" y="59"/>
                    <a:pt x="153" y="0"/>
                    <a:pt x="45" y="0"/>
                  </a:cubicBezTo>
                  <a:cubicBezTo>
                    <a:pt x="30" y="0"/>
                    <a:pt x="14" y="1"/>
                    <a:pt x="0" y="3"/>
                  </a:cubicBezTo>
                  <a:cubicBezTo>
                    <a:pt x="6" y="13"/>
                    <a:pt x="12" y="23"/>
                    <a:pt x="18" y="33"/>
                  </a:cubicBezTo>
                  <a:cubicBezTo>
                    <a:pt x="27" y="32"/>
                    <a:pt x="36" y="32"/>
                    <a:pt x="45" y="32"/>
                  </a:cubicBezTo>
                  <a:close/>
                </a:path>
              </a:pathLst>
            </a:custGeom>
            <a:solidFill>
              <a:srgbClr val="A1C3FA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0" name="Google Shape;514;p34"/>
            <p:cNvSpPr/>
            <p:nvPr/>
          </p:nvSpPr>
          <p:spPr>
            <a:xfrm rot="-2081187">
              <a:off x="3761328" y="760580"/>
              <a:ext cx="1606237" cy="1343790"/>
            </a:xfrm>
            <a:custGeom>
              <a:avLst/>
              <a:gdLst/>
              <a:ahLst/>
              <a:cxnLst/>
              <a:rect l="l" t="t" r="r" b="b"/>
              <a:pathLst>
                <a:path w="258" h="217" extrusionOk="0">
                  <a:moveTo>
                    <a:pt x="132" y="200"/>
                  </a:moveTo>
                  <a:cubicBezTo>
                    <a:pt x="135" y="205"/>
                    <a:pt x="138" y="211"/>
                    <a:pt x="140" y="217"/>
                  </a:cubicBezTo>
                  <a:cubicBezTo>
                    <a:pt x="186" y="200"/>
                    <a:pt x="227" y="174"/>
                    <a:pt x="258" y="140"/>
                  </a:cubicBezTo>
                  <a:cubicBezTo>
                    <a:pt x="215" y="57"/>
                    <a:pt x="128" y="0"/>
                    <a:pt x="27" y="0"/>
                  </a:cubicBezTo>
                  <a:cubicBezTo>
                    <a:pt x="18" y="0"/>
                    <a:pt x="9" y="0"/>
                    <a:pt x="0" y="1"/>
                  </a:cubicBezTo>
                  <a:cubicBezTo>
                    <a:pt x="21" y="43"/>
                    <a:pt x="34" y="90"/>
                    <a:pt x="34" y="140"/>
                  </a:cubicBezTo>
                  <a:cubicBezTo>
                    <a:pt x="74" y="142"/>
                    <a:pt x="111" y="163"/>
                    <a:pt x="132" y="200"/>
                  </a:cubicBezTo>
                  <a:close/>
                </a:path>
              </a:pathLst>
            </a:custGeom>
            <a:solidFill>
              <a:srgbClr val="0944A1"/>
            </a:solidFill>
            <a:ln w="127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1" name="Google Shape;515;p34"/>
            <p:cNvSpPr txBox="1"/>
            <p:nvPr/>
          </p:nvSpPr>
          <p:spPr>
            <a:xfrm>
              <a:off x="3919788" y="1123225"/>
              <a:ext cx="1304400" cy="563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300" kern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Interés específico</a:t>
              </a:r>
              <a:endParaRPr sz="1300" ker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2" name="Google Shape;516;p34"/>
          <p:cNvGrpSpPr/>
          <p:nvPr/>
        </p:nvGrpSpPr>
        <p:grpSpPr>
          <a:xfrm>
            <a:off x="3496490" y="2139291"/>
            <a:ext cx="2874041" cy="3030315"/>
            <a:chOff x="4593307" y="804376"/>
            <a:chExt cx="2268741" cy="2444000"/>
          </a:xfrm>
        </p:grpSpPr>
        <p:sp>
          <p:nvSpPr>
            <p:cNvPr id="23" name="Google Shape;517;p34"/>
            <p:cNvSpPr/>
            <p:nvPr/>
          </p:nvSpPr>
          <p:spPr>
            <a:xfrm rot="-2081188">
              <a:off x="5623193" y="814800"/>
              <a:ext cx="698156" cy="2118270"/>
            </a:xfrm>
            <a:custGeom>
              <a:avLst/>
              <a:gdLst/>
              <a:ahLst/>
              <a:cxnLst/>
              <a:rect l="l" t="t" r="r" b="b"/>
              <a:pathLst>
                <a:path w="107" h="328" extrusionOk="0">
                  <a:moveTo>
                    <a:pt x="52" y="26"/>
                  </a:moveTo>
                  <a:cubicBezTo>
                    <a:pt x="67" y="59"/>
                    <a:pt x="75" y="95"/>
                    <a:pt x="75" y="132"/>
                  </a:cubicBezTo>
                  <a:cubicBezTo>
                    <a:pt x="75" y="204"/>
                    <a:pt x="46" y="268"/>
                    <a:pt x="0" y="315"/>
                  </a:cubicBezTo>
                  <a:cubicBezTo>
                    <a:pt x="10" y="320"/>
                    <a:pt x="21" y="325"/>
                    <a:pt x="32" y="328"/>
                  </a:cubicBezTo>
                  <a:cubicBezTo>
                    <a:pt x="78" y="276"/>
                    <a:pt x="107" y="208"/>
                    <a:pt x="107" y="132"/>
                  </a:cubicBezTo>
                  <a:cubicBezTo>
                    <a:pt x="107" y="85"/>
                    <a:pt x="95" y="40"/>
                    <a:pt x="75" y="0"/>
                  </a:cubicBezTo>
                  <a:cubicBezTo>
                    <a:pt x="68" y="9"/>
                    <a:pt x="60" y="18"/>
                    <a:pt x="52" y="26"/>
                  </a:cubicBezTo>
                  <a:close/>
                </a:path>
              </a:pathLst>
            </a:custGeom>
            <a:solidFill>
              <a:srgbClr val="A1C3FA"/>
            </a:solidFill>
            <a:ln w="9525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518;p34"/>
            <p:cNvSpPr/>
            <p:nvPr/>
          </p:nvSpPr>
          <p:spPr>
            <a:xfrm rot="-2081187">
              <a:off x="5001092" y="1289142"/>
              <a:ext cx="1148261" cy="1791718"/>
            </a:xfrm>
            <a:custGeom>
              <a:avLst/>
              <a:gdLst/>
              <a:ahLst/>
              <a:cxnLst/>
              <a:rect l="l" t="t" r="r" b="b"/>
              <a:pathLst>
                <a:path w="184" h="289" extrusionOk="0">
                  <a:moveTo>
                    <a:pt x="161" y="0"/>
                  </a:moveTo>
                  <a:cubicBezTo>
                    <a:pt x="128" y="34"/>
                    <a:pt x="87" y="60"/>
                    <a:pt x="40" y="76"/>
                  </a:cubicBezTo>
                  <a:cubicBezTo>
                    <a:pt x="52" y="121"/>
                    <a:pt x="36" y="170"/>
                    <a:pt x="0" y="200"/>
                  </a:cubicBezTo>
                  <a:cubicBezTo>
                    <a:pt x="29" y="240"/>
                    <a:pt x="67" y="270"/>
                    <a:pt x="109" y="289"/>
                  </a:cubicBezTo>
                  <a:cubicBezTo>
                    <a:pt x="155" y="242"/>
                    <a:pt x="184" y="178"/>
                    <a:pt x="184" y="106"/>
                  </a:cubicBezTo>
                  <a:cubicBezTo>
                    <a:pt x="184" y="69"/>
                    <a:pt x="176" y="33"/>
                    <a:pt x="161" y="0"/>
                  </a:cubicBezTo>
                  <a:close/>
                </a:path>
              </a:pathLst>
            </a:custGeom>
            <a:solidFill>
              <a:srgbClr val="307BF3"/>
            </a:solidFill>
            <a:ln w="1270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121900" tIns="60925" rIns="121900" bIns="60925" anchor="t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5" name="Google Shape;519;p34"/>
            <p:cNvSpPr txBox="1"/>
            <p:nvPr/>
          </p:nvSpPr>
          <p:spPr>
            <a:xfrm rot="4352156">
              <a:off x="5032997" y="1939707"/>
              <a:ext cx="1304532" cy="5629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Font typeface="Arial"/>
                <a:buNone/>
              </a:pPr>
              <a:r>
                <a:rPr lang="en-US" sz="1300" kern="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Derechos</a:t>
              </a:r>
              <a:endParaRPr sz="1300" kern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855" y="2931326"/>
            <a:ext cx="4944165" cy="2429214"/>
          </a:xfrm>
          <a:prstGeom prst="rect">
            <a:avLst/>
          </a:prstGeom>
        </p:spPr>
      </p:pic>
      <p:sp>
        <p:nvSpPr>
          <p:cNvPr id="27" name="Título 1">
            <a:extLst>
              <a:ext uri="{FF2B5EF4-FFF2-40B4-BE49-F238E27FC236}">
                <a16:creationId xmlns:a16="http://schemas.microsoft.com/office/drawing/2014/main" id="{837511E8-380D-5571-1093-00AFFE2F2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01. PLANIFICAR LA GESTIÓN DE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476044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9528" y="2220685"/>
            <a:ext cx="6270171" cy="3739243"/>
          </a:xfrm>
          <a:prstGeom prst="rect">
            <a:avLst/>
          </a:prstGeom>
          <a:noFill/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913E9630-7F6B-975A-2AED-D380CB060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288" y="377263"/>
            <a:ext cx="9083723" cy="1325563"/>
          </a:xfrm>
        </p:spPr>
        <p:txBody>
          <a:bodyPr>
            <a:normAutofit/>
          </a:bodyPr>
          <a:lstStyle/>
          <a:p>
            <a:r>
              <a:rPr lang="es-ES" sz="4000" b="1" dirty="0"/>
              <a:t>01. PLANIFICAR LA GESTIÓN DE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0186579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AA036737-C2DE-F046-ACAA-149BEC2B6835}"/>
              </a:ext>
            </a:extLst>
          </p:cNvPr>
          <p:cNvSpPr/>
          <p:nvPr/>
        </p:nvSpPr>
        <p:spPr>
          <a:xfrm>
            <a:off x="3656890" y="3445563"/>
            <a:ext cx="807720" cy="807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2F1C3EEF-05C1-EC44-8167-46BC540656D3}"/>
              </a:ext>
            </a:extLst>
          </p:cNvPr>
          <p:cNvSpPr/>
          <p:nvPr/>
        </p:nvSpPr>
        <p:spPr>
          <a:xfrm>
            <a:off x="8535110" y="1493520"/>
            <a:ext cx="2399869" cy="1676400"/>
          </a:xfrm>
          <a:prstGeom prst="rightArrow">
            <a:avLst>
              <a:gd name="adj1" fmla="val 50000"/>
              <a:gd name="adj2" fmla="val 72727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5" name="Left Arrow 4">
            <a:extLst>
              <a:ext uri="{FF2B5EF4-FFF2-40B4-BE49-F238E27FC236}">
                <a16:creationId xmlns:a16="http://schemas.microsoft.com/office/drawing/2014/main" id="{7A2D170D-92D8-CA45-965B-BCBB9746CCDC}"/>
              </a:ext>
            </a:extLst>
          </p:cNvPr>
          <p:cNvSpPr/>
          <p:nvPr/>
        </p:nvSpPr>
        <p:spPr>
          <a:xfrm>
            <a:off x="1257022" y="1493520"/>
            <a:ext cx="2482411" cy="1676400"/>
          </a:xfrm>
          <a:prstGeom prst="leftArrow">
            <a:avLst>
              <a:gd name="adj1" fmla="val 50000"/>
              <a:gd name="adj2" fmla="val 74545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B8D85-F0F3-2D4E-82C6-F19672C9D86A}"/>
              </a:ext>
            </a:extLst>
          </p:cNvPr>
          <p:cNvSpPr txBox="1"/>
          <p:nvPr/>
        </p:nvSpPr>
        <p:spPr>
          <a:xfrm>
            <a:off x="8702252" y="2054721"/>
            <a:ext cx="1662635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AFUERA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5B4111-3D3E-E645-9028-F7689F861EA2}"/>
              </a:ext>
            </a:extLst>
          </p:cNvPr>
          <p:cNvSpPr txBox="1"/>
          <p:nvPr/>
        </p:nvSpPr>
        <p:spPr>
          <a:xfrm>
            <a:off x="1731727" y="2054721"/>
            <a:ext cx="2018502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ADENTRO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879EF00-48FD-9944-B1BC-02C219A52D9B}"/>
              </a:ext>
            </a:extLst>
          </p:cNvPr>
          <p:cNvSpPr/>
          <p:nvPr/>
        </p:nvSpPr>
        <p:spPr>
          <a:xfrm>
            <a:off x="3656890" y="4541521"/>
            <a:ext cx="807720" cy="807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ED35123-3E75-9D4C-A493-649AA8E16906}"/>
              </a:ext>
            </a:extLst>
          </p:cNvPr>
          <p:cNvSpPr/>
          <p:nvPr/>
        </p:nvSpPr>
        <p:spPr>
          <a:xfrm>
            <a:off x="3656890" y="5637479"/>
            <a:ext cx="807720" cy="80772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1" name="Freeform 739">
            <a:extLst>
              <a:ext uri="{FF2B5EF4-FFF2-40B4-BE49-F238E27FC236}">
                <a16:creationId xmlns:a16="http://schemas.microsoft.com/office/drawing/2014/main" id="{F4CFEADC-1CEB-EF41-8A91-738A2D20E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5030" y="3653703"/>
            <a:ext cx="387276" cy="391440"/>
          </a:xfrm>
          <a:custGeom>
            <a:avLst/>
            <a:gdLst/>
            <a:ahLst/>
            <a:cxnLst/>
            <a:rect l="0" t="0" r="r" b="b"/>
            <a:pathLst>
              <a:path w="294916" h="298090">
                <a:moveTo>
                  <a:pt x="209423" y="175177"/>
                </a:moveTo>
                <a:lnTo>
                  <a:pt x="209423" y="223477"/>
                </a:lnTo>
                <a:cubicBezTo>
                  <a:pt x="209423" y="244744"/>
                  <a:pt x="226306" y="262045"/>
                  <a:pt x="247499" y="262045"/>
                </a:cubicBezTo>
                <a:cubicBezTo>
                  <a:pt x="268693" y="262045"/>
                  <a:pt x="285936" y="244744"/>
                  <a:pt x="285936" y="223477"/>
                </a:cubicBezTo>
                <a:lnTo>
                  <a:pt x="285936" y="175177"/>
                </a:lnTo>
                <a:cubicBezTo>
                  <a:pt x="274800" y="182747"/>
                  <a:pt x="261150" y="186351"/>
                  <a:pt x="247859" y="186351"/>
                </a:cubicBezTo>
                <a:cubicBezTo>
                  <a:pt x="234209" y="186351"/>
                  <a:pt x="220558" y="182747"/>
                  <a:pt x="209423" y="175177"/>
                </a:cubicBezTo>
                <a:close/>
                <a:moveTo>
                  <a:pt x="58555" y="164647"/>
                </a:moveTo>
                <a:cubicBezTo>
                  <a:pt x="49784" y="164647"/>
                  <a:pt x="42475" y="171541"/>
                  <a:pt x="42475" y="180612"/>
                </a:cubicBezTo>
                <a:cubicBezTo>
                  <a:pt x="42475" y="189321"/>
                  <a:pt x="49784" y="196578"/>
                  <a:pt x="58555" y="196578"/>
                </a:cubicBezTo>
                <a:cubicBezTo>
                  <a:pt x="67692" y="196578"/>
                  <a:pt x="75001" y="189321"/>
                  <a:pt x="75001" y="180612"/>
                </a:cubicBezTo>
                <a:cubicBezTo>
                  <a:pt x="75001" y="171541"/>
                  <a:pt x="67692" y="164647"/>
                  <a:pt x="58555" y="164647"/>
                </a:cubicBezTo>
                <a:close/>
                <a:moveTo>
                  <a:pt x="58555" y="155575"/>
                </a:moveTo>
                <a:cubicBezTo>
                  <a:pt x="72443" y="155575"/>
                  <a:pt x="83773" y="166824"/>
                  <a:pt x="83773" y="180612"/>
                </a:cubicBezTo>
                <a:cubicBezTo>
                  <a:pt x="83773" y="194401"/>
                  <a:pt x="72443" y="206012"/>
                  <a:pt x="58555" y="206012"/>
                </a:cubicBezTo>
                <a:cubicBezTo>
                  <a:pt x="44668" y="206012"/>
                  <a:pt x="33338" y="194401"/>
                  <a:pt x="33338" y="180612"/>
                </a:cubicBezTo>
                <a:cubicBezTo>
                  <a:pt x="33338" y="166824"/>
                  <a:pt x="44668" y="155575"/>
                  <a:pt x="58555" y="155575"/>
                </a:cubicBezTo>
                <a:close/>
                <a:moveTo>
                  <a:pt x="249238" y="130175"/>
                </a:moveTo>
                <a:cubicBezTo>
                  <a:pt x="251436" y="130175"/>
                  <a:pt x="253634" y="132366"/>
                  <a:pt x="253634" y="134921"/>
                </a:cubicBezTo>
                <a:lnTo>
                  <a:pt x="253634" y="161942"/>
                </a:lnTo>
                <a:cubicBezTo>
                  <a:pt x="253634" y="164132"/>
                  <a:pt x="251436" y="166323"/>
                  <a:pt x="249238" y="166323"/>
                </a:cubicBezTo>
                <a:cubicBezTo>
                  <a:pt x="246307" y="166323"/>
                  <a:pt x="244475" y="164132"/>
                  <a:pt x="244475" y="161942"/>
                </a:cubicBezTo>
                <a:lnTo>
                  <a:pt x="244475" y="134921"/>
                </a:lnTo>
                <a:cubicBezTo>
                  <a:pt x="244475" y="132366"/>
                  <a:pt x="246307" y="130175"/>
                  <a:pt x="249238" y="130175"/>
                </a:cubicBezTo>
                <a:close/>
                <a:moveTo>
                  <a:pt x="247499" y="118226"/>
                </a:moveTo>
                <a:cubicBezTo>
                  <a:pt x="226306" y="118226"/>
                  <a:pt x="209423" y="135528"/>
                  <a:pt x="209423" y="156434"/>
                </a:cubicBezTo>
                <a:lnTo>
                  <a:pt x="209423" y="164004"/>
                </a:lnTo>
                <a:cubicBezTo>
                  <a:pt x="230616" y="181665"/>
                  <a:pt x="264383" y="181665"/>
                  <a:pt x="285936" y="164004"/>
                </a:cubicBezTo>
                <a:lnTo>
                  <a:pt x="285936" y="156434"/>
                </a:lnTo>
                <a:cubicBezTo>
                  <a:pt x="285936" y="135528"/>
                  <a:pt x="268693" y="118226"/>
                  <a:pt x="247859" y="118226"/>
                </a:cubicBezTo>
                <a:lnTo>
                  <a:pt x="247499" y="118226"/>
                </a:lnTo>
                <a:close/>
                <a:moveTo>
                  <a:pt x="58911" y="0"/>
                </a:moveTo>
                <a:cubicBezTo>
                  <a:pt x="59989" y="0"/>
                  <a:pt x="61067" y="360"/>
                  <a:pt x="62144" y="1081"/>
                </a:cubicBezTo>
                <a:lnTo>
                  <a:pt x="85493" y="24871"/>
                </a:lnTo>
                <a:cubicBezTo>
                  <a:pt x="86212" y="25591"/>
                  <a:pt x="86930" y="26673"/>
                  <a:pt x="86930" y="27754"/>
                </a:cubicBezTo>
                <a:lnTo>
                  <a:pt x="86930" y="130121"/>
                </a:lnTo>
                <a:cubicBezTo>
                  <a:pt x="104532" y="140214"/>
                  <a:pt x="116027" y="159318"/>
                  <a:pt x="116027" y="180224"/>
                </a:cubicBezTo>
                <a:cubicBezTo>
                  <a:pt x="116027" y="210501"/>
                  <a:pt x="92318" y="236093"/>
                  <a:pt x="62144" y="238256"/>
                </a:cubicBezTo>
                <a:lnTo>
                  <a:pt x="62504" y="249429"/>
                </a:lnTo>
                <a:cubicBezTo>
                  <a:pt x="62504" y="271056"/>
                  <a:pt x="80105" y="289079"/>
                  <a:pt x="102017" y="289079"/>
                </a:cubicBezTo>
                <a:cubicBezTo>
                  <a:pt x="123929" y="289079"/>
                  <a:pt x="141890" y="271056"/>
                  <a:pt x="141890" y="249429"/>
                </a:cubicBezTo>
                <a:lnTo>
                  <a:pt x="141890" y="89751"/>
                </a:lnTo>
                <a:cubicBezTo>
                  <a:pt x="141890" y="59113"/>
                  <a:pt x="166676" y="34603"/>
                  <a:pt x="197209" y="34603"/>
                </a:cubicBezTo>
                <a:cubicBezTo>
                  <a:pt x="227383" y="34603"/>
                  <a:pt x="252169" y="59113"/>
                  <a:pt x="252169" y="89751"/>
                </a:cubicBezTo>
                <a:lnTo>
                  <a:pt x="252169" y="109215"/>
                </a:lnTo>
                <a:cubicBezTo>
                  <a:pt x="276237" y="111378"/>
                  <a:pt x="294916" y="131923"/>
                  <a:pt x="294916" y="156434"/>
                </a:cubicBezTo>
                <a:lnTo>
                  <a:pt x="294916" y="223477"/>
                </a:lnTo>
                <a:cubicBezTo>
                  <a:pt x="294916" y="249790"/>
                  <a:pt x="273722" y="271056"/>
                  <a:pt x="247859" y="271056"/>
                </a:cubicBezTo>
                <a:cubicBezTo>
                  <a:pt x="221277" y="271056"/>
                  <a:pt x="200442" y="249790"/>
                  <a:pt x="200442" y="223477"/>
                </a:cubicBezTo>
                <a:lnTo>
                  <a:pt x="200442" y="156434"/>
                </a:lnTo>
                <a:cubicBezTo>
                  <a:pt x="200442" y="131923"/>
                  <a:pt x="219121" y="111378"/>
                  <a:pt x="243189" y="109215"/>
                </a:cubicBezTo>
                <a:lnTo>
                  <a:pt x="243189" y="89751"/>
                </a:lnTo>
                <a:cubicBezTo>
                  <a:pt x="243189" y="64159"/>
                  <a:pt x="222354" y="43253"/>
                  <a:pt x="197209" y="43253"/>
                </a:cubicBezTo>
                <a:cubicBezTo>
                  <a:pt x="171705" y="43253"/>
                  <a:pt x="150871" y="64159"/>
                  <a:pt x="150871" y="89751"/>
                </a:cubicBezTo>
                <a:lnTo>
                  <a:pt x="150871" y="249429"/>
                </a:lnTo>
                <a:cubicBezTo>
                  <a:pt x="150871" y="276103"/>
                  <a:pt x="128958" y="298090"/>
                  <a:pt x="102017" y="298090"/>
                </a:cubicBezTo>
                <a:cubicBezTo>
                  <a:pt x="75435" y="298090"/>
                  <a:pt x="53523" y="276103"/>
                  <a:pt x="53523" y="249429"/>
                </a:cubicBezTo>
                <a:lnTo>
                  <a:pt x="53523" y="238256"/>
                </a:lnTo>
                <a:cubicBezTo>
                  <a:pt x="53523" y="233570"/>
                  <a:pt x="57115" y="229605"/>
                  <a:pt x="61785" y="229244"/>
                </a:cubicBezTo>
                <a:cubicBezTo>
                  <a:pt x="86930" y="227442"/>
                  <a:pt x="106687" y="205815"/>
                  <a:pt x="106687" y="180224"/>
                </a:cubicBezTo>
                <a:cubicBezTo>
                  <a:pt x="106687" y="161841"/>
                  <a:pt x="96629" y="145260"/>
                  <a:pt x="80105" y="136609"/>
                </a:cubicBezTo>
                <a:cubicBezTo>
                  <a:pt x="78668" y="135888"/>
                  <a:pt x="77950" y="134446"/>
                  <a:pt x="77950" y="132644"/>
                </a:cubicBezTo>
                <a:lnTo>
                  <a:pt x="77950" y="29917"/>
                </a:lnTo>
                <a:lnTo>
                  <a:pt x="58911" y="10813"/>
                </a:lnTo>
                <a:lnTo>
                  <a:pt x="43465" y="26673"/>
                </a:lnTo>
                <a:lnTo>
                  <a:pt x="50649" y="33882"/>
                </a:lnTo>
                <a:cubicBezTo>
                  <a:pt x="52446" y="35684"/>
                  <a:pt x="53523" y="38207"/>
                  <a:pt x="53523" y="41091"/>
                </a:cubicBezTo>
                <a:cubicBezTo>
                  <a:pt x="53523" y="43614"/>
                  <a:pt x="52446" y="46137"/>
                  <a:pt x="50649" y="48300"/>
                </a:cubicBezTo>
                <a:lnTo>
                  <a:pt x="42747" y="56229"/>
                </a:lnTo>
                <a:lnTo>
                  <a:pt x="49931" y="63438"/>
                </a:lnTo>
                <a:cubicBezTo>
                  <a:pt x="52086" y="65241"/>
                  <a:pt x="52805" y="67764"/>
                  <a:pt x="52805" y="70647"/>
                </a:cubicBezTo>
                <a:cubicBezTo>
                  <a:pt x="52805" y="73531"/>
                  <a:pt x="52086" y="76054"/>
                  <a:pt x="49931" y="77856"/>
                </a:cubicBezTo>
                <a:lnTo>
                  <a:pt x="42747" y="85426"/>
                </a:lnTo>
                <a:lnTo>
                  <a:pt x="49931" y="92635"/>
                </a:lnTo>
                <a:cubicBezTo>
                  <a:pt x="54242" y="96600"/>
                  <a:pt x="54242" y="102727"/>
                  <a:pt x="49931" y="107052"/>
                </a:cubicBezTo>
                <a:lnTo>
                  <a:pt x="38077" y="118947"/>
                </a:lnTo>
                <a:lnTo>
                  <a:pt x="38077" y="132644"/>
                </a:lnTo>
                <a:cubicBezTo>
                  <a:pt x="38077" y="134446"/>
                  <a:pt x="36999" y="135888"/>
                  <a:pt x="35562" y="136609"/>
                </a:cubicBezTo>
                <a:cubicBezTo>
                  <a:pt x="19038" y="145260"/>
                  <a:pt x="8980" y="161841"/>
                  <a:pt x="8980" y="180224"/>
                </a:cubicBezTo>
                <a:cubicBezTo>
                  <a:pt x="8980" y="200048"/>
                  <a:pt x="20834" y="217710"/>
                  <a:pt x="38795" y="225640"/>
                </a:cubicBezTo>
                <a:cubicBezTo>
                  <a:pt x="41310" y="226361"/>
                  <a:pt x="42028" y="229244"/>
                  <a:pt x="41310" y="231768"/>
                </a:cubicBezTo>
                <a:cubicBezTo>
                  <a:pt x="40232" y="233570"/>
                  <a:pt x="37718" y="234651"/>
                  <a:pt x="35562" y="233930"/>
                </a:cubicBezTo>
                <a:cubicBezTo>
                  <a:pt x="14009" y="224919"/>
                  <a:pt x="0" y="203653"/>
                  <a:pt x="0" y="180224"/>
                </a:cubicBezTo>
                <a:cubicBezTo>
                  <a:pt x="0" y="159318"/>
                  <a:pt x="11136" y="140214"/>
                  <a:pt x="29096" y="130121"/>
                </a:cubicBezTo>
                <a:lnTo>
                  <a:pt x="29096" y="117145"/>
                </a:lnTo>
                <a:cubicBezTo>
                  <a:pt x="29096" y="116064"/>
                  <a:pt x="29456" y="114622"/>
                  <a:pt x="30533" y="113901"/>
                </a:cubicBezTo>
                <a:lnTo>
                  <a:pt x="43824" y="100564"/>
                </a:lnTo>
                <a:cubicBezTo>
                  <a:pt x="44184" y="100204"/>
                  <a:pt x="44184" y="99483"/>
                  <a:pt x="43824" y="99123"/>
                </a:cubicBezTo>
                <a:lnTo>
                  <a:pt x="33048" y="88309"/>
                </a:lnTo>
                <a:cubicBezTo>
                  <a:pt x="32688" y="87588"/>
                  <a:pt x="31970" y="86867"/>
                  <a:pt x="31970" y="85786"/>
                </a:cubicBezTo>
                <a:cubicBezTo>
                  <a:pt x="31611" y="84344"/>
                  <a:pt x="31970" y="82903"/>
                  <a:pt x="33048" y="81821"/>
                </a:cubicBezTo>
                <a:lnTo>
                  <a:pt x="43824" y="71368"/>
                </a:lnTo>
                <a:cubicBezTo>
                  <a:pt x="43824" y="71008"/>
                  <a:pt x="43824" y="71008"/>
                  <a:pt x="43824" y="70647"/>
                </a:cubicBezTo>
                <a:lnTo>
                  <a:pt x="43824" y="69926"/>
                </a:lnTo>
                <a:lnTo>
                  <a:pt x="33048" y="59113"/>
                </a:lnTo>
                <a:cubicBezTo>
                  <a:pt x="31611" y="57671"/>
                  <a:pt x="31611" y="54427"/>
                  <a:pt x="33048" y="52985"/>
                </a:cubicBezTo>
                <a:lnTo>
                  <a:pt x="44184" y="41812"/>
                </a:lnTo>
                <a:cubicBezTo>
                  <a:pt x="44543" y="41451"/>
                  <a:pt x="44543" y="40730"/>
                  <a:pt x="44184" y="40370"/>
                </a:cubicBezTo>
                <a:lnTo>
                  <a:pt x="33407" y="29917"/>
                </a:lnTo>
                <a:cubicBezTo>
                  <a:pt x="32688" y="28835"/>
                  <a:pt x="32329" y="27754"/>
                  <a:pt x="32329" y="26673"/>
                </a:cubicBezTo>
                <a:cubicBezTo>
                  <a:pt x="32329" y="25231"/>
                  <a:pt x="32688" y="24150"/>
                  <a:pt x="33407" y="23429"/>
                </a:cubicBezTo>
                <a:lnTo>
                  <a:pt x="55679" y="1081"/>
                </a:lnTo>
                <a:cubicBezTo>
                  <a:pt x="56397" y="360"/>
                  <a:pt x="57834" y="0"/>
                  <a:pt x="589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2" name="Freeform 740">
            <a:extLst>
              <a:ext uri="{FF2B5EF4-FFF2-40B4-BE49-F238E27FC236}">
                <a16:creationId xmlns:a16="http://schemas.microsoft.com/office/drawing/2014/main" id="{3458813F-6A8B-6643-8B1F-C2DAE077F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5030" y="4754866"/>
            <a:ext cx="391440" cy="381030"/>
          </a:xfrm>
          <a:custGeom>
            <a:avLst/>
            <a:gdLst/>
            <a:ahLst/>
            <a:cxnLst/>
            <a:rect l="0" t="0" r="r" b="b"/>
            <a:pathLst>
              <a:path w="298090" h="290302">
                <a:moveTo>
                  <a:pt x="23019" y="206348"/>
                </a:moveTo>
                <a:cubicBezTo>
                  <a:pt x="25982" y="206348"/>
                  <a:pt x="28205" y="208647"/>
                  <a:pt x="28205" y="211713"/>
                </a:cubicBezTo>
                <a:cubicBezTo>
                  <a:pt x="28205" y="214779"/>
                  <a:pt x="25982" y="217078"/>
                  <a:pt x="23019" y="217078"/>
                </a:cubicBezTo>
                <a:cubicBezTo>
                  <a:pt x="20055" y="217078"/>
                  <a:pt x="17462" y="214779"/>
                  <a:pt x="17462" y="211713"/>
                </a:cubicBezTo>
                <a:cubicBezTo>
                  <a:pt x="17462" y="208647"/>
                  <a:pt x="20055" y="206348"/>
                  <a:pt x="23019" y="206348"/>
                </a:cubicBezTo>
                <a:close/>
                <a:moveTo>
                  <a:pt x="47162" y="195228"/>
                </a:moveTo>
                <a:lnTo>
                  <a:pt x="47162" y="268694"/>
                </a:lnTo>
                <a:cubicBezTo>
                  <a:pt x="67683" y="275177"/>
                  <a:pt x="189367" y="307588"/>
                  <a:pt x="281890" y="234482"/>
                </a:cubicBezTo>
                <a:cubicBezTo>
                  <a:pt x="283690" y="233042"/>
                  <a:pt x="289090" y="228720"/>
                  <a:pt x="289090" y="224759"/>
                </a:cubicBezTo>
                <a:cubicBezTo>
                  <a:pt x="289090" y="223678"/>
                  <a:pt x="289090" y="222238"/>
                  <a:pt x="286570" y="220437"/>
                </a:cubicBezTo>
                <a:cubicBezTo>
                  <a:pt x="284770" y="218997"/>
                  <a:pt x="275769" y="222598"/>
                  <a:pt x="266769" y="226559"/>
                </a:cubicBezTo>
                <a:cubicBezTo>
                  <a:pt x="252009" y="232682"/>
                  <a:pt x="229328" y="242405"/>
                  <a:pt x="195847" y="249247"/>
                </a:cubicBezTo>
                <a:cubicBezTo>
                  <a:pt x="188287" y="251768"/>
                  <a:pt x="177846" y="253209"/>
                  <a:pt x="164166" y="253209"/>
                </a:cubicBezTo>
                <a:cubicBezTo>
                  <a:pt x="153005" y="253209"/>
                  <a:pt x="139685" y="252489"/>
                  <a:pt x="123844" y="250328"/>
                </a:cubicBezTo>
                <a:cubicBezTo>
                  <a:pt x="121684" y="249968"/>
                  <a:pt x="119524" y="247807"/>
                  <a:pt x="120244" y="245286"/>
                </a:cubicBezTo>
                <a:cubicBezTo>
                  <a:pt x="120244" y="242765"/>
                  <a:pt x="122764" y="241325"/>
                  <a:pt x="125284" y="241325"/>
                </a:cubicBezTo>
                <a:cubicBezTo>
                  <a:pt x="165966" y="246727"/>
                  <a:pt x="184326" y="243846"/>
                  <a:pt x="192967" y="240604"/>
                </a:cubicBezTo>
                <a:cubicBezTo>
                  <a:pt x="201247" y="237363"/>
                  <a:pt x="201247" y="233402"/>
                  <a:pt x="201607" y="231601"/>
                </a:cubicBezTo>
                <a:cubicBezTo>
                  <a:pt x="201607" y="226199"/>
                  <a:pt x="200527" y="222238"/>
                  <a:pt x="198367" y="219717"/>
                </a:cubicBezTo>
                <a:cubicBezTo>
                  <a:pt x="195127" y="216476"/>
                  <a:pt x="189727" y="216476"/>
                  <a:pt x="189727" y="216476"/>
                </a:cubicBezTo>
                <a:cubicBezTo>
                  <a:pt x="145445" y="217196"/>
                  <a:pt x="137525" y="212515"/>
                  <a:pt x="128165" y="207113"/>
                </a:cubicBezTo>
                <a:cubicBezTo>
                  <a:pt x="119164" y="201710"/>
                  <a:pt x="108724" y="195948"/>
                  <a:pt x="47162" y="195228"/>
                </a:cubicBezTo>
                <a:close/>
                <a:moveTo>
                  <a:pt x="9000" y="195228"/>
                </a:moveTo>
                <a:lnTo>
                  <a:pt x="9000" y="267614"/>
                </a:lnTo>
                <a:lnTo>
                  <a:pt x="38162" y="267614"/>
                </a:lnTo>
                <a:lnTo>
                  <a:pt x="38162" y="195228"/>
                </a:lnTo>
                <a:lnTo>
                  <a:pt x="9000" y="195228"/>
                </a:lnTo>
                <a:close/>
                <a:moveTo>
                  <a:pt x="196360" y="174422"/>
                </a:moveTo>
                <a:lnTo>
                  <a:pt x="219413" y="189944"/>
                </a:lnTo>
                <a:cubicBezTo>
                  <a:pt x="221541" y="191708"/>
                  <a:pt x="221896" y="194177"/>
                  <a:pt x="220477" y="196294"/>
                </a:cubicBezTo>
                <a:cubicBezTo>
                  <a:pt x="219768" y="197705"/>
                  <a:pt x="218349" y="198058"/>
                  <a:pt x="216930" y="198058"/>
                </a:cubicBezTo>
                <a:cubicBezTo>
                  <a:pt x="215866" y="198058"/>
                  <a:pt x="215157" y="198058"/>
                  <a:pt x="214448" y="197705"/>
                </a:cubicBezTo>
                <a:lnTo>
                  <a:pt x="191395" y="181830"/>
                </a:lnTo>
                <a:cubicBezTo>
                  <a:pt x="189622" y="180772"/>
                  <a:pt x="188912" y="177597"/>
                  <a:pt x="190331" y="175833"/>
                </a:cubicBezTo>
                <a:cubicBezTo>
                  <a:pt x="191750" y="173716"/>
                  <a:pt x="194587" y="173011"/>
                  <a:pt x="196360" y="174422"/>
                </a:cubicBezTo>
                <a:close/>
                <a:moveTo>
                  <a:pt x="110688" y="149051"/>
                </a:moveTo>
                <a:lnTo>
                  <a:pt x="157480" y="181828"/>
                </a:lnTo>
                <a:cubicBezTo>
                  <a:pt x="159623" y="182909"/>
                  <a:pt x="159980" y="186151"/>
                  <a:pt x="158908" y="187951"/>
                </a:cubicBezTo>
                <a:cubicBezTo>
                  <a:pt x="157837" y="189392"/>
                  <a:pt x="156408" y="190113"/>
                  <a:pt x="154979" y="190113"/>
                </a:cubicBezTo>
                <a:cubicBezTo>
                  <a:pt x="154265" y="190113"/>
                  <a:pt x="153551" y="189752"/>
                  <a:pt x="152479" y="189032"/>
                </a:cubicBezTo>
                <a:lnTo>
                  <a:pt x="105688" y="156615"/>
                </a:lnTo>
                <a:cubicBezTo>
                  <a:pt x="103544" y="155175"/>
                  <a:pt x="103187" y="152293"/>
                  <a:pt x="104259" y="150492"/>
                </a:cubicBezTo>
                <a:cubicBezTo>
                  <a:pt x="105688" y="148331"/>
                  <a:pt x="108545" y="147611"/>
                  <a:pt x="110688" y="149051"/>
                </a:cubicBezTo>
                <a:close/>
                <a:moveTo>
                  <a:pt x="155085" y="144259"/>
                </a:moveTo>
                <a:lnTo>
                  <a:pt x="178138" y="159781"/>
                </a:lnTo>
                <a:cubicBezTo>
                  <a:pt x="180266" y="161545"/>
                  <a:pt x="180621" y="164014"/>
                  <a:pt x="179202" y="166131"/>
                </a:cubicBezTo>
                <a:cubicBezTo>
                  <a:pt x="178138" y="167542"/>
                  <a:pt x="177074" y="167895"/>
                  <a:pt x="175655" y="167895"/>
                </a:cubicBezTo>
                <a:cubicBezTo>
                  <a:pt x="174591" y="167895"/>
                  <a:pt x="173882" y="167895"/>
                  <a:pt x="173173" y="167542"/>
                </a:cubicBezTo>
                <a:lnTo>
                  <a:pt x="150120" y="151667"/>
                </a:lnTo>
                <a:cubicBezTo>
                  <a:pt x="147992" y="150256"/>
                  <a:pt x="147637" y="147434"/>
                  <a:pt x="148701" y="145670"/>
                </a:cubicBezTo>
                <a:cubicBezTo>
                  <a:pt x="150475" y="143553"/>
                  <a:pt x="152957" y="142848"/>
                  <a:pt x="155085" y="144259"/>
                </a:cubicBezTo>
                <a:close/>
                <a:moveTo>
                  <a:pt x="229742" y="137017"/>
                </a:moveTo>
                <a:cubicBezTo>
                  <a:pt x="229385" y="139922"/>
                  <a:pt x="228315" y="142464"/>
                  <a:pt x="226888" y="144643"/>
                </a:cubicBezTo>
                <a:cubicBezTo>
                  <a:pt x="225104" y="146822"/>
                  <a:pt x="223320" y="148638"/>
                  <a:pt x="220823" y="150453"/>
                </a:cubicBezTo>
                <a:cubicBezTo>
                  <a:pt x="221537" y="152995"/>
                  <a:pt x="222964" y="155174"/>
                  <a:pt x="225461" y="156627"/>
                </a:cubicBezTo>
                <a:cubicBezTo>
                  <a:pt x="230099" y="160258"/>
                  <a:pt x="236877" y="158806"/>
                  <a:pt x="240087" y="154085"/>
                </a:cubicBezTo>
                <a:cubicBezTo>
                  <a:pt x="243655" y="149001"/>
                  <a:pt x="242228" y="142464"/>
                  <a:pt x="237590" y="139196"/>
                </a:cubicBezTo>
                <a:cubicBezTo>
                  <a:pt x="235093" y="137380"/>
                  <a:pt x="232596" y="136654"/>
                  <a:pt x="229742" y="137017"/>
                </a:cubicBezTo>
                <a:close/>
                <a:moveTo>
                  <a:pt x="210478" y="122491"/>
                </a:moveTo>
                <a:cubicBezTo>
                  <a:pt x="210121" y="122491"/>
                  <a:pt x="209408" y="122491"/>
                  <a:pt x="208694" y="122854"/>
                </a:cubicBezTo>
                <a:cubicBezTo>
                  <a:pt x="205840" y="123217"/>
                  <a:pt x="203343" y="125033"/>
                  <a:pt x="201916" y="127212"/>
                </a:cubicBezTo>
                <a:cubicBezTo>
                  <a:pt x="200132" y="129754"/>
                  <a:pt x="199419" y="132296"/>
                  <a:pt x="200132" y="135564"/>
                </a:cubicBezTo>
                <a:cubicBezTo>
                  <a:pt x="200489" y="138106"/>
                  <a:pt x="202273" y="140648"/>
                  <a:pt x="204413" y="142101"/>
                </a:cubicBezTo>
                <a:cubicBezTo>
                  <a:pt x="206910" y="143917"/>
                  <a:pt x="209764" y="144643"/>
                  <a:pt x="212618" y="143917"/>
                </a:cubicBezTo>
                <a:cubicBezTo>
                  <a:pt x="215115" y="143554"/>
                  <a:pt x="217613" y="141738"/>
                  <a:pt x="219396" y="139559"/>
                </a:cubicBezTo>
                <a:cubicBezTo>
                  <a:pt x="220823" y="137017"/>
                  <a:pt x="221537" y="134112"/>
                  <a:pt x="221180" y="131206"/>
                </a:cubicBezTo>
                <a:cubicBezTo>
                  <a:pt x="220467" y="128664"/>
                  <a:pt x="219040" y="126122"/>
                  <a:pt x="216542" y="124670"/>
                </a:cubicBezTo>
                <a:cubicBezTo>
                  <a:pt x="214759" y="123217"/>
                  <a:pt x="212618" y="122491"/>
                  <a:pt x="210478" y="122491"/>
                </a:cubicBezTo>
                <a:close/>
                <a:moveTo>
                  <a:pt x="112223" y="115684"/>
                </a:moveTo>
                <a:lnTo>
                  <a:pt x="135275" y="131206"/>
                </a:lnTo>
                <a:cubicBezTo>
                  <a:pt x="137048" y="132970"/>
                  <a:pt x="137758" y="135439"/>
                  <a:pt x="136339" y="137556"/>
                </a:cubicBezTo>
                <a:cubicBezTo>
                  <a:pt x="135275" y="138967"/>
                  <a:pt x="133856" y="139320"/>
                  <a:pt x="132793" y="139320"/>
                </a:cubicBezTo>
                <a:cubicBezTo>
                  <a:pt x="131729" y="139320"/>
                  <a:pt x="130665" y="139320"/>
                  <a:pt x="130310" y="138614"/>
                </a:cubicBezTo>
                <a:lnTo>
                  <a:pt x="107258" y="123092"/>
                </a:lnTo>
                <a:cubicBezTo>
                  <a:pt x="105130" y="121681"/>
                  <a:pt x="104775" y="118859"/>
                  <a:pt x="106194" y="116742"/>
                </a:cubicBezTo>
                <a:cubicBezTo>
                  <a:pt x="107612" y="114978"/>
                  <a:pt x="110095" y="114273"/>
                  <a:pt x="112223" y="115684"/>
                </a:cubicBezTo>
                <a:close/>
                <a:moveTo>
                  <a:pt x="206910" y="113775"/>
                </a:moveTo>
                <a:cubicBezTo>
                  <a:pt x="212261" y="112686"/>
                  <a:pt x="217256" y="113775"/>
                  <a:pt x="221894" y="116680"/>
                </a:cubicBezTo>
                <a:cubicBezTo>
                  <a:pt x="225461" y="119586"/>
                  <a:pt x="228315" y="123580"/>
                  <a:pt x="229385" y="128301"/>
                </a:cubicBezTo>
                <a:cubicBezTo>
                  <a:pt x="234023" y="127575"/>
                  <a:pt x="238304" y="128664"/>
                  <a:pt x="242585" y="131206"/>
                </a:cubicBezTo>
                <a:cubicBezTo>
                  <a:pt x="251146" y="137743"/>
                  <a:pt x="253644" y="150090"/>
                  <a:pt x="247579" y="159169"/>
                </a:cubicBezTo>
                <a:cubicBezTo>
                  <a:pt x="243655" y="164979"/>
                  <a:pt x="237590" y="167885"/>
                  <a:pt x="231169" y="167885"/>
                </a:cubicBezTo>
                <a:cubicBezTo>
                  <a:pt x="227245" y="167885"/>
                  <a:pt x="223677" y="166795"/>
                  <a:pt x="220110" y="164253"/>
                </a:cubicBezTo>
                <a:cubicBezTo>
                  <a:pt x="216542" y="161711"/>
                  <a:pt x="213688" y="157716"/>
                  <a:pt x="212618" y="152995"/>
                </a:cubicBezTo>
                <a:cubicBezTo>
                  <a:pt x="211905" y="152995"/>
                  <a:pt x="211191" y="153359"/>
                  <a:pt x="210478" y="153359"/>
                </a:cubicBezTo>
                <a:cubicBezTo>
                  <a:pt x="206554" y="153359"/>
                  <a:pt x="202986" y="151906"/>
                  <a:pt x="199419" y="150090"/>
                </a:cubicBezTo>
                <a:cubicBezTo>
                  <a:pt x="195138" y="146822"/>
                  <a:pt x="192284" y="142101"/>
                  <a:pt x="191214" y="137017"/>
                </a:cubicBezTo>
                <a:cubicBezTo>
                  <a:pt x="190500" y="131933"/>
                  <a:pt x="191570" y="126485"/>
                  <a:pt x="194424" y="122128"/>
                </a:cubicBezTo>
                <a:cubicBezTo>
                  <a:pt x="197635" y="117770"/>
                  <a:pt x="201916" y="114865"/>
                  <a:pt x="206910" y="113775"/>
                </a:cubicBezTo>
                <a:close/>
                <a:moveTo>
                  <a:pt x="53474" y="110936"/>
                </a:moveTo>
                <a:lnTo>
                  <a:pt x="89242" y="135883"/>
                </a:lnTo>
                <a:cubicBezTo>
                  <a:pt x="91367" y="137308"/>
                  <a:pt x="91721" y="139803"/>
                  <a:pt x="90305" y="141941"/>
                </a:cubicBezTo>
                <a:cubicBezTo>
                  <a:pt x="89596" y="143367"/>
                  <a:pt x="88180" y="144079"/>
                  <a:pt x="86763" y="144079"/>
                </a:cubicBezTo>
                <a:cubicBezTo>
                  <a:pt x="86055" y="144079"/>
                  <a:pt x="84992" y="143723"/>
                  <a:pt x="84284" y="143010"/>
                </a:cubicBezTo>
                <a:lnTo>
                  <a:pt x="48516" y="118420"/>
                </a:lnTo>
                <a:cubicBezTo>
                  <a:pt x="46391" y="116995"/>
                  <a:pt x="46037" y="114144"/>
                  <a:pt x="47100" y="112005"/>
                </a:cubicBezTo>
                <a:cubicBezTo>
                  <a:pt x="48516" y="109867"/>
                  <a:pt x="51349" y="109511"/>
                  <a:pt x="53474" y="110936"/>
                </a:cubicBezTo>
                <a:close/>
                <a:moveTo>
                  <a:pt x="70000" y="87109"/>
                </a:moveTo>
                <a:lnTo>
                  <a:pt x="93529" y="102631"/>
                </a:lnTo>
                <a:cubicBezTo>
                  <a:pt x="95734" y="104042"/>
                  <a:pt x="96470" y="106864"/>
                  <a:pt x="94999" y="108981"/>
                </a:cubicBezTo>
                <a:cubicBezTo>
                  <a:pt x="93896" y="110392"/>
                  <a:pt x="92426" y="110745"/>
                  <a:pt x="90955" y="110745"/>
                </a:cubicBezTo>
                <a:cubicBezTo>
                  <a:pt x="90220" y="110745"/>
                  <a:pt x="89117" y="110745"/>
                  <a:pt x="88382" y="110039"/>
                </a:cubicBezTo>
                <a:lnTo>
                  <a:pt x="64486" y="94517"/>
                </a:lnTo>
                <a:cubicBezTo>
                  <a:pt x="62648" y="93106"/>
                  <a:pt x="61912" y="90284"/>
                  <a:pt x="63383" y="88167"/>
                </a:cubicBezTo>
                <a:cubicBezTo>
                  <a:pt x="65221" y="86403"/>
                  <a:pt x="67794" y="85698"/>
                  <a:pt x="70000" y="87109"/>
                </a:cubicBezTo>
                <a:close/>
                <a:moveTo>
                  <a:pt x="103501" y="46963"/>
                </a:moveTo>
                <a:cubicBezTo>
                  <a:pt x="102791" y="46963"/>
                  <a:pt x="102081" y="47324"/>
                  <a:pt x="101726" y="47686"/>
                </a:cubicBezTo>
                <a:lnTo>
                  <a:pt x="92138" y="61776"/>
                </a:lnTo>
                <a:cubicBezTo>
                  <a:pt x="91783" y="62860"/>
                  <a:pt x="91783" y="63221"/>
                  <a:pt x="91783" y="63582"/>
                </a:cubicBezTo>
                <a:cubicBezTo>
                  <a:pt x="92138" y="63944"/>
                  <a:pt x="92138" y="64666"/>
                  <a:pt x="92848" y="65028"/>
                </a:cubicBezTo>
                <a:lnTo>
                  <a:pt x="112734" y="79118"/>
                </a:lnTo>
                <a:cubicBezTo>
                  <a:pt x="113444" y="79479"/>
                  <a:pt x="114154" y="79479"/>
                  <a:pt x="114509" y="79479"/>
                </a:cubicBezTo>
                <a:cubicBezTo>
                  <a:pt x="114864" y="79118"/>
                  <a:pt x="115219" y="79118"/>
                  <a:pt x="115930" y="78395"/>
                </a:cubicBezTo>
                <a:lnTo>
                  <a:pt x="125517" y="64305"/>
                </a:lnTo>
                <a:cubicBezTo>
                  <a:pt x="125872" y="63221"/>
                  <a:pt x="125872" y="62137"/>
                  <a:pt x="124807" y="61053"/>
                </a:cubicBezTo>
                <a:lnTo>
                  <a:pt x="104566" y="47324"/>
                </a:lnTo>
                <a:cubicBezTo>
                  <a:pt x="104211" y="46963"/>
                  <a:pt x="103856" y="46963"/>
                  <a:pt x="103501" y="46963"/>
                </a:cubicBezTo>
                <a:close/>
                <a:moveTo>
                  <a:pt x="109893" y="39737"/>
                </a:moveTo>
                <a:lnTo>
                  <a:pt x="129778" y="53828"/>
                </a:lnTo>
                <a:cubicBezTo>
                  <a:pt x="135105" y="57441"/>
                  <a:pt x="136170" y="64305"/>
                  <a:pt x="132619" y="69363"/>
                </a:cubicBezTo>
                <a:lnTo>
                  <a:pt x="123387" y="83453"/>
                </a:lnTo>
                <a:cubicBezTo>
                  <a:pt x="121611" y="85982"/>
                  <a:pt x="119125" y="87789"/>
                  <a:pt x="116285" y="88511"/>
                </a:cubicBezTo>
                <a:cubicBezTo>
                  <a:pt x="115219" y="88511"/>
                  <a:pt x="114864" y="88511"/>
                  <a:pt x="114154" y="88511"/>
                </a:cubicBezTo>
                <a:cubicBezTo>
                  <a:pt x="111668" y="88511"/>
                  <a:pt x="109893" y="87789"/>
                  <a:pt x="107762" y="86344"/>
                </a:cubicBezTo>
                <a:lnTo>
                  <a:pt x="87877" y="72253"/>
                </a:lnTo>
                <a:cubicBezTo>
                  <a:pt x="85391" y="70808"/>
                  <a:pt x="83616" y="68279"/>
                  <a:pt x="82905" y="65028"/>
                </a:cubicBezTo>
                <a:cubicBezTo>
                  <a:pt x="82550" y="62137"/>
                  <a:pt x="83260" y="59247"/>
                  <a:pt x="85036" y="56718"/>
                </a:cubicBezTo>
                <a:lnTo>
                  <a:pt x="94269" y="42628"/>
                </a:lnTo>
                <a:cubicBezTo>
                  <a:pt x="97819" y="37570"/>
                  <a:pt x="104566" y="36486"/>
                  <a:pt x="109893" y="39737"/>
                </a:cubicBezTo>
                <a:close/>
                <a:moveTo>
                  <a:pt x="97429" y="399"/>
                </a:moveTo>
                <a:cubicBezTo>
                  <a:pt x="103144" y="-681"/>
                  <a:pt x="109264" y="399"/>
                  <a:pt x="114484" y="4000"/>
                </a:cubicBezTo>
                <a:lnTo>
                  <a:pt x="281530" y="118521"/>
                </a:lnTo>
                <a:cubicBezTo>
                  <a:pt x="291970" y="125723"/>
                  <a:pt x="294490" y="139768"/>
                  <a:pt x="287290" y="150212"/>
                </a:cubicBezTo>
                <a:lnTo>
                  <a:pt x="253809" y="199189"/>
                </a:lnTo>
                <a:cubicBezTo>
                  <a:pt x="263169" y="195228"/>
                  <a:pt x="269649" y="194148"/>
                  <a:pt x="274329" y="197389"/>
                </a:cubicBezTo>
                <a:cubicBezTo>
                  <a:pt x="279010" y="200990"/>
                  <a:pt x="280090" y="205311"/>
                  <a:pt x="280090" y="208193"/>
                </a:cubicBezTo>
                <a:cubicBezTo>
                  <a:pt x="280450" y="209273"/>
                  <a:pt x="280090" y="210714"/>
                  <a:pt x="279730" y="211794"/>
                </a:cubicBezTo>
                <a:cubicBezTo>
                  <a:pt x="285130" y="210714"/>
                  <a:pt x="289090" y="210714"/>
                  <a:pt x="292330" y="213595"/>
                </a:cubicBezTo>
                <a:cubicBezTo>
                  <a:pt x="297370" y="217556"/>
                  <a:pt x="298090" y="222238"/>
                  <a:pt x="298090" y="225119"/>
                </a:cubicBezTo>
                <a:cubicBezTo>
                  <a:pt x="297370" y="234122"/>
                  <a:pt x="288010" y="240965"/>
                  <a:pt x="286930" y="241685"/>
                </a:cubicBezTo>
                <a:cubicBezTo>
                  <a:pt x="238688" y="279858"/>
                  <a:pt x="182166" y="290302"/>
                  <a:pt x="135725" y="290302"/>
                </a:cubicBezTo>
                <a:cubicBezTo>
                  <a:pt x="86043" y="290302"/>
                  <a:pt x="47522" y="278418"/>
                  <a:pt x="41762" y="276617"/>
                </a:cubicBezTo>
                <a:lnTo>
                  <a:pt x="4680" y="276617"/>
                </a:lnTo>
                <a:cubicBezTo>
                  <a:pt x="2160" y="276617"/>
                  <a:pt x="0" y="274817"/>
                  <a:pt x="0" y="272296"/>
                </a:cubicBezTo>
                <a:lnTo>
                  <a:pt x="0" y="190906"/>
                </a:lnTo>
                <a:cubicBezTo>
                  <a:pt x="0" y="188385"/>
                  <a:pt x="2160" y="186585"/>
                  <a:pt x="4680" y="186585"/>
                </a:cubicBezTo>
                <a:lnTo>
                  <a:pt x="42482" y="186585"/>
                </a:lnTo>
                <a:cubicBezTo>
                  <a:pt x="110524" y="186585"/>
                  <a:pt x="122404" y="193427"/>
                  <a:pt x="132485" y="199549"/>
                </a:cubicBezTo>
                <a:cubicBezTo>
                  <a:pt x="140765" y="204231"/>
                  <a:pt x="147965" y="208193"/>
                  <a:pt x="189367" y="207473"/>
                </a:cubicBezTo>
                <a:cubicBezTo>
                  <a:pt x="189367" y="207473"/>
                  <a:pt x="198367" y="207113"/>
                  <a:pt x="204847" y="213235"/>
                </a:cubicBezTo>
                <a:cubicBezTo>
                  <a:pt x="208807" y="217916"/>
                  <a:pt x="210967" y="224039"/>
                  <a:pt x="210247" y="232322"/>
                </a:cubicBezTo>
                <a:cubicBezTo>
                  <a:pt x="210247" y="233762"/>
                  <a:pt x="210247" y="235203"/>
                  <a:pt x="209527" y="236643"/>
                </a:cubicBezTo>
                <a:cubicBezTo>
                  <a:pt x="234008" y="230881"/>
                  <a:pt x="250929" y="223318"/>
                  <a:pt x="263169" y="218277"/>
                </a:cubicBezTo>
                <a:cubicBezTo>
                  <a:pt x="264249" y="217916"/>
                  <a:pt x="264969" y="217196"/>
                  <a:pt x="266409" y="216836"/>
                </a:cubicBezTo>
                <a:cubicBezTo>
                  <a:pt x="269289" y="213595"/>
                  <a:pt x="271449" y="210714"/>
                  <a:pt x="271449" y="208553"/>
                </a:cubicBezTo>
                <a:cubicBezTo>
                  <a:pt x="271449" y="208193"/>
                  <a:pt x="271089" y="206752"/>
                  <a:pt x="268569" y="204591"/>
                </a:cubicBezTo>
                <a:cubicBezTo>
                  <a:pt x="266409" y="203511"/>
                  <a:pt x="255249" y="208193"/>
                  <a:pt x="246969" y="211794"/>
                </a:cubicBezTo>
                <a:lnTo>
                  <a:pt x="244088" y="212875"/>
                </a:lnTo>
                <a:lnTo>
                  <a:pt x="240488" y="217916"/>
                </a:lnTo>
                <a:cubicBezTo>
                  <a:pt x="239768" y="219717"/>
                  <a:pt x="238328" y="220077"/>
                  <a:pt x="236888" y="220077"/>
                </a:cubicBezTo>
                <a:cubicBezTo>
                  <a:pt x="235808" y="220077"/>
                  <a:pt x="235088" y="220077"/>
                  <a:pt x="234728" y="219357"/>
                </a:cubicBezTo>
                <a:cubicBezTo>
                  <a:pt x="232208" y="217916"/>
                  <a:pt x="231848" y="215035"/>
                  <a:pt x="233288" y="212875"/>
                </a:cubicBezTo>
                <a:lnTo>
                  <a:pt x="279730" y="145170"/>
                </a:lnTo>
                <a:cubicBezTo>
                  <a:pt x="284050" y="139048"/>
                  <a:pt x="282610" y="130405"/>
                  <a:pt x="276489" y="126083"/>
                </a:cubicBezTo>
                <a:lnTo>
                  <a:pt x="109444" y="11563"/>
                </a:lnTo>
                <a:cubicBezTo>
                  <a:pt x="103324" y="7241"/>
                  <a:pt x="94683" y="8682"/>
                  <a:pt x="90363" y="15164"/>
                </a:cubicBezTo>
                <a:lnTo>
                  <a:pt x="23401" y="112759"/>
                </a:lnTo>
                <a:cubicBezTo>
                  <a:pt x="19081" y="118881"/>
                  <a:pt x="20521" y="127524"/>
                  <a:pt x="27001" y="131846"/>
                </a:cubicBezTo>
                <a:lnTo>
                  <a:pt x="84963" y="171460"/>
                </a:lnTo>
                <a:cubicBezTo>
                  <a:pt x="86763" y="172900"/>
                  <a:pt x="87483" y="175781"/>
                  <a:pt x="86043" y="177942"/>
                </a:cubicBezTo>
                <a:cubicBezTo>
                  <a:pt x="84603" y="180103"/>
                  <a:pt x="81723" y="180463"/>
                  <a:pt x="79563" y="179022"/>
                </a:cubicBezTo>
                <a:lnTo>
                  <a:pt x="21601" y="139048"/>
                </a:lnTo>
                <a:cubicBezTo>
                  <a:pt x="11520" y="132206"/>
                  <a:pt x="8640" y="118161"/>
                  <a:pt x="15840" y="107717"/>
                </a:cubicBezTo>
                <a:lnTo>
                  <a:pt x="82803" y="9762"/>
                </a:lnTo>
                <a:cubicBezTo>
                  <a:pt x="86403" y="4721"/>
                  <a:pt x="91713" y="1479"/>
                  <a:pt x="97429" y="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3" name="Freeform 749">
            <a:extLst>
              <a:ext uri="{FF2B5EF4-FFF2-40B4-BE49-F238E27FC236}">
                <a16:creationId xmlns:a16="http://schemas.microsoft.com/office/drawing/2014/main" id="{A8CB2027-9859-4B43-AD17-F8B73ABE1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5030" y="5845619"/>
            <a:ext cx="391440" cy="391440"/>
          </a:xfrm>
          <a:custGeom>
            <a:avLst/>
            <a:gdLst/>
            <a:ahLst/>
            <a:cxnLst/>
            <a:rect l="0" t="0" r="r" b="b"/>
            <a:pathLst>
              <a:path w="298090" h="298090">
                <a:moveTo>
                  <a:pt x="154805" y="248709"/>
                </a:moveTo>
                <a:lnTo>
                  <a:pt x="117724" y="285474"/>
                </a:lnTo>
                <a:cubicBezTo>
                  <a:pt x="127804" y="287997"/>
                  <a:pt x="138245" y="289079"/>
                  <a:pt x="149045" y="289079"/>
                </a:cubicBezTo>
                <a:cubicBezTo>
                  <a:pt x="162726" y="289079"/>
                  <a:pt x="176406" y="286916"/>
                  <a:pt x="189006" y="283311"/>
                </a:cubicBezTo>
                <a:lnTo>
                  <a:pt x="154805" y="248709"/>
                </a:lnTo>
                <a:close/>
                <a:moveTo>
                  <a:pt x="208807" y="194642"/>
                </a:moveTo>
                <a:lnTo>
                  <a:pt x="160926" y="242221"/>
                </a:lnTo>
                <a:lnTo>
                  <a:pt x="198727" y="280067"/>
                </a:lnTo>
                <a:cubicBezTo>
                  <a:pt x="220328" y="271417"/>
                  <a:pt x="239408" y="258080"/>
                  <a:pt x="254889" y="240418"/>
                </a:cubicBezTo>
                <a:lnTo>
                  <a:pt x="208807" y="194642"/>
                </a:lnTo>
                <a:close/>
                <a:moveTo>
                  <a:pt x="47522" y="141656"/>
                </a:moveTo>
                <a:lnTo>
                  <a:pt x="11881" y="177701"/>
                </a:lnTo>
                <a:cubicBezTo>
                  <a:pt x="22321" y="227442"/>
                  <a:pt x="59402" y="267812"/>
                  <a:pt x="107644" y="282591"/>
                </a:cubicBezTo>
                <a:lnTo>
                  <a:pt x="148325" y="242221"/>
                </a:lnTo>
                <a:lnTo>
                  <a:pt x="97203" y="191398"/>
                </a:lnTo>
                <a:lnTo>
                  <a:pt x="47522" y="141656"/>
                </a:lnTo>
                <a:close/>
                <a:moveTo>
                  <a:pt x="154805" y="140214"/>
                </a:moveTo>
                <a:lnTo>
                  <a:pt x="106924" y="188154"/>
                </a:lnTo>
                <a:lnTo>
                  <a:pt x="154805" y="236093"/>
                </a:lnTo>
                <a:lnTo>
                  <a:pt x="202327" y="188154"/>
                </a:lnTo>
                <a:lnTo>
                  <a:pt x="154805" y="140214"/>
                </a:lnTo>
                <a:close/>
                <a:moveTo>
                  <a:pt x="101884" y="87589"/>
                </a:moveTo>
                <a:lnTo>
                  <a:pt x="54002" y="135528"/>
                </a:lnTo>
                <a:lnTo>
                  <a:pt x="100443" y="181665"/>
                </a:lnTo>
                <a:lnTo>
                  <a:pt x="148325" y="133726"/>
                </a:lnTo>
                <a:lnTo>
                  <a:pt x="101884" y="87589"/>
                </a:lnTo>
                <a:close/>
                <a:moveTo>
                  <a:pt x="57602" y="43254"/>
                </a:moveTo>
                <a:cubicBezTo>
                  <a:pt x="27721" y="68846"/>
                  <a:pt x="9000" y="106693"/>
                  <a:pt x="9000" y="148865"/>
                </a:cubicBezTo>
                <a:cubicBezTo>
                  <a:pt x="9000" y="154992"/>
                  <a:pt x="9360" y="160760"/>
                  <a:pt x="10080" y="166527"/>
                </a:cubicBezTo>
                <a:lnTo>
                  <a:pt x="10703" y="165906"/>
                </a:lnTo>
                <a:lnTo>
                  <a:pt x="95763" y="81101"/>
                </a:lnTo>
                <a:lnTo>
                  <a:pt x="57602" y="43254"/>
                </a:lnTo>
                <a:close/>
                <a:moveTo>
                  <a:pt x="235744" y="40399"/>
                </a:moveTo>
                <a:cubicBezTo>
                  <a:pt x="224641" y="40399"/>
                  <a:pt x="215329" y="49408"/>
                  <a:pt x="215329" y="60939"/>
                </a:cubicBezTo>
                <a:cubicBezTo>
                  <a:pt x="215329" y="72110"/>
                  <a:pt x="224641" y="81119"/>
                  <a:pt x="235744" y="81119"/>
                </a:cubicBezTo>
                <a:cubicBezTo>
                  <a:pt x="246847" y="81119"/>
                  <a:pt x="255801" y="72110"/>
                  <a:pt x="255801" y="60939"/>
                </a:cubicBezTo>
                <a:cubicBezTo>
                  <a:pt x="255801" y="49408"/>
                  <a:pt x="246847" y="40399"/>
                  <a:pt x="235744" y="40399"/>
                </a:cubicBezTo>
                <a:close/>
                <a:moveTo>
                  <a:pt x="235744" y="31750"/>
                </a:moveTo>
                <a:cubicBezTo>
                  <a:pt x="251861" y="31750"/>
                  <a:pt x="264755" y="44723"/>
                  <a:pt x="264755" y="60939"/>
                </a:cubicBezTo>
                <a:cubicBezTo>
                  <a:pt x="264755" y="77155"/>
                  <a:pt x="251861" y="90128"/>
                  <a:pt x="235744" y="90128"/>
                </a:cubicBezTo>
                <a:cubicBezTo>
                  <a:pt x="219627" y="90128"/>
                  <a:pt x="206375" y="77155"/>
                  <a:pt x="206375" y="60939"/>
                </a:cubicBezTo>
                <a:cubicBezTo>
                  <a:pt x="206375" y="44723"/>
                  <a:pt x="219627" y="31750"/>
                  <a:pt x="235744" y="31750"/>
                </a:cubicBezTo>
                <a:close/>
                <a:moveTo>
                  <a:pt x="235565" y="8633"/>
                </a:moveTo>
                <a:cubicBezTo>
                  <a:pt x="206887" y="8633"/>
                  <a:pt x="183587" y="32373"/>
                  <a:pt x="183587" y="61148"/>
                </a:cubicBezTo>
                <a:cubicBezTo>
                  <a:pt x="183587" y="97478"/>
                  <a:pt x="223735" y="141720"/>
                  <a:pt x="235565" y="153590"/>
                </a:cubicBezTo>
                <a:cubicBezTo>
                  <a:pt x="247036" y="141720"/>
                  <a:pt x="287543" y="97478"/>
                  <a:pt x="287543" y="61148"/>
                </a:cubicBezTo>
                <a:cubicBezTo>
                  <a:pt x="287543" y="32373"/>
                  <a:pt x="263884" y="8633"/>
                  <a:pt x="235565" y="8633"/>
                </a:cubicBezTo>
                <a:close/>
                <a:moveTo>
                  <a:pt x="235565" y="0"/>
                </a:moveTo>
                <a:cubicBezTo>
                  <a:pt x="268903" y="0"/>
                  <a:pt x="296505" y="27337"/>
                  <a:pt x="296505" y="61148"/>
                </a:cubicBezTo>
                <a:cubicBezTo>
                  <a:pt x="296505" y="107549"/>
                  <a:pt x="240942" y="161144"/>
                  <a:pt x="238433" y="163661"/>
                </a:cubicBezTo>
                <a:cubicBezTo>
                  <a:pt x="237716" y="164381"/>
                  <a:pt x="236640" y="164741"/>
                  <a:pt x="235565" y="164741"/>
                </a:cubicBezTo>
                <a:cubicBezTo>
                  <a:pt x="234131" y="164741"/>
                  <a:pt x="233414" y="164381"/>
                  <a:pt x="232339" y="163661"/>
                </a:cubicBezTo>
                <a:cubicBezTo>
                  <a:pt x="230188" y="161144"/>
                  <a:pt x="174625" y="107549"/>
                  <a:pt x="174625" y="61148"/>
                </a:cubicBezTo>
                <a:cubicBezTo>
                  <a:pt x="174625" y="27337"/>
                  <a:pt x="201869" y="0"/>
                  <a:pt x="235565" y="0"/>
                </a:cubicBezTo>
                <a:close/>
                <a:moveTo>
                  <a:pt x="149045" y="0"/>
                </a:moveTo>
                <a:cubicBezTo>
                  <a:pt x="159485" y="0"/>
                  <a:pt x="170646" y="1082"/>
                  <a:pt x="181086" y="3244"/>
                </a:cubicBezTo>
                <a:cubicBezTo>
                  <a:pt x="183606" y="3965"/>
                  <a:pt x="185046" y="6488"/>
                  <a:pt x="184686" y="8651"/>
                </a:cubicBezTo>
                <a:cubicBezTo>
                  <a:pt x="183966" y="11174"/>
                  <a:pt x="181806" y="12616"/>
                  <a:pt x="179286" y="12255"/>
                </a:cubicBezTo>
                <a:cubicBezTo>
                  <a:pt x="169206" y="10093"/>
                  <a:pt x="159125" y="8651"/>
                  <a:pt x="149045" y="8651"/>
                </a:cubicBezTo>
                <a:cubicBezTo>
                  <a:pt x="117364" y="8651"/>
                  <a:pt x="88203" y="19464"/>
                  <a:pt x="64442" y="37487"/>
                </a:cubicBezTo>
                <a:lnTo>
                  <a:pt x="154805" y="127598"/>
                </a:lnTo>
                <a:lnTo>
                  <a:pt x="171726" y="110297"/>
                </a:lnTo>
                <a:cubicBezTo>
                  <a:pt x="173166" y="108855"/>
                  <a:pt x="176046" y="108855"/>
                  <a:pt x="177846" y="110297"/>
                </a:cubicBezTo>
                <a:cubicBezTo>
                  <a:pt x="179646" y="112099"/>
                  <a:pt x="179646" y="114983"/>
                  <a:pt x="177846" y="116785"/>
                </a:cubicBezTo>
                <a:lnTo>
                  <a:pt x="160926" y="133726"/>
                </a:lnTo>
                <a:lnTo>
                  <a:pt x="260649" y="233570"/>
                </a:lnTo>
                <a:cubicBezTo>
                  <a:pt x="278290" y="209780"/>
                  <a:pt x="289090" y="180584"/>
                  <a:pt x="289090" y="148865"/>
                </a:cubicBezTo>
                <a:cubicBezTo>
                  <a:pt x="289090" y="140935"/>
                  <a:pt x="288370" y="132645"/>
                  <a:pt x="286570" y="124715"/>
                </a:cubicBezTo>
                <a:cubicBezTo>
                  <a:pt x="286210" y="122192"/>
                  <a:pt x="288010" y="120029"/>
                  <a:pt x="290530" y="119669"/>
                </a:cubicBezTo>
                <a:cubicBezTo>
                  <a:pt x="293050" y="119308"/>
                  <a:pt x="295210" y="120750"/>
                  <a:pt x="295570" y="123273"/>
                </a:cubicBezTo>
                <a:cubicBezTo>
                  <a:pt x="297010" y="131563"/>
                  <a:pt x="298090" y="140214"/>
                  <a:pt x="298090" y="148865"/>
                </a:cubicBezTo>
                <a:cubicBezTo>
                  <a:pt x="298090" y="231047"/>
                  <a:pt x="231128" y="298090"/>
                  <a:pt x="149045" y="298090"/>
                </a:cubicBezTo>
                <a:cubicBezTo>
                  <a:pt x="66962" y="298090"/>
                  <a:pt x="0" y="231047"/>
                  <a:pt x="0" y="148865"/>
                </a:cubicBezTo>
                <a:cubicBezTo>
                  <a:pt x="0" y="66683"/>
                  <a:pt x="66962" y="0"/>
                  <a:pt x="1490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5214822-83A3-1B45-A57F-1EFD3A231708}"/>
              </a:ext>
            </a:extLst>
          </p:cNvPr>
          <p:cNvSpPr/>
          <p:nvPr/>
        </p:nvSpPr>
        <p:spPr>
          <a:xfrm>
            <a:off x="7727390" y="3445563"/>
            <a:ext cx="807720" cy="8077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A298900-EE15-EA47-A492-12704DBBACB6}"/>
              </a:ext>
            </a:extLst>
          </p:cNvPr>
          <p:cNvSpPr/>
          <p:nvPr/>
        </p:nvSpPr>
        <p:spPr>
          <a:xfrm>
            <a:off x="7727390" y="4541521"/>
            <a:ext cx="807720" cy="8077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1E8ECDB-665A-9546-8601-3B3342A8D10E}"/>
              </a:ext>
            </a:extLst>
          </p:cNvPr>
          <p:cNvSpPr/>
          <p:nvPr/>
        </p:nvSpPr>
        <p:spPr>
          <a:xfrm>
            <a:off x="7727390" y="5637479"/>
            <a:ext cx="807720" cy="80772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7" name="Freeform 739">
            <a:extLst>
              <a:ext uri="{FF2B5EF4-FFF2-40B4-BE49-F238E27FC236}">
                <a16:creationId xmlns:a16="http://schemas.microsoft.com/office/drawing/2014/main" id="{D63BE957-1AC6-BD43-A385-CB86A7657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530" y="3653703"/>
            <a:ext cx="387276" cy="391440"/>
          </a:xfrm>
          <a:custGeom>
            <a:avLst/>
            <a:gdLst/>
            <a:ahLst/>
            <a:cxnLst/>
            <a:rect l="0" t="0" r="r" b="b"/>
            <a:pathLst>
              <a:path w="294916" h="298090">
                <a:moveTo>
                  <a:pt x="209423" y="175177"/>
                </a:moveTo>
                <a:lnTo>
                  <a:pt x="209423" y="223477"/>
                </a:lnTo>
                <a:cubicBezTo>
                  <a:pt x="209423" y="244744"/>
                  <a:pt x="226306" y="262045"/>
                  <a:pt x="247499" y="262045"/>
                </a:cubicBezTo>
                <a:cubicBezTo>
                  <a:pt x="268693" y="262045"/>
                  <a:pt x="285936" y="244744"/>
                  <a:pt x="285936" y="223477"/>
                </a:cubicBezTo>
                <a:lnTo>
                  <a:pt x="285936" y="175177"/>
                </a:lnTo>
                <a:cubicBezTo>
                  <a:pt x="274800" y="182747"/>
                  <a:pt x="261150" y="186351"/>
                  <a:pt x="247859" y="186351"/>
                </a:cubicBezTo>
                <a:cubicBezTo>
                  <a:pt x="234209" y="186351"/>
                  <a:pt x="220558" y="182747"/>
                  <a:pt x="209423" y="175177"/>
                </a:cubicBezTo>
                <a:close/>
                <a:moveTo>
                  <a:pt x="58555" y="164647"/>
                </a:moveTo>
                <a:cubicBezTo>
                  <a:pt x="49784" y="164647"/>
                  <a:pt x="42475" y="171541"/>
                  <a:pt x="42475" y="180612"/>
                </a:cubicBezTo>
                <a:cubicBezTo>
                  <a:pt x="42475" y="189321"/>
                  <a:pt x="49784" y="196578"/>
                  <a:pt x="58555" y="196578"/>
                </a:cubicBezTo>
                <a:cubicBezTo>
                  <a:pt x="67692" y="196578"/>
                  <a:pt x="75001" y="189321"/>
                  <a:pt x="75001" y="180612"/>
                </a:cubicBezTo>
                <a:cubicBezTo>
                  <a:pt x="75001" y="171541"/>
                  <a:pt x="67692" y="164647"/>
                  <a:pt x="58555" y="164647"/>
                </a:cubicBezTo>
                <a:close/>
                <a:moveTo>
                  <a:pt x="58555" y="155575"/>
                </a:moveTo>
                <a:cubicBezTo>
                  <a:pt x="72443" y="155575"/>
                  <a:pt x="83773" y="166824"/>
                  <a:pt x="83773" y="180612"/>
                </a:cubicBezTo>
                <a:cubicBezTo>
                  <a:pt x="83773" y="194401"/>
                  <a:pt x="72443" y="206012"/>
                  <a:pt x="58555" y="206012"/>
                </a:cubicBezTo>
                <a:cubicBezTo>
                  <a:pt x="44668" y="206012"/>
                  <a:pt x="33338" y="194401"/>
                  <a:pt x="33338" y="180612"/>
                </a:cubicBezTo>
                <a:cubicBezTo>
                  <a:pt x="33338" y="166824"/>
                  <a:pt x="44668" y="155575"/>
                  <a:pt x="58555" y="155575"/>
                </a:cubicBezTo>
                <a:close/>
                <a:moveTo>
                  <a:pt x="249238" y="130175"/>
                </a:moveTo>
                <a:cubicBezTo>
                  <a:pt x="251436" y="130175"/>
                  <a:pt x="253634" y="132366"/>
                  <a:pt x="253634" y="134921"/>
                </a:cubicBezTo>
                <a:lnTo>
                  <a:pt x="253634" y="161942"/>
                </a:lnTo>
                <a:cubicBezTo>
                  <a:pt x="253634" y="164132"/>
                  <a:pt x="251436" y="166323"/>
                  <a:pt x="249238" y="166323"/>
                </a:cubicBezTo>
                <a:cubicBezTo>
                  <a:pt x="246307" y="166323"/>
                  <a:pt x="244475" y="164132"/>
                  <a:pt x="244475" y="161942"/>
                </a:cubicBezTo>
                <a:lnTo>
                  <a:pt x="244475" y="134921"/>
                </a:lnTo>
                <a:cubicBezTo>
                  <a:pt x="244475" y="132366"/>
                  <a:pt x="246307" y="130175"/>
                  <a:pt x="249238" y="130175"/>
                </a:cubicBezTo>
                <a:close/>
                <a:moveTo>
                  <a:pt x="247499" y="118226"/>
                </a:moveTo>
                <a:cubicBezTo>
                  <a:pt x="226306" y="118226"/>
                  <a:pt x="209423" y="135528"/>
                  <a:pt x="209423" y="156434"/>
                </a:cubicBezTo>
                <a:lnTo>
                  <a:pt x="209423" y="164004"/>
                </a:lnTo>
                <a:cubicBezTo>
                  <a:pt x="230616" y="181665"/>
                  <a:pt x="264383" y="181665"/>
                  <a:pt x="285936" y="164004"/>
                </a:cubicBezTo>
                <a:lnTo>
                  <a:pt x="285936" y="156434"/>
                </a:lnTo>
                <a:cubicBezTo>
                  <a:pt x="285936" y="135528"/>
                  <a:pt x="268693" y="118226"/>
                  <a:pt x="247859" y="118226"/>
                </a:cubicBezTo>
                <a:lnTo>
                  <a:pt x="247499" y="118226"/>
                </a:lnTo>
                <a:close/>
                <a:moveTo>
                  <a:pt x="58911" y="0"/>
                </a:moveTo>
                <a:cubicBezTo>
                  <a:pt x="59989" y="0"/>
                  <a:pt x="61067" y="360"/>
                  <a:pt x="62144" y="1081"/>
                </a:cubicBezTo>
                <a:lnTo>
                  <a:pt x="85493" y="24871"/>
                </a:lnTo>
                <a:cubicBezTo>
                  <a:pt x="86212" y="25591"/>
                  <a:pt x="86930" y="26673"/>
                  <a:pt x="86930" y="27754"/>
                </a:cubicBezTo>
                <a:lnTo>
                  <a:pt x="86930" y="130121"/>
                </a:lnTo>
                <a:cubicBezTo>
                  <a:pt x="104532" y="140214"/>
                  <a:pt x="116027" y="159318"/>
                  <a:pt x="116027" y="180224"/>
                </a:cubicBezTo>
                <a:cubicBezTo>
                  <a:pt x="116027" y="210501"/>
                  <a:pt x="92318" y="236093"/>
                  <a:pt x="62144" y="238256"/>
                </a:cubicBezTo>
                <a:lnTo>
                  <a:pt x="62504" y="249429"/>
                </a:lnTo>
                <a:cubicBezTo>
                  <a:pt x="62504" y="271056"/>
                  <a:pt x="80105" y="289079"/>
                  <a:pt x="102017" y="289079"/>
                </a:cubicBezTo>
                <a:cubicBezTo>
                  <a:pt x="123929" y="289079"/>
                  <a:pt x="141890" y="271056"/>
                  <a:pt x="141890" y="249429"/>
                </a:cubicBezTo>
                <a:lnTo>
                  <a:pt x="141890" y="89751"/>
                </a:lnTo>
                <a:cubicBezTo>
                  <a:pt x="141890" y="59113"/>
                  <a:pt x="166676" y="34603"/>
                  <a:pt x="197209" y="34603"/>
                </a:cubicBezTo>
                <a:cubicBezTo>
                  <a:pt x="227383" y="34603"/>
                  <a:pt x="252169" y="59113"/>
                  <a:pt x="252169" y="89751"/>
                </a:cubicBezTo>
                <a:lnTo>
                  <a:pt x="252169" y="109215"/>
                </a:lnTo>
                <a:cubicBezTo>
                  <a:pt x="276237" y="111378"/>
                  <a:pt x="294916" y="131923"/>
                  <a:pt x="294916" y="156434"/>
                </a:cubicBezTo>
                <a:lnTo>
                  <a:pt x="294916" y="223477"/>
                </a:lnTo>
                <a:cubicBezTo>
                  <a:pt x="294916" y="249790"/>
                  <a:pt x="273722" y="271056"/>
                  <a:pt x="247859" y="271056"/>
                </a:cubicBezTo>
                <a:cubicBezTo>
                  <a:pt x="221277" y="271056"/>
                  <a:pt x="200442" y="249790"/>
                  <a:pt x="200442" y="223477"/>
                </a:cubicBezTo>
                <a:lnTo>
                  <a:pt x="200442" y="156434"/>
                </a:lnTo>
                <a:cubicBezTo>
                  <a:pt x="200442" y="131923"/>
                  <a:pt x="219121" y="111378"/>
                  <a:pt x="243189" y="109215"/>
                </a:cubicBezTo>
                <a:lnTo>
                  <a:pt x="243189" y="89751"/>
                </a:lnTo>
                <a:cubicBezTo>
                  <a:pt x="243189" y="64159"/>
                  <a:pt x="222354" y="43253"/>
                  <a:pt x="197209" y="43253"/>
                </a:cubicBezTo>
                <a:cubicBezTo>
                  <a:pt x="171705" y="43253"/>
                  <a:pt x="150871" y="64159"/>
                  <a:pt x="150871" y="89751"/>
                </a:cubicBezTo>
                <a:lnTo>
                  <a:pt x="150871" y="249429"/>
                </a:lnTo>
                <a:cubicBezTo>
                  <a:pt x="150871" y="276103"/>
                  <a:pt x="128958" y="298090"/>
                  <a:pt x="102017" y="298090"/>
                </a:cubicBezTo>
                <a:cubicBezTo>
                  <a:pt x="75435" y="298090"/>
                  <a:pt x="53523" y="276103"/>
                  <a:pt x="53523" y="249429"/>
                </a:cubicBezTo>
                <a:lnTo>
                  <a:pt x="53523" y="238256"/>
                </a:lnTo>
                <a:cubicBezTo>
                  <a:pt x="53523" y="233570"/>
                  <a:pt x="57115" y="229605"/>
                  <a:pt x="61785" y="229244"/>
                </a:cubicBezTo>
                <a:cubicBezTo>
                  <a:pt x="86930" y="227442"/>
                  <a:pt x="106687" y="205815"/>
                  <a:pt x="106687" y="180224"/>
                </a:cubicBezTo>
                <a:cubicBezTo>
                  <a:pt x="106687" y="161841"/>
                  <a:pt x="96629" y="145260"/>
                  <a:pt x="80105" y="136609"/>
                </a:cubicBezTo>
                <a:cubicBezTo>
                  <a:pt x="78668" y="135888"/>
                  <a:pt x="77950" y="134446"/>
                  <a:pt x="77950" y="132644"/>
                </a:cubicBezTo>
                <a:lnTo>
                  <a:pt x="77950" y="29917"/>
                </a:lnTo>
                <a:lnTo>
                  <a:pt x="58911" y="10813"/>
                </a:lnTo>
                <a:lnTo>
                  <a:pt x="43465" y="26673"/>
                </a:lnTo>
                <a:lnTo>
                  <a:pt x="50649" y="33882"/>
                </a:lnTo>
                <a:cubicBezTo>
                  <a:pt x="52446" y="35684"/>
                  <a:pt x="53523" y="38207"/>
                  <a:pt x="53523" y="41091"/>
                </a:cubicBezTo>
                <a:cubicBezTo>
                  <a:pt x="53523" y="43614"/>
                  <a:pt x="52446" y="46137"/>
                  <a:pt x="50649" y="48300"/>
                </a:cubicBezTo>
                <a:lnTo>
                  <a:pt x="42747" y="56229"/>
                </a:lnTo>
                <a:lnTo>
                  <a:pt x="49931" y="63438"/>
                </a:lnTo>
                <a:cubicBezTo>
                  <a:pt x="52086" y="65241"/>
                  <a:pt x="52805" y="67764"/>
                  <a:pt x="52805" y="70647"/>
                </a:cubicBezTo>
                <a:cubicBezTo>
                  <a:pt x="52805" y="73531"/>
                  <a:pt x="52086" y="76054"/>
                  <a:pt x="49931" y="77856"/>
                </a:cubicBezTo>
                <a:lnTo>
                  <a:pt x="42747" y="85426"/>
                </a:lnTo>
                <a:lnTo>
                  <a:pt x="49931" y="92635"/>
                </a:lnTo>
                <a:cubicBezTo>
                  <a:pt x="54242" y="96600"/>
                  <a:pt x="54242" y="102727"/>
                  <a:pt x="49931" y="107052"/>
                </a:cubicBezTo>
                <a:lnTo>
                  <a:pt x="38077" y="118947"/>
                </a:lnTo>
                <a:lnTo>
                  <a:pt x="38077" y="132644"/>
                </a:lnTo>
                <a:cubicBezTo>
                  <a:pt x="38077" y="134446"/>
                  <a:pt x="36999" y="135888"/>
                  <a:pt x="35562" y="136609"/>
                </a:cubicBezTo>
                <a:cubicBezTo>
                  <a:pt x="19038" y="145260"/>
                  <a:pt x="8980" y="161841"/>
                  <a:pt x="8980" y="180224"/>
                </a:cubicBezTo>
                <a:cubicBezTo>
                  <a:pt x="8980" y="200048"/>
                  <a:pt x="20834" y="217710"/>
                  <a:pt x="38795" y="225640"/>
                </a:cubicBezTo>
                <a:cubicBezTo>
                  <a:pt x="41310" y="226361"/>
                  <a:pt x="42028" y="229244"/>
                  <a:pt x="41310" y="231768"/>
                </a:cubicBezTo>
                <a:cubicBezTo>
                  <a:pt x="40232" y="233570"/>
                  <a:pt x="37718" y="234651"/>
                  <a:pt x="35562" y="233930"/>
                </a:cubicBezTo>
                <a:cubicBezTo>
                  <a:pt x="14009" y="224919"/>
                  <a:pt x="0" y="203653"/>
                  <a:pt x="0" y="180224"/>
                </a:cubicBezTo>
                <a:cubicBezTo>
                  <a:pt x="0" y="159318"/>
                  <a:pt x="11136" y="140214"/>
                  <a:pt x="29096" y="130121"/>
                </a:cubicBezTo>
                <a:lnTo>
                  <a:pt x="29096" y="117145"/>
                </a:lnTo>
                <a:cubicBezTo>
                  <a:pt x="29096" y="116064"/>
                  <a:pt x="29456" y="114622"/>
                  <a:pt x="30533" y="113901"/>
                </a:cubicBezTo>
                <a:lnTo>
                  <a:pt x="43824" y="100564"/>
                </a:lnTo>
                <a:cubicBezTo>
                  <a:pt x="44184" y="100204"/>
                  <a:pt x="44184" y="99483"/>
                  <a:pt x="43824" y="99123"/>
                </a:cubicBezTo>
                <a:lnTo>
                  <a:pt x="33048" y="88309"/>
                </a:lnTo>
                <a:cubicBezTo>
                  <a:pt x="32688" y="87588"/>
                  <a:pt x="31970" y="86867"/>
                  <a:pt x="31970" y="85786"/>
                </a:cubicBezTo>
                <a:cubicBezTo>
                  <a:pt x="31611" y="84344"/>
                  <a:pt x="31970" y="82903"/>
                  <a:pt x="33048" y="81821"/>
                </a:cubicBezTo>
                <a:lnTo>
                  <a:pt x="43824" y="71368"/>
                </a:lnTo>
                <a:cubicBezTo>
                  <a:pt x="43824" y="71008"/>
                  <a:pt x="43824" y="71008"/>
                  <a:pt x="43824" y="70647"/>
                </a:cubicBezTo>
                <a:lnTo>
                  <a:pt x="43824" y="69926"/>
                </a:lnTo>
                <a:lnTo>
                  <a:pt x="33048" y="59113"/>
                </a:lnTo>
                <a:cubicBezTo>
                  <a:pt x="31611" y="57671"/>
                  <a:pt x="31611" y="54427"/>
                  <a:pt x="33048" y="52985"/>
                </a:cubicBezTo>
                <a:lnTo>
                  <a:pt x="44184" y="41812"/>
                </a:lnTo>
                <a:cubicBezTo>
                  <a:pt x="44543" y="41451"/>
                  <a:pt x="44543" y="40730"/>
                  <a:pt x="44184" y="40370"/>
                </a:cubicBezTo>
                <a:lnTo>
                  <a:pt x="33407" y="29917"/>
                </a:lnTo>
                <a:cubicBezTo>
                  <a:pt x="32688" y="28835"/>
                  <a:pt x="32329" y="27754"/>
                  <a:pt x="32329" y="26673"/>
                </a:cubicBezTo>
                <a:cubicBezTo>
                  <a:pt x="32329" y="25231"/>
                  <a:pt x="32688" y="24150"/>
                  <a:pt x="33407" y="23429"/>
                </a:cubicBezTo>
                <a:lnTo>
                  <a:pt x="55679" y="1081"/>
                </a:lnTo>
                <a:cubicBezTo>
                  <a:pt x="56397" y="360"/>
                  <a:pt x="57834" y="0"/>
                  <a:pt x="5891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8" name="Freeform 740">
            <a:extLst>
              <a:ext uri="{FF2B5EF4-FFF2-40B4-BE49-F238E27FC236}">
                <a16:creationId xmlns:a16="http://schemas.microsoft.com/office/drawing/2014/main" id="{96387864-9B40-AE49-AC90-6179C2F2D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530" y="4754866"/>
            <a:ext cx="391440" cy="381030"/>
          </a:xfrm>
          <a:custGeom>
            <a:avLst/>
            <a:gdLst/>
            <a:ahLst/>
            <a:cxnLst/>
            <a:rect l="0" t="0" r="r" b="b"/>
            <a:pathLst>
              <a:path w="298090" h="290302">
                <a:moveTo>
                  <a:pt x="23019" y="206348"/>
                </a:moveTo>
                <a:cubicBezTo>
                  <a:pt x="25982" y="206348"/>
                  <a:pt x="28205" y="208647"/>
                  <a:pt x="28205" y="211713"/>
                </a:cubicBezTo>
                <a:cubicBezTo>
                  <a:pt x="28205" y="214779"/>
                  <a:pt x="25982" y="217078"/>
                  <a:pt x="23019" y="217078"/>
                </a:cubicBezTo>
                <a:cubicBezTo>
                  <a:pt x="20055" y="217078"/>
                  <a:pt x="17462" y="214779"/>
                  <a:pt x="17462" y="211713"/>
                </a:cubicBezTo>
                <a:cubicBezTo>
                  <a:pt x="17462" y="208647"/>
                  <a:pt x="20055" y="206348"/>
                  <a:pt x="23019" y="206348"/>
                </a:cubicBezTo>
                <a:close/>
                <a:moveTo>
                  <a:pt x="47162" y="195228"/>
                </a:moveTo>
                <a:lnTo>
                  <a:pt x="47162" y="268694"/>
                </a:lnTo>
                <a:cubicBezTo>
                  <a:pt x="67683" y="275177"/>
                  <a:pt x="189367" y="307588"/>
                  <a:pt x="281890" y="234482"/>
                </a:cubicBezTo>
                <a:cubicBezTo>
                  <a:pt x="283690" y="233042"/>
                  <a:pt x="289090" y="228720"/>
                  <a:pt x="289090" y="224759"/>
                </a:cubicBezTo>
                <a:cubicBezTo>
                  <a:pt x="289090" y="223678"/>
                  <a:pt x="289090" y="222238"/>
                  <a:pt x="286570" y="220437"/>
                </a:cubicBezTo>
                <a:cubicBezTo>
                  <a:pt x="284770" y="218997"/>
                  <a:pt x="275769" y="222598"/>
                  <a:pt x="266769" y="226559"/>
                </a:cubicBezTo>
                <a:cubicBezTo>
                  <a:pt x="252009" y="232682"/>
                  <a:pt x="229328" y="242405"/>
                  <a:pt x="195847" y="249247"/>
                </a:cubicBezTo>
                <a:cubicBezTo>
                  <a:pt x="188287" y="251768"/>
                  <a:pt x="177846" y="253209"/>
                  <a:pt x="164166" y="253209"/>
                </a:cubicBezTo>
                <a:cubicBezTo>
                  <a:pt x="153005" y="253209"/>
                  <a:pt x="139685" y="252489"/>
                  <a:pt x="123844" y="250328"/>
                </a:cubicBezTo>
                <a:cubicBezTo>
                  <a:pt x="121684" y="249968"/>
                  <a:pt x="119524" y="247807"/>
                  <a:pt x="120244" y="245286"/>
                </a:cubicBezTo>
                <a:cubicBezTo>
                  <a:pt x="120244" y="242765"/>
                  <a:pt x="122764" y="241325"/>
                  <a:pt x="125284" y="241325"/>
                </a:cubicBezTo>
                <a:cubicBezTo>
                  <a:pt x="165966" y="246727"/>
                  <a:pt x="184326" y="243846"/>
                  <a:pt x="192967" y="240604"/>
                </a:cubicBezTo>
                <a:cubicBezTo>
                  <a:pt x="201247" y="237363"/>
                  <a:pt x="201247" y="233402"/>
                  <a:pt x="201607" y="231601"/>
                </a:cubicBezTo>
                <a:cubicBezTo>
                  <a:pt x="201607" y="226199"/>
                  <a:pt x="200527" y="222238"/>
                  <a:pt x="198367" y="219717"/>
                </a:cubicBezTo>
                <a:cubicBezTo>
                  <a:pt x="195127" y="216476"/>
                  <a:pt x="189727" y="216476"/>
                  <a:pt x="189727" y="216476"/>
                </a:cubicBezTo>
                <a:cubicBezTo>
                  <a:pt x="145445" y="217196"/>
                  <a:pt x="137525" y="212515"/>
                  <a:pt x="128165" y="207113"/>
                </a:cubicBezTo>
                <a:cubicBezTo>
                  <a:pt x="119164" y="201710"/>
                  <a:pt x="108724" y="195948"/>
                  <a:pt x="47162" y="195228"/>
                </a:cubicBezTo>
                <a:close/>
                <a:moveTo>
                  <a:pt x="9000" y="195228"/>
                </a:moveTo>
                <a:lnTo>
                  <a:pt x="9000" y="267614"/>
                </a:lnTo>
                <a:lnTo>
                  <a:pt x="38162" y="267614"/>
                </a:lnTo>
                <a:lnTo>
                  <a:pt x="38162" y="195228"/>
                </a:lnTo>
                <a:lnTo>
                  <a:pt x="9000" y="195228"/>
                </a:lnTo>
                <a:close/>
                <a:moveTo>
                  <a:pt x="196360" y="174422"/>
                </a:moveTo>
                <a:lnTo>
                  <a:pt x="219413" y="189944"/>
                </a:lnTo>
                <a:cubicBezTo>
                  <a:pt x="221541" y="191708"/>
                  <a:pt x="221896" y="194177"/>
                  <a:pt x="220477" y="196294"/>
                </a:cubicBezTo>
                <a:cubicBezTo>
                  <a:pt x="219768" y="197705"/>
                  <a:pt x="218349" y="198058"/>
                  <a:pt x="216930" y="198058"/>
                </a:cubicBezTo>
                <a:cubicBezTo>
                  <a:pt x="215866" y="198058"/>
                  <a:pt x="215157" y="198058"/>
                  <a:pt x="214448" y="197705"/>
                </a:cubicBezTo>
                <a:lnTo>
                  <a:pt x="191395" y="181830"/>
                </a:lnTo>
                <a:cubicBezTo>
                  <a:pt x="189622" y="180772"/>
                  <a:pt x="188912" y="177597"/>
                  <a:pt x="190331" y="175833"/>
                </a:cubicBezTo>
                <a:cubicBezTo>
                  <a:pt x="191750" y="173716"/>
                  <a:pt x="194587" y="173011"/>
                  <a:pt x="196360" y="174422"/>
                </a:cubicBezTo>
                <a:close/>
                <a:moveTo>
                  <a:pt x="110688" y="149051"/>
                </a:moveTo>
                <a:lnTo>
                  <a:pt x="157480" y="181828"/>
                </a:lnTo>
                <a:cubicBezTo>
                  <a:pt x="159623" y="182909"/>
                  <a:pt x="159980" y="186151"/>
                  <a:pt x="158908" y="187951"/>
                </a:cubicBezTo>
                <a:cubicBezTo>
                  <a:pt x="157837" y="189392"/>
                  <a:pt x="156408" y="190113"/>
                  <a:pt x="154979" y="190113"/>
                </a:cubicBezTo>
                <a:cubicBezTo>
                  <a:pt x="154265" y="190113"/>
                  <a:pt x="153551" y="189752"/>
                  <a:pt x="152479" y="189032"/>
                </a:cubicBezTo>
                <a:lnTo>
                  <a:pt x="105688" y="156615"/>
                </a:lnTo>
                <a:cubicBezTo>
                  <a:pt x="103544" y="155175"/>
                  <a:pt x="103187" y="152293"/>
                  <a:pt x="104259" y="150492"/>
                </a:cubicBezTo>
                <a:cubicBezTo>
                  <a:pt x="105688" y="148331"/>
                  <a:pt x="108545" y="147611"/>
                  <a:pt x="110688" y="149051"/>
                </a:cubicBezTo>
                <a:close/>
                <a:moveTo>
                  <a:pt x="155085" y="144259"/>
                </a:moveTo>
                <a:lnTo>
                  <a:pt x="178138" y="159781"/>
                </a:lnTo>
                <a:cubicBezTo>
                  <a:pt x="180266" y="161545"/>
                  <a:pt x="180621" y="164014"/>
                  <a:pt x="179202" y="166131"/>
                </a:cubicBezTo>
                <a:cubicBezTo>
                  <a:pt x="178138" y="167542"/>
                  <a:pt x="177074" y="167895"/>
                  <a:pt x="175655" y="167895"/>
                </a:cubicBezTo>
                <a:cubicBezTo>
                  <a:pt x="174591" y="167895"/>
                  <a:pt x="173882" y="167895"/>
                  <a:pt x="173173" y="167542"/>
                </a:cubicBezTo>
                <a:lnTo>
                  <a:pt x="150120" y="151667"/>
                </a:lnTo>
                <a:cubicBezTo>
                  <a:pt x="147992" y="150256"/>
                  <a:pt x="147637" y="147434"/>
                  <a:pt x="148701" y="145670"/>
                </a:cubicBezTo>
                <a:cubicBezTo>
                  <a:pt x="150475" y="143553"/>
                  <a:pt x="152957" y="142848"/>
                  <a:pt x="155085" y="144259"/>
                </a:cubicBezTo>
                <a:close/>
                <a:moveTo>
                  <a:pt x="229742" y="137017"/>
                </a:moveTo>
                <a:cubicBezTo>
                  <a:pt x="229385" y="139922"/>
                  <a:pt x="228315" y="142464"/>
                  <a:pt x="226888" y="144643"/>
                </a:cubicBezTo>
                <a:cubicBezTo>
                  <a:pt x="225104" y="146822"/>
                  <a:pt x="223320" y="148638"/>
                  <a:pt x="220823" y="150453"/>
                </a:cubicBezTo>
                <a:cubicBezTo>
                  <a:pt x="221537" y="152995"/>
                  <a:pt x="222964" y="155174"/>
                  <a:pt x="225461" y="156627"/>
                </a:cubicBezTo>
                <a:cubicBezTo>
                  <a:pt x="230099" y="160258"/>
                  <a:pt x="236877" y="158806"/>
                  <a:pt x="240087" y="154085"/>
                </a:cubicBezTo>
                <a:cubicBezTo>
                  <a:pt x="243655" y="149001"/>
                  <a:pt x="242228" y="142464"/>
                  <a:pt x="237590" y="139196"/>
                </a:cubicBezTo>
                <a:cubicBezTo>
                  <a:pt x="235093" y="137380"/>
                  <a:pt x="232596" y="136654"/>
                  <a:pt x="229742" y="137017"/>
                </a:cubicBezTo>
                <a:close/>
                <a:moveTo>
                  <a:pt x="210478" y="122491"/>
                </a:moveTo>
                <a:cubicBezTo>
                  <a:pt x="210121" y="122491"/>
                  <a:pt x="209408" y="122491"/>
                  <a:pt x="208694" y="122854"/>
                </a:cubicBezTo>
                <a:cubicBezTo>
                  <a:pt x="205840" y="123217"/>
                  <a:pt x="203343" y="125033"/>
                  <a:pt x="201916" y="127212"/>
                </a:cubicBezTo>
                <a:cubicBezTo>
                  <a:pt x="200132" y="129754"/>
                  <a:pt x="199419" y="132296"/>
                  <a:pt x="200132" y="135564"/>
                </a:cubicBezTo>
                <a:cubicBezTo>
                  <a:pt x="200489" y="138106"/>
                  <a:pt x="202273" y="140648"/>
                  <a:pt x="204413" y="142101"/>
                </a:cubicBezTo>
                <a:cubicBezTo>
                  <a:pt x="206910" y="143917"/>
                  <a:pt x="209764" y="144643"/>
                  <a:pt x="212618" y="143917"/>
                </a:cubicBezTo>
                <a:cubicBezTo>
                  <a:pt x="215115" y="143554"/>
                  <a:pt x="217613" y="141738"/>
                  <a:pt x="219396" y="139559"/>
                </a:cubicBezTo>
                <a:cubicBezTo>
                  <a:pt x="220823" y="137017"/>
                  <a:pt x="221537" y="134112"/>
                  <a:pt x="221180" y="131206"/>
                </a:cubicBezTo>
                <a:cubicBezTo>
                  <a:pt x="220467" y="128664"/>
                  <a:pt x="219040" y="126122"/>
                  <a:pt x="216542" y="124670"/>
                </a:cubicBezTo>
                <a:cubicBezTo>
                  <a:pt x="214759" y="123217"/>
                  <a:pt x="212618" y="122491"/>
                  <a:pt x="210478" y="122491"/>
                </a:cubicBezTo>
                <a:close/>
                <a:moveTo>
                  <a:pt x="112223" y="115684"/>
                </a:moveTo>
                <a:lnTo>
                  <a:pt x="135275" y="131206"/>
                </a:lnTo>
                <a:cubicBezTo>
                  <a:pt x="137048" y="132970"/>
                  <a:pt x="137758" y="135439"/>
                  <a:pt x="136339" y="137556"/>
                </a:cubicBezTo>
                <a:cubicBezTo>
                  <a:pt x="135275" y="138967"/>
                  <a:pt x="133856" y="139320"/>
                  <a:pt x="132793" y="139320"/>
                </a:cubicBezTo>
                <a:cubicBezTo>
                  <a:pt x="131729" y="139320"/>
                  <a:pt x="130665" y="139320"/>
                  <a:pt x="130310" y="138614"/>
                </a:cubicBezTo>
                <a:lnTo>
                  <a:pt x="107258" y="123092"/>
                </a:lnTo>
                <a:cubicBezTo>
                  <a:pt x="105130" y="121681"/>
                  <a:pt x="104775" y="118859"/>
                  <a:pt x="106194" y="116742"/>
                </a:cubicBezTo>
                <a:cubicBezTo>
                  <a:pt x="107612" y="114978"/>
                  <a:pt x="110095" y="114273"/>
                  <a:pt x="112223" y="115684"/>
                </a:cubicBezTo>
                <a:close/>
                <a:moveTo>
                  <a:pt x="206910" y="113775"/>
                </a:moveTo>
                <a:cubicBezTo>
                  <a:pt x="212261" y="112686"/>
                  <a:pt x="217256" y="113775"/>
                  <a:pt x="221894" y="116680"/>
                </a:cubicBezTo>
                <a:cubicBezTo>
                  <a:pt x="225461" y="119586"/>
                  <a:pt x="228315" y="123580"/>
                  <a:pt x="229385" y="128301"/>
                </a:cubicBezTo>
                <a:cubicBezTo>
                  <a:pt x="234023" y="127575"/>
                  <a:pt x="238304" y="128664"/>
                  <a:pt x="242585" y="131206"/>
                </a:cubicBezTo>
                <a:cubicBezTo>
                  <a:pt x="251146" y="137743"/>
                  <a:pt x="253644" y="150090"/>
                  <a:pt x="247579" y="159169"/>
                </a:cubicBezTo>
                <a:cubicBezTo>
                  <a:pt x="243655" y="164979"/>
                  <a:pt x="237590" y="167885"/>
                  <a:pt x="231169" y="167885"/>
                </a:cubicBezTo>
                <a:cubicBezTo>
                  <a:pt x="227245" y="167885"/>
                  <a:pt x="223677" y="166795"/>
                  <a:pt x="220110" y="164253"/>
                </a:cubicBezTo>
                <a:cubicBezTo>
                  <a:pt x="216542" y="161711"/>
                  <a:pt x="213688" y="157716"/>
                  <a:pt x="212618" y="152995"/>
                </a:cubicBezTo>
                <a:cubicBezTo>
                  <a:pt x="211905" y="152995"/>
                  <a:pt x="211191" y="153359"/>
                  <a:pt x="210478" y="153359"/>
                </a:cubicBezTo>
                <a:cubicBezTo>
                  <a:pt x="206554" y="153359"/>
                  <a:pt x="202986" y="151906"/>
                  <a:pt x="199419" y="150090"/>
                </a:cubicBezTo>
                <a:cubicBezTo>
                  <a:pt x="195138" y="146822"/>
                  <a:pt x="192284" y="142101"/>
                  <a:pt x="191214" y="137017"/>
                </a:cubicBezTo>
                <a:cubicBezTo>
                  <a:pt x="190500" y="131933"/>
                  <a:pt x="191570" y="126485"/>
                  <a:pt x="194424" y="122128"/>
                </a:cubicBezTo>
                <a:cubicBezTo>
                  <a:pt x="197635" y="117770"/>
                  <a:pt x="201916" y="114865"/>
                  <a:pt x="206910" y="113775"/>
                </a:cubicBezTo>
                <a:close/>
                <a:moveTo>
                  <a:pt x="53474" y="110936"/>
                </a:moveTo>
                <a:lnTo>
                  <a:pt x="89242" y="135883"/>
                </a:lnTo>
                <a:cubicBezTo>
                  <a:pt x="91367" y="137308"/>
                  <a:pt x="91721" y="139803"/>
                  <a:pt x="90305" y="141941"/>
                </a:cubicBezTo>
                <a:cubicBezTo>
                  <a:pt x="89596" y="143367"/>
                  <a:pt x="88180" y="144079"/>
                  <a:pt x="86763" y="144079"/>
                </a:cubicBezTo>
                <a:cubicBezTo>
                  <a:pt x="86055" y="144079"/>
                  <a:pt x="84992" y="143723"/>
                  <a:pt x="84284" y="143010"/>
                </a:cubicBezTo>
                <a:lnTo>
                  <a:pt x="48516" y="118420"/>
                </a:lnTo>
                <a:cubicBezTo>
                  <a:pt x="46391" y="116995"/>
                  <a:pt x="46037" y="114144"/>
                  <a:pt x="47100" y="112005"/>
                </a:cubicBezTo>
                <a:cubicBezTo>
                  <a:pt x="48516" y="109867"/>
                  <a:pt x="51349" y="109511"/>
                  <a:pt x="53474" y="110936"/>
                </a:cubicBezTo>
                <a:close/>
                <a:moveTo>
                  <a:pt x="70000" y="87109"/>
                </a:moveTo>
                <a:lnTo>
                  <a:pt x="93529" y="102631"/>
                </a:lnTo>
                <a:cubicBezTo>
                  <a:pt x="95734" y="104042"/>
                  <a:pt x="96470" y="106864"/>
                  <a:pt x="94999" y="108981"/>
                </a:cubicBezTo>
                <a:cubicBezTo>
                  <a:pt x="93896" y="110392"/>
                  <a:pt x="92426" y="110745"/>
                  <a:pt x="90955" y="110745"/>
                </a:cubicBezTo>
                <a:cubicBezTo>
                  <a:pt x="90220" y="110745"/>
                  <a:pt x="89117" y="110745"/>
                  <a:pt x="88382" y="110039"/>
                </a:cubicBezTo>
                <a:lnTo>
                  <a:pt x="64486" y="94517"/>
                </a:lnTo>
                <a:cubicBezTo>
                  <a:pt x="62648" y="93106"/>
                  <a:pt x="61912" y="90284"/>
                  <a:pt x="63383" y="88167"/>
                </a:cubicBezTo>
                <a:cubicBezTo>
                  <a:pt x="65221" y="86403"/>
                  <a:pt x="67794" y="85698"/>
                  <a:pt x="70000" y="87109"/>
                </a:cubicBezTo>
                <a:close/>
                <a:moveTo>
                  <a:pt x="103501" y="46963"/>
                </a:moveTo>
                <a:cubicBezTo>
                  <a:pt x="102791" y="46963"/>
                  <a:pt x="102081" y="47324"/>
                  <a:pt x="101726" y="47686"/>
                </a:cubicBezTo>
                <a:lnTo>
                  <a:pt x="92138" y="61776"/>
                </a:lnTo>
                <a:cubicBezTo>
                  <a:pt x="91783" y="62860"/>
                  <a:pt x="91783" y="63221"/>
                  <a:pt x="91783" y="63582"/>
                </a:cubicBezTo>
                <a:cubicBezTo>
                  <a:pt x="92138" y="63944"/>
                  <a:pt x="92138" y="64666"/>
                  <a:pt x="92848" y="65028"/>
                </a:cubicBezTo>
                <a:lnTo>
                  <a:pt x="112734" y="79118"/>
                </a:lnTo>
                <a:cubicBezTo>
                  <a:pt x="113444" y="79479"/>
                  <a:pt x="114154" y="79479"/>
                  <a:pt x="114509" y="79479"/>
                </a:cubicBezTo>
                <a:cubicBezTo>
                  <a:pt x="114864" y="79118"/>
                  <a:pt x="115219" y="79118"/>
                  <a:pt x="115930" y="78395"/>
                </a:cubicBezTo>
                <a:lnTo>
                  <a:pt x="125517" y="64305"/>
                </a:lnTo>
                <a:cubicBezTo>
                  <a:pt x="125872" y="63221"/>
                  <a:pt x="125872" y="62137"/>
                  <a:pt x="124807" y="61053"/>
                </a:cubicBezTo>
                <a:lnTo>
                  <a:pt x="104566" y="47324"/>
                </a:lnTo>
                <a:cubicBezTo>
                  <a:pt x="104211" y="46963"/>
                  <a:pt x="103856" y="46963"/>
                  <a:pt x="103501" y="46963"/>
                </a:cubicBezTo>
                <a:close/>
                <a:moveTo>
                  <a:pt x="109893" y="39737"/>
                </a:moveTo>
                <a:lnTo>
                  <a:pt x="129778" y="53828"/>
                </a:lnTo>
                <a:cubicBezTo>
                  <a:pt x="135105" y="57441"/>
                  <a:pt x="136170" y="64305"/>
                  <a:pt x="132619" y="69363"/>
                </a:cubicBezTo>
                <a:lnTo>
                  <a:pt x="123387" y="83453"/>
                </a:lnTo>
                <a:cubicBezTo>
                  <a:pt x="121611" y="85982"/>
                  <a:pt x="119125" y="87789"/>
                  <a:pt x="116285" y="88511"/>
                </a:cubicBezTo>
                <a:cubicBezTo>
                  <a:pt x="115219" y="88511"/>
                  <a:pt x="114864" y="88511"/>
                  <a:pt x="114154" y="88511"/>
                </a:cubicBezTo>
                <a:cubicBezTo>
                  <a:pt x="111668" y="88511"/>
                  <a:pt x="109893" y="87789"/>
                  <a:pt x="107762" y="86344"/>
                </a:cubicBezTo>
                <a:lnTo>
                  <a:pt x="87877" y="72253"/>
                </a:lnTo>
                <a:cubicBezTo>
                  <a:pt x="85391" y="70808"/>
                  <a:pt x="83616" y="68279"/>
                  <a:pt x="82905" y="65028"/>
                </a:cubicBezTo>
                <a:cubicBezTo>
                  <a:pt x="82550" y="62137"/>
                  <a:pt x="83260" y="59247"/>
                  <a:pt x="85036" y="56718"/>
                </a:cubicBezTo>
                <a:lnTo>
                  <a:pt x="94269" y="42628"/>
                </a:lnTo>
                <a:cubicBezTo>
                  <a:pt x="97819" y="37570"/>
                  <a:pt x="104566" y="36486"/>
                  <a:pt x="109893" y="39737"/>
                </a:cubicBezTo>
                <a:close/>
                <a:moveTo>
                  <a:pt x="97429" y="399"/>
                </a:moveTo>
                <a:cubicBezTo>
                  <a:pt x="103144" y="-681"/>
                  <a:pt x="109264" y="399"/>
                  <a:pt x="114484" y="4000"/>
                </a:cubicBezTo>
                <a:lnTo>
                  <a:pt x="281530" y="118521"/>
                </a:lnTo>
                <a:cubicBezTo>
                  <a:pt x="291970" y="125723"/>
                  <a:pt x="294490" y="139768"/>
                  <a:pt x="287290" y="150212"/>
                </a:cubicBezTo>
                <a:lnTo>
                  <a:pt x="253809" y="199189"/>
                </a:lnTo>
                <a:cubicBezTo>
                  <a:pt x="263169" y="195228"/>
                  <a:pt x="269649" y="194148"/>
                  <a:pt x="274329" y="197389"/>
                </a:cubicBezTo>
                <a:cubicBezTo>
                  <a:pt x="279010" y="200990"/>
                  <a:pt x="280090" y="205311"/>
                  <a:pt x="280090" y="208193"/>
                </a:cubicBezTo>
                <a:cubicBezTo>
                  <a:pt x="280450" y="209273"/>
                  <a:pt x="280090" y="210714"/>
                  <a:pt x="279730" y="211794"/>
                </a:cubicBezTo>
                <a:cubicBezTo>
                  <a:pt x="285130" y="210714"/>
                  <a:pt x="289090" y="210714"/>
                  <a:pt x="292330" y="213595"/>
                </a:cubicBezTo>
                <a:cubicBezTo>
                  <a:pt x="297370" y="217556"/>
                  <a:pt x="298090" y="222238"/>
                  <a:pt x="298090" y="225119"/>
                </a:cubicBezTo>
                <a:cubicBezTo>
                  <a:pt x="297370" y="234122"/>
                  <a:pt x="288010" y="240965"/>
                  <a:pt x="286930" y="241685"/>
                </a:cubicBezTo>
                <a:cubicBezTo>
                  <a:pt x="238688" y="279858"/>
                  <a:pt x="182166" y="290302"/>
                  <a:pt x="135725" y="290302"/>
                </a:cubicBezTo>
                <a:cubicBezTo>
                  <a:pt x="86043" y="290302"/>
                  <a:pt x="47522" y="278418"/>
                  <a:pt x="41762" y="276617"/>
                </a:cubicBezTo>
                <a:lnTo>
                  <a:pt x="4680" y="276617"/>
                </a:lnTo>
                <a:cubicBezTo>
                  <a:pt x="2160" y="276617"/>
                  <a:pt x="0" y="274817"/>
                  <a:pt x="0" y="272296"/>
                </a:cubicBezTo>
                <a:lnTo>
                  <a:pt x="0" y="190906"/>
                </a:lnTo>
                <a:cubicBezTo>
                  <a:pt x="0" y="188385"/>
                  <a:pt x="2160" y="186585"/>
                  <a:pt x="4680" y="186585"/>
                </a:cubicBezTo>
                <a:lnTo>
                  <a:pt x="42482" y="186585"/>
                </a:lnTo>
                <a:cubicBezTo>
                  <a:pt x="110524" y="186585"/>
                  <a:pt x="122404" y="193427"/>
                  <a:pt x="132485" y="199549"/>
                </a:cubicBezTo>
                <a:cubicBezTo>
                  <a:pt x="140765" y="204231"/>
                  <a:pt x="147965" y="208193"/>
                  <a:pt x="189367" y="207473"/>
                </a:cubicBezTo>
                <a:cubicBezTo>
                  <a:pt x="189367" y="207473"/>
                  <a:pt x="198367" y="207113"/>
                  <a:pt x="204847" y="213235"/>
                </a:cubicBezTo>
                <a:cubicBezTo>
                  <a:pt x="208807" y="217916"/>
                  <a:pt x="210967" y="224039"/>
                  <a:pt x="210247" y="232322"/>
                </a:cubicBezTo>
                <a:cubicBezTo>
                  <a:pt x="210247" y="233762"/>
                  <a:pt x="210247" y="235203"/>
                  <a:pt x="209527" y="236643"/>
                </a:cubicBezTo>
                <a:cubicBezTo>
                  <a:pt x="234008" y="230881"/>
                  <a:pt x="250929" y="223318"/>
                  <a:pt x="263169" y="218277"/>
                </a:cubicBezTo>
                <a:cubicBezTo>
                  <a:pt x="264249" y="217916"/>
                  <a:pt x="264969" y="217196"/>
                  <a:pt x="266409" y="216836"/>
                </a:cubicBezTo>
                <a:cubicBezTo>
                  <a:pt x="269289" y="213595"/>
                  <a:pt x="271449" y="210714"/>
                  <a:pt x="271449" y="208553"/>
                </a:cubicBezTo>
                <a:cubicBezTo>
                  <a:pt x="271449" y="208193"/>
                  <a:pt x="271089" y="206752"/>
                  <a:pt x="268569" y="204591"/>
                </a:cubicBezTo>
                <a:cubicBezTo>
                  <a:pt x="266409" y="203511"/>
                  <a:pt x="255249" y="208193"/>
                  <a:pt x="246969" y="211794"/>
                </a:cubicBezTo>
                <a:lnTo>
                  <a:pt x="244088" y="212875"/>
                </a:lnTo>
                <a:lnTo>
                  <a:pt x="240488" y="217916"/>
                </a:lnTo>
                <a:cubicBezTo>
                  <a:pt x="239768" y="219717"/>
                  <a:pt x="238328" y="220077"/>
                  <a:pt x="236888" y="220077"/>
                </a:cubicBezTo>
                <a:cubicBezTo>
                  <a:pt x="235808" y="220077"/>
                  <a:pt x="235088" y="220077"/>
                  <a:pt x="234728" y="219357"/>
                </a:cubicBezTo>
                <a:cubicBezTo>
                  <a:pt x="232208" y="217916"/>
                  <a:pt x="231848" y="215035"/>
                  <a:pt x="233288" y="212875"/>
                </a:cubicBezTo>
                <a:lnTo>
                  <a:pt x="279730" y="145170"/>
                </a:lnTo>
                <a:cubicBezTo>
                  <a:pt x="284050" y="139048"/>
                  <a:pt x="282610" y="130405"/>
                  <a:pt x="276489" y="126083"/>
                </a:cubicBezTo>
                <a:lnTo>
                  <a:pt x="109444" y="11563"/>
                </a:lnTo>
                <a:cubicBezTo>
                  <a:pt x="103324" y="7241"/>
                  <a:pt x="94683" y="8682"/>
                  <a:pt x="90363" y="15164"/>
                </a:cubicBezTo>
                <a:lnTo>
                  <a:pt x="23401" y="112759"/>
                </a:lnTo>
                <a:cubicBezTo>
                  <a:pt x="19081" y="118881"/>
                  <a:pt x="20521" y="127524"/>
                  <a:pt x="27001" y="131846"/>
                </a:cubicBezTo>
                <a:lnTo>
                  <a:pt x="84963" y="171460"/>
                </a:lnTo>
                <a:cubicBezTo>
                  <a:pt x="86763" y="172900"/>
                  <a:pt x="87483" y="175781"/>
                  <a:pt x="86043" y="177942"/>
                </a:cubicBezTo>
                <a:cubicBezTo>
                  <a:pt x="84603" y="180103"/>
                  <a:pt x="81723" y="180463"/>
                  <a:pt x="79563" y="179022"/>
                </a:cubicBezTo>
                <a:lnTo>
                  <a:pt x="21601" y="139048"/>
                </a:lnTo>
                <a:cubicBezTo>
                  <a:pt x="11520" y="132206"/>
                  <a:pt x="8640" y="118161"/>
                  <a:pt x="15840" y="107717"/>
                </a:cubicBezTo>
                <a:lnTo>
                  <a:pt x="82803" y="9762"/>
                </a:lnTo>
                <a:cubicBezTo>
                  <a:pt x="86403" y="4721"/>
                  <a:pt x="91713" y="1479"/>
                  <a:pt x="97429" y="3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9" name="Freeform 749">
            <a:extLst>
              <a:ext uri="{FF2B5EF4-FFF2-40B4-BE49-F238E27FC236}">
                <a16:creationId xmlns:a16="http://schemas.microsoft.com/office/drawing/2014/main" id="{0CA52326-3E64-E047-861D-42A56C9A2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530" y="5845619"/>
            <a:ext cx="391440" cy="391440"/>
          </a:xfrm>
          <a:custGeom>
            <a:avLst/>
            <a:gdLst/>
            <a:ahLst/>
            <a:cxnLst/>
            <a:rect l="0" t="0" r="r" b="b"/>
            <a:pathLst>
              <a:path w="298090" h="298090">
                <a:moveTo>
                  <a:pt x="154805" y="248709"/>
                </a:moveTo>
                <a:lnTo>
                  <a:pt x="117724" y="285474"/>
                </a:lnTo>
                <a:cubicBezTo>
                  <a:pt x="127804" y="287997"/>
                  <a:pt x="138245" y="289079"/>
                  <a:pt x="149045" y="289079"/>
                </a:cubicBezTo>
                <a:cubicBezTo>
                  <a:pt x="162726" y="289079"/>
                  <a:pt x="176406" y="286916"/>
                  <a:pt x="189006" y="283311"/>
                </a:cubicBezTo>
                <a:lnTo>
                  <a:pt x="154805" y="248709"/>
                </a:lnTo>
                <a:close/>
                <a:moveTo>
                  <a:pt x="208807" y="194642"/>
                </a:moveTo>
                <a:lnTo>
                  <a:pt x="160926" y="242221"/>
                </a:lnTo>
                <a:lnTo>
                  <a:pt x="198727" y="280067"/>
                </a:lnTo>
                <a:cubicBezTo>
                  <a:pt x="220328" y="271417"/>
                  <a:pt x="239408" y="258080"/>
                  <a:pt x="254889" y="240418"/>
                </a:cubicBezTo>
                <a:lnTo>
                  <a:pt x="208807" y="194642"/>
                </a:lnTo>
                <a:close/>
                <a:moveTo>
                  <a:pt x="47522" y="141656"/>
                </a:moveTo>
                <a:lnTo>
                  <a:pt x="11881" y="177701"/>
                </a:lnTo>
                <a:cubicBezTo>
                  <a:pt x="22321" y="227442"/>
                  <a:pt x="59402" y="267812"/>
                  <a:pt x="107644" y="282591"/>
                </a:cubicBezTo>
                <a:lnTo>
                  <a:pt x="148325" y="242221"/>
                </a:lnTo>
                <a:lnTo>
                  <a:pt x="97203" y="191398"/>
                </a:lnTo>
                <a:lnTo>
                  <a:pt x="47522" y="141656"/>
                </a:lnTo>
                <a:close/>
                <a:moveTo>
                  <a:pt x="154805" y="140214"/>
                </a:moveTo>
                <a:lnTo>
                  <a:pt x="106924" y="188154"/>
                </a:lnTo>
                <a:lnTo>
                  <a:pt x="154805" y="236093"/>
                </a:lnTo>
                <a:lnTo>
                  <a:pt x="202327" y="188154"/>
                </a:lnTo>
                <a:lnTo>
                  <a:pt x="154805" y="140214"/>
                </a:lnTo>
                <a:close/>
                <a:moveTo>
                  <a:pt x="101884" y="87589"/>
                </a:moveTo>
                <a:lnTo>
                  <a:pt x="54002" y="135528"/>
                </a:lnTo>
                <a:lnTo>
                  <a:pt x="100443" y="181665"/>
                </a:lnTo>
                <a:lnTo>
                  <a:pt x="148325" y="133726"/>
                </a:lnTo>
                <a:lnTo>
                  <a:pt x="101884" y="87589"/>
                </a:lnTo>
                <a:close/>
                <a:moveTo>
                  <a:pt x="57602" y="43254"/>
                </a:moveTo>
                <a:cubicBezTo>
                  <a:pt x="27721" y="68846"/>
                  <a:pt x="9000" y="106693"/>
                  <a:pt x="9000" y="148865"/>
                </a:cubicBezTo>
                <a:cubicBezTo>
                  <a:pt x="9000" y="154992"/>
                  <a:pt x="9360" y="160760"/>
                  <a:pt x="10080" y="166527"/>
                </a:cubicBezTo>
                <a:lnTo>
                  <a:pt x="10703" y="165906"/>
                </a:lnTo>
                <a:lnTo>
                  <a:pt x="95763" y="81101"/>
                </a:lnTo>
                <a:lnTo>
                  <a:pt x="57602" y="43254"/>
                </a:lnTo>
                <a:close/>
                <a:moveTo>
                  <a:pt x="235744" y="40399"/>
                </a:moveTo>
                <a:cubicBezTo>
                  <a:pt x="224641" y="40399"/>
                  <a:pt x="215329" y="49408"/>
                  <a:pt x="215329" y="60939"/>
                </a:cubicBezTo>
                <a:cubicBezTo>
                  <a:pt x="215329" y="72110"/>
                  <a:pt x="224641" y="81119"/>
                  <a:pt x="235744" y="81119"/>
                </a:cubicBezTo>
                <a:cubicBezTo>
                  <a:pt x="246847" y="81119"/>
                  <a:pt x="255801" y="72110"/>
                  <a:pt x="255801" y="60939"/>
                </a:cubicBezTo>
                <a:cubicBezTo>
                  <a:pt x="255801" y="49408"/>
                  <a:pt x="246847" y="40399"/>
                  <a:pt x="235744" y="40399"/>
                </a:cubicBezTo>
                <a:close/>
                <a:moveTo>
                  <a:pt x="235744" y="31750"/>
                </a:moveTo>
                <a:cubicBezTo>
                  <a:pt x="251861" y="31750"/>
                  <a:pt x="264755" y="44723"/>
                  <a:pt x="264755" y="60939"/>
                </a:cubicBezTo>
                <a:cubicBezTo>
                  <a:pt x="264755" y="77155"/>
                  <a:pt x="251861" y="90128"/>
                  <a:pt x="235744" y="90128"/>
                </a:cubicBezTo>
                <a:cubicBezTo>
                  <a:pt x="219627" y="90128"/>
                  <a:pt x="206375" y="77155"/>
                  <a:pt x="206375" y="60939"/>
                </a:cubicBezTo>
                <a:cubicBezTo>
                  <a:pt x="206375" y="44723"/>
                  <a:pt x="219627" y="31750"/>
                  <a:pt x="235744" y="31750"/>
                </a:cubicBezTo>
                <a:close/>
                <a:moveTo>
                  <a:pt x="235565" y="8633"/>
                </a:moveTo>
                <a:cubicBezTo>
                  <a:pt x="206887" y="8633"/>
                  <a:pt x="183587" y="32373"/>
                  <a:pt x="183587" y="61148"/>
                </a:cubicBezTo>
                <a:cubicBezTo>
                  <a:pt x="183587" y="97478"/>
                  <a:pt x="223735" y="141720"/>
                  <a:pt x="235565" y="153590"/>
                </a:cubicBezTo>
                <a:cubicBezTo>
                  <a:pt x="247036" y="141720"/>
                  <a:pt x="287543" y="97478"/>
                  <a:pt x="287543" y="61148"/>
                </a:cubicBezTo>
                <a:cubicBezTo>
                  <a:pt x="287543" y="32373"/>
                  <a:pt x="263884" y="8633"/>
                  <a:pt x="235565" y="8633"/>
                </a:cubicBezTo>
                <a:close/>
                <a:moveTo>
                  <a:pt x="235565" y="0"/>
                </a:moveTo>
                <a:cubicBezTo>
                  <a:pt x="268903" y="0"/>
                  <a:pt x="296505" y="27337"/>
                  <a:pt x="296505" y="61148"/>
                </a:cubicBezTo>
                <a:cubicBezTo>
                  <a:pt x="296505" y="107549"/>
                  <a:pt x="240942" y="161144"/>
                  <a:pt x="238433" y="163661"/>
                </a:cubicBezTo>
                <a:cubicBezTo>
                  <a:pt x="237716" y="164381"/>
                  <a:pt x="236640" y="164741"/>
                  <a:pt x="235565" y="164741"/>
                </a:cubicBezTo>
                <a:cubicBezTo>
                  <a:pt x="234131" y="164741"/>
                  <a:pt x="233414" y="164381"/>
                  <a:pt x="232339" y="163661"/>
                </a:cubicBezTo>
                <a:cubicBezTo>
                  <a:pt x="230188" y="161144"/>
                  <a:pt x="174625" y="107549"/>
                  <a:pt x="174625" y="61148"/>
                </a:cubicBezTo>
                <a:cubicBezTo>
                  <a:pt x="174625" y="27337"/>
                  <a:pt x="201869" y="0"/>
                  <a:pt x="235565" y="0"/>
                </a:cubicBezTo>
                <a:close/>
                <a:moveTo>
                  <a:pt x="149045" y="0"/>
                </a:moveTo>
                <a:cubicBezTo>
                  <a:pt x="159485" y="0"/>
                  <a:pt x="170646" y="1082"/>
                  <a:pt x="181086" y="3244"/>
                </a:cubicBezTo>
                <a:cubicBezTo>
                  <a:pt x="183606" y="3965"/>
                  <a:pt x="185046" y="6488"/>
                  <a:pt x="184686" y="8651"/>
                </a:cubicBezTo>
                <a:cubicBezTo>
                  <a:pt x="183966" y="11174"/>
                  <a:pt x="181806" y="12616"/>
                  <a:pt x="179286" y="12255"/>
                </a:cubicBezTo>
                <a:cubicBezTo>
                  <a:pt x="169206" y="10093"/>
                  <a:pt x="159125" y="8651"/>
                  <a:pt x="149045" y="8651"/>
                </a:cubicBezTo>
                <a:cubicBezTo>
                  <a:pt x="117364" y="8651"/>
                  <a:pt x="88203" y="19464"/>
                  <a:pt x="64442" y="37487"/>
                </a:cubicBezTo>
                <a:lnTo>
                  <a:pt x="154805" y="127598"/>
                </a:lnTo>
                <a:lnTo>
                  <a:pt x="171726" y="110297"/>
                </a:lnTo>
                <a:cubicBezTo>
                  <a:pt x="173166" y="108855"/>
                  <a:pt x="176046" y="108855"/>
                  <a:pt x="177846" y="110297"/>
                </a:cubicBezTo>
                <a:cubicBezTo>
                  <a:pt x="179646" y="112099"/>
                  <a:pt x="179646" y="114983"/>
                  <a:pt x="177846" y="116785"/>
                </a:cubicBezTo>
                <a:lnTo>
                  <a:pt x="160926" y="133726"/>
                </a:lnTo>
                <a:lnTo>
                  <a:pt x="260649" y="233570"/>
                </a:lnTo>
                <a:cubicBezTo>
                  <a:pt x="278290" y="209780"/>
                  <a:pt x="289090" y="180584"/>
                  <a:pt x="289090" y="148865"/>
                </a:cubicBezTo>
                <a:cubicBezTo>
                  <a:pt x="289090" y="140935"/>
                  <a:pt x="288370" y="132645"/>
                  <a:pt x="286570" y="124715"/>
                </a:cubicBezTo>
                <a:cubicBezTo>
                  <a:pt x="286210" y="122192"/>
                  <a:pt x="288010" y="120029"/>
                  <a:pt x="290530" y="119669"/>
                </a:cubicBezTo>
                <a:cubicBezTo>
                  <a:pt x="293050" y="119308"/>
                  <a:pt x="295210" y="120750"/>
                  <a:pt x="295570" y="123273"/>
                </a:cubicBezTo>
                <a:cubicBezTo>
                  <a:pt x="297010" y="131563"/>
                  <a:pt x="298090" y="140214"/>
                  <a:pt x="298090" y="148865"/>
                </a:cubicBezTo>
                <a:cubicBezTo>
                  <a:pt x="298090" y="231047"/>
                  <a:pt x="231128" y="298090"/>
                  <a:pt x="149045" y="298090"/>
                </a:cubicBezTo>
                <a:cubicBezTo>
                  <a:pt x="66962" y="298090"/>
                  <a:pt x="0" y="231047"/>
                  <a:pt x="0" y="148865"/>
                </a:cubicBezTo>
                <a:cubicBezTo>
                  <a:pt x="0" y="66683"/>
                  <a:pt x="66962" y="0"/>
                  <a:pt x="1490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BD6DBD-1032-7B47-883C-028EACA45364}"/>
              </a:ext>
            </a:extLst>
          </p:cNvPr>
          <p:cNvSpPr txBox="1"/>
          <p:nvPr/>
        </p:nvSpPr>
        <p:spPr>
          <a:xfrm>
            <a:off x="514516" y="3390583"/>
            <a:ext cx="3005952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r"/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ESTRATEGIA DE LA EMPRESA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DD2083A2-000D-4747-BA60-AC4EEC266CAB}"/>
              </a:ext>
            </a:extLst>
          </p:cNvPr>
          <p:cNvSpPr txBox="1">
            <a:spLocks/>
          </p:cNvSpPr>
          <p:nvPr/>
        </p:nvSpPr>
        <p:spPr>
          <a:xfrm>
            <a:off x="840627" y="3746842"/>
            <a:ext cx="2740064" cy="323584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750"/>
              </a:lnSpc>
            </a:pPr>
            <a:r>
              <a:rPr lang="en-US" sz="12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Ventajas operacionales.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5EDE22-8C53-414D-967D-D43FD3A6823A}"/>
              </a:ext>
            </a:extLst>
          </p:cNvPr>
          <p:cNvSpPr txBox="1"/>
          <p:nvPr/>
        </p:nvSpPr>
        <p:spPr>
          <a:xfrm>
            <a:off x="1280751" y="4487734"/>
            <a:ext cx="2239717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r"/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EQUIPO DE TRABAJO</a:t>
            </a:r>
          </a:p>
        </p:txBody>
      </p:sp>
      <p:sp>
        <p:nvSpPr>
          <p:cNvPr id="23" name="Subtitle 2">
            <a:extLst>
              <a:ext uri="{FF2B5EF4-FFF2-40B4-BE49-F238E27FC236}">
                <a16:creationId xmlns:a16="http://schemas.microsoft.com/office/drawing/2014/main" id="{49EEC2F5-F4B3-F64B-8BFA-6D05B4E06FC0}"/>
              </a:ext>
            </a:extLst>
          </p:cNvPr>
          <p:cNvSpPr txBox="1">
            <a:spLocks/>
          </p:cNvSpPr>
          <p:nvPr/>
        </p:nvSpPr>
        <p:spPr>
          <a:xfrm>
            <a:off x="840627" y="4843993"/>
            <a:ext cx="2740064" cy="802305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750"/>
              </a:lnSpc>
            </a:pPr>
            <a:r>
              <a:rPr lang="en-US" sz="12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Compromiso y respeto con sus derechos: vacaciones, tiempo libre, accesos a promociones, reclamos.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69FEED-11A6-1942-80F9-2520D2CCEEA5}"/>
              </a:ext>
            </a:extLst>
          </p:cNvPr>
          <p:cNvSpPr txBox="1"/>
          <p:nvPr/>
        </p:nvSpPr>
        <p:spPr>
          <a:xfrm>
            <a:off x="2091872" y="5573584"/>
            <a:ext cx="1428596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r"/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JERARQUÍAS</a:t>
            </a:r>
          </a:p>
        </p:txBody>
      </p:sp>
      <p:sp>
        <p:nvSpPr>
          <p:cNvPr id="25" name="Subtitle 2">
            <a:extLst>
              <a:ext uri="{FF2B5EF4-FFF2-40B4-BE49-F238E27FC236}">
                <a16:creationId xmlns:a16="http://schemas.microsoft.com/office/drawing/2014/main" id="{EA58C519-F568-7B47-8410-FB88B8CAF6B4}"/>
              </a:ext>
            </a:extLst>
          </p:cNvPr>
          <p:cNvSpPr txBox="1">
            <a:spLocks/>
          </p:cNvSpPr>
          <p:nvPr/>
        </p:nvSpPr>
        <p:spPr>
          <a:xfrm>
            <a:off x="840627" y="5929843"/>
            <a:ext cx="2740064" cy="323584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ts val="1750"/>
              </a:lnSpc>
            </a:pPr>
            <a:r>
              <a:rPr lang="en-US" sz="12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Autoridad y responsabilidad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E21789-332A-854A-92B0-B68DE66675A5}"/>
              </a:ext>
            </a:extLst>
          </p:cNvPr>
          <p:cNvSpPr txBox="1"/>
          <p:nvPr/>
        </p:nvSpPr>
        <p:spPr>
          <a:xfrm>
            <a:off x="8666584" y="3386490"/>
            <a:ext cx="1957587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MEDIO AMBIENTE</a:t>
            </a:r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96ECA937-C2D5-8D4B-9A1E-5F8BCBC44F33}"/>
              </a:ext>
            </a:extLst>
          </p:cNvPr>
          <p:cNvSpPr txBox="1">
            <a:spLocks/>
          </p:cNvSpPr>
          <p:nvPr/>
        </p:nvSpPr>
        <p:spPr>
          <a:xfrm>
            <a:off x="8611310" y="3742750"/>
            <a:ext cx="2740064" cy="323584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750"/>
              </a:lnSpc>
            </a:pPr>
            <a:r>
              <a:rPr lang="en-US" sz="12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Impactos ambientales.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B5AD99-7D1E-C443-A027-656459905B02}"/>
              </a:ext>
            </a:extLst>
          </p:cNvPr>
          <p:cNvSpPr txBox="1"/>
          <p:nvPr/>
        </p:nvSpPr>
        <p:spPr>
          <a:xfrm>
            <a:off x="8666584" y="4483641"/>
            <a:ext cx="898003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SOCIAL</a:t>
            </a:r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4B8D1462-E3EE-4A41-B53C-7AE91AABABE7}"/>
              </a:ext>
            </a:extLst>
          </p:cNvPr>
          <p:cNvSpPr txBox="1">
            <a:spLocks/>
          </p:cNvSpPr>
          <p:nvPr/>
        </p:nvSpPr>
        <p:spPr>
          <a:xfrm>
            <a:off x="8611310" y="4839901"/>
            <a:ext cx="2740064" cy="571473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750"/>
              </a:lnSpc>
            </a:pPr>
            <a:r>
              <a:rPr lang="en-US" sz="12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Relación con el entorno: comunidades, municipios, autoridades, vendedores.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D04816C-18F7-AC40-9923-7B0355B83F4D}"/>
              </a:ext>
            </a:extLst>
          </p:cNvPr>
          <p:cNvSpPr txBox="1"/>
          <p:nvPr/>
        </p:nvSpPr>
        <p:spPr>
          <a:xfrm>
            <a:off x="8666584" y="5569491"/>
            <a:ext cx="2667718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APORTE A LA PROFESIÓN</a:t>
            </a:r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83CF3155-573A-8546-A826-DB84A3E55F45}"/>
              </a:ext>
            </a:extLst>
          </p:cNvPr>
          <p:cNvSpPr txBox="1">
            <a:spLocks/>
          </p:cNvSpPr>
          <p:nvPr/>
        </p:nvSpPr>
        <p:spPr>
          <a:xfrm>
            <a:off x="8611310" y="5925751"/>
            <a:ext cx="2740064" cy="571473"/>
          </a:xfrm>
          <a:prstGeom prst="rect">
            <a:avLst/>
          </a:prstGeom>
        </p:spPr>
        <p:txBody>
          <a:bodyPr vert="horz" wrap="square" lIns="108745" tIns="54373" rIns="108745" bIns="54373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1750"/>
              </a:lnSpc>
            </a:pPr>
            <a:r>
              <a:rPr lang="en-US" sz="12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Congresos, convenciones, representaciones.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D73018F-77F7-6747-ACB0-EB56B41C1216}"/>
              </a:ext>
            </a:extLst>
          </p:cNvPr>
          <p:cNvGrpSpPr>
            <a:grpSpLocks noChangeAspect="1"/>
          </p:cNvGrpSpPr>
          <p:nvPr/>
        </p:nvGrpSpPr>
        <p:grpSpPr>
          <a:xfrm>
            <a:off x="5226235" y="1402350"/>
            <a:ext cx="1764958" cy="5120640"/>
            <a:chOff x="4235450" y="509588"/>
            <a:chExt cx="2106613" cy="6111875"/>
          </a:xfrm>
        </p:grpSpPr>
        <p:sp>
          <p:nvSpPr>
            <p:cNvPr id="33" name="Freeform 1">
              <a:extLst>
                <a:ext uri="{FF2B5EF4-FFF2-40B4-BE49-F238E27FC236}">
                  <a16:creationId xmlns:a16="http://schemas.microsoft.com/office/drawing/2014/main" id="{A022C550-485B-A24D-BDF7-CDA34DC5A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3425" y="6321425"/>
              <a:ext cx="385763" cy="300038"/>
            </a:xfrm>
            <a:custGeom>
              <a:avLst/>
              <a:gdLst>
                <a:gd name="T0" fmla="*/ 533 w 1073"/>
                <a:gd name="T1" fmla="*/ 185 h 835"/>
                <a:gd name="T2" fmla="*/ 533 w 1073"/>
                <a:gd name="T3" fmla="*/ 185 h 835"/>
                <a:gd name="T4" fmla="*/ 85 w 1073"/>
                <a:gd name="T5" fmla="*/ 698 h 835"/>
                <a:gd name="T6" fmla="*/ 85 w 1073"/>
                <a:gd name="T7" fmla="*/ 698 h 835"/>
                <a:gd name="T8" fmla="*/ 961 w 1073"/>
                <a:gd name="T9" fmla="*/ 711 h 835"/>
                <a:gd name="T10" fmla="*/ 961 w 1073"/>
                <a:gd name="T11" fmla="*/ 711 h 835"/>
                <a:gd name="T12" fmla="*/ 1001 w 1073"/>
                <a:gd name="T13" fmla="*/ 441 h 835"/>
                <a:gd name="T14" fmla="*/ 1001 w 1073"/>
                <a:gd name="T15" fmla="*/ 441 h 835"/>
                <a:gd name="T16" fmla="*/ 916 w 1073"/>
                <a:gd name="T17" fmla="*/ 107 h 835"/>
                <a:gd name="T18" fmla="*/ 916 w 1073"/>
                <a:gd name="T19" fmla="*/ 107 h 835"/>
                <a:gd name="T20" fmla="*/ 533 w 1073"/>
                <a:gd name="T21" fmla="*/ 185 h 8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73" h="835">
                  <a:moveTo>
                    <a:pt x="533" y="185"/>
                  </a:moveTo>
                  <a:lnTo>
                    <a:pt x="533" y="185"/>
                  </a:lnTo>
                  <a:cubicBezTo>
                    <a:pt x="533" y="185"/>
                    <a:pt x="0" y="561"/>
                    <a:pt x="85" y="698"/>
                  </a:cubicBezTo>
                  <a:lnTo>
                    <a:pt x="85" y="698"/>
                  </a:lnTo>
                  <a:cubicBezTo>
                    <a:pt x="169" y="834"/>
                    <a:pt x="961" y="711"/>
                    <a:pt x="961" y="711"/>
                  </a:cubicBezTo>
                  <a:lnTo>
                    <a:pt x="961" y="711"/>
                  </a:lnTo>
                  <a:cubicBezTo>
                    <a:pt x="961" y="711"/>
                    <a:pt x="1072" y="691"/>
                    <a:pt x="1001" y="441"/>
                  </a:cubicBezTo>
                  <a:lnTo>
                    <a:pt x="1001" y="441"/>
                  </a:lnTo>
                  <a:cubicBezTo>
                    <a:pt x="929" y="192"/>
                    <a:pt x="913" y="143"/>
                    <a:pt x="916" y="107"/>
                  </a:cubicBezTo>
                  <a:lnTo>
                    <a:pt x="916" y="107"/>
                  </a:lnTo>
                  <a:cubicBezTo>
                    <a:pt x="919" y="71"/>
                    <a:pt x="575" y="0"/>
                    <a:pt x="533" y="185"/>
                  </a:cubicBezTo>
                </a:path>
              </a:pathLst>
            </a:custGeom>
            <a:solidFill>
              <a:srgbClr val="1A100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34" name="Freeform 2">
              <a:extLst>
                <a:ext uri="{FF2B5EF4-FFF2-40B4-BE49-F238E27FC236}">
                  <a16:creationId xmlns:a16="http://schemas.microsoft.com/office/drawing/2014/main" id="{09B0B975-3E90-B241-91FB-22E410DC2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4788" y="6354763"/>
              <a:ext cx="538162" cy="220662"/>
            </a:xfrm>
            <a:custGeom>
              <a:avLst/>
              <a:gdLst>
                <a:gd name="T0" fmla="*/ 44 w 1497"/>
                <a:gd name="T1" fmla="*/ 57 h 614"/>
                <a:gd name="T2" fmla="*/ 44 w 1497"/>
                <a:gd name="T3" fmla="*/ 57 h 614"/>
                <a:gd name="T4" fmla="*/ 32 w 1497"/>
                <a:gd name="T5" fmla="*/ 572 h 614"/>
                <a:gd name="T6" fmla="*/ 32 w 1497"/>
                <a:gd name="T7" fmla="*/ 572 h 614"/>
                <a:gd name="T8" fmla="*/ 1430 w 1497"/>
                <a:gd name="T9" fmla="*/ 613 h 614"/>
                <a:gd name="T10" fmla="*/ 1430 w 1497"/>
                <a:gd name="T11" fmla="*/ 613 h 614"/>
                <a:gd name="T12" fmla="*/ 1337 w 1497"/>
                <a:gd name="T13" fmla="*/ 440 h 614"/>
                <a:gd name="T14" fmla="*/ 1337 w 1497"/>
                <a:gd name="T15" fmla="*/ 440 h 614"/>
                <a:gd name="T16" fmla="*/ 590 w 1497"/>
                <a:gd name="T17" fmla="*/ 198 h 614"/>
                <a:gd name="T18" fmla="*/ 590 w 1497"/>
                <a:gd name="T19" fmla="*/ 198 h 614"/>
                <a:gd name="T20" fmla="*/ 517 w 1497"/>
                <a:gd name="T21" fmla="*/ 41 h 614"/>
                <a:gd name="T22" fmla="*/ 517 w 1497"/>
                <a:gd name="T23" fmla="*/ 41 h 614"/>
                <a:gd name="T24" fmla="*/ 44 w 1497"/>
                <a:gd name="T25" fmla="*/ 57 h 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97" h="614">
                  <a:moveTo>
                    <a:pt x="44" y="57"/>
                  </a:moveTo>
                  <a:lnTo>
                    <a:pt x="44" y="57"/>
                  </a:lnTo>
                  <a:cubicBezTo>
                    <a:pt x="44" y="57"/>
                    <a:pt x="0" y="551"/>
                    <a:pt x="32" y="572"/>
                  </a:cubicBezTo>
                  <a:lnTo>
                    <a:pt x="32" y="572"/>
                  </a:lnTo>
                  <a:cubicBezTo>
                    <a:pt x="65" y="592"/>
                    <a:pt x="1430" y="613"/>
                    <a:pt x="1430" y="613"/>
                  </a:cubicBezTo>
                  <a:lnTo>
                    <a:pt x="1430" y="613"/>
                  </a:lnTo>
                  <a:cubicBezTo>
                    <a:pt x="1430" y="613"/>
                    <a:pt x="1496" y="500"/>
                    <a:pt x="1337" y="440"/>
                  </a:cubicBezTo>
                  <a:lnTo>
                    <a:pt x="1337" y="440"/>
                  </a:lnTo>
                  <a:cubicBezTo>
                    <a:pt x="1179" y="380"/>
                    <a:pt x="590" y="198"/>
                    <a:pt x="590" y="198"/>
                  </a:cubicBezTo>
                  <a:lnTo>
                    <a:pt x="590" y="198"/>
                  </a:lnTo>
                  <a:cubicBezTo>
                    <a:pt x="590" y="198"/>
                    <a:pt x="526" y="83"/>
                    <a:pt x="517" y="41"/>
                  </a:cubicBezTo>
                  <a:lnTo>
                    <a:pt x="517" y="41"/>
                  </a:lnTo>
                  <a:cubicBezTo>
                    <a:pt x="507" y="0"/>
                    <a:pt x="44" y="57"/>
                    <a:pt x="44" y="57"/>
                  </a:cubicBezTo>
                </a:path>
              </a:pathLst>
            </a:custGeom>
            <a:solidFill>
              <a:srgbClr val="1A100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35" name="Freeform 3">
              <a:extLst>
                <a:ext uri="{FF2B5EF4-FFF2-40B4-BE49-F238E27FC236}">
                  <a16:creationId xmlns:a16="http://schemas.microsoft.com/office/drawing/2014/main" id="{5B6AC3F8-6DFB-CD4B-A078-D5F33BF082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563" y="3802063"/>
              <a:ext cx="944562" cy="2584450"/>
            </a:xfrm>
            <a:custGeom>
              <a:avLst/>
              <a:gdLst>
                <a:gd name="T0" fmla="*/ 1339 w 2623"/>
                <a:gd name="T1" fmla="*/ 0 h 7180"/>
                <a:gd name="T2" fmla="*/ 1284 w 2623"/>
                <a:gd name="T3" fmla="*/ 0 h 7180"/>
                <a:gd name="T4" fmla="*/ 0 w 2623"/>
                <a:gd name="T5" fmla="*/ 0 h 7180"/>
                <a:gd name="T6" fmla="*/ 36 w 2623"/>
                <a:gd name="T7" fmla="*/ 2406 h 7180"/>
                <a:gd name="T8" fmla="*/ 253 w 2623"/>
                <a:gd name="T9" fmla="*/ 7179 h 7180"/>
                <a:gd name="T10" fmla="*/ 769 w 2623"/>
                <a:gd name="T11" fmla="*/ 7179 h 7180"/>
                <a:gd name="T12" fmla="*/ 1027 w 2623"/>
                <a:gd name="T13" fmla="*/ 4146 h 7180"/>
                <a:gd name="T14" fmla="*/ 1027 w 2623"/>
                <a:gd name="T15" fmla="*/ 4146 h 7180"/>
                <a:gd name="T16" fmla="*/ 1311 w 2623"/>
                <a:gd name="T17" fmla="*/ 1033 h 7180"/>
                <a:gd name="T18" fmla="*/ 1311 w 2623"/>
                <a:gd name="T19" fmla="*/ 1033 h 7180"/>
                <a:gd name="T20" fmla="*/ 1595 w 2623"/>
                <a:gd name="T21" fmla="*/ 4146 h 7180"/>
                <a:gd name="T22" fmla="*/ 1853 w 2623"/>
                <a:gd name="T23" fmla="*/ 7179 h 7180"/>
                <a:gd name="T24" fmla="*/ 2369 w 2623"/>
                <a:gd name="T25" fmla="*/ 7179 h 7180"/>
                <a:gd name="T26" fmla="*/ 2585 w 2623"/>
                <a:gd name="T27" fmla="*/ 2406 h 7180"/>
                <a:gd name="T28" fmla="*/ 2622 w 2623"/>
                <a:gd name="T29" fmla="*/ 0 h 7180"/>
                <a:gd name="T30" fmla="*/ 1339 w 2623"/>
                <a:gd name="T31" fmla="*/ 0 h 7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623" h="7180">
                  <a:moveTo>
                    <a:pt x="1339" y="0"/>
                  </a:moveTo>
                  <a:lnTo>
                    <a:pt x="1284" y="0"/>
                  </a:lnTo>
                  <a:lnTo>
                    <a:pt x="0" y="0"/>
                  </a:lnTo>
                  <a:lnTo>
                    <a:pt x="36" y="2406"/>
                  </a:lnTo>
                  <a:lnTo>
                    <a:pt x="253" y="7179"/>
                  </a:lnTo>
                  <a:lnTo>
                    <a:pt x="769" y="7179"/>
                  </a:lnTo>
                  <a:lnTo>
                    <a:pt x="1027" y="4146"/>
                  </a:lnTo>
                  <a:lnTo>
                    <a:pt x="1027" y="4146"/>
                  </a:lnTo>
                  <a:cubicBezTo>
                    <a:pt x="1027" y="4146"/>
                    <a:pt x="1219" y="1322"/>
                    <a:pt x="1311" y="1033"/>
                  </a:cubicBezTo>
                  <a:lnTo>
                    <a:pt x="1311" y="1033"/>
                  </a:lnTo>
                  <a:cubicBezTo>
                    <a:pt x="1404" y="1322"/>
                    <a:pt x="1595" y="4146"/>
                    <a:pt x="1595" y="4146"/>
                  </a:cubicBezTo>
                  <a:lnTo>
                    <a:pt x="1853" y="7179"/>
                  </a:lnTo>
                  <a:lnTo>
                    <a:pt x="2369" y="7179"/>
                  </a:lnTo>
                  <a:lnTo>
                    <a:pt x="2585" y="2406"/>
                  </a:lnTo>
                  <a:lnTo>
                    <a:pt x="2622" y="0"/>
                  </a:lnTo>
                  <a:lnTo>
                    <a:pt x="1339" y="0"/>
                  </a:lnTo>
                </a:path>
              </a:pathLst>
            </a:custGeom>
            <a:solidFill>
              <a:srgbClr val="12222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36" name="Freeform 4">
              <a:extLst>
                <a:ext uri="{FF2B5EF4-FFF2-40B4-BE49-F238E27FC236}">
                  <a16:creationId xmlns:a16="http://schemas.microsoft.com/office/drawing/2014/main" id="{FFCB7E4B-F18F-3140-9BF5-4557F72C4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9150" y="3927475"/>
              <a:ext cx="188913" cy="149225"/>
            </a:xfrm>
            <a:custGeom>
              <a:avLst/>
              <a:gdLst>
                <a:gd name="T0" fmla="*/ 0 w 525"/>
                <a:gd name="T1" fmla="*/ 170 h 416"/>
                <a:gd name="T2" fmla="*/ 43 w 525"/>
                <a:gd name="T3" fmla="*/ 281 h 416"/>
                <a:gd name="T4" fmla="*/ 43 w 525"/>
                <a:gd name="T5" fmla="*/ 281 h 416"/>
                <a:gd name="T6" fmla="*/ 43 w 525"/>
                <a:gd name="T7" fmla="*/ 415 h 416"/>
                <a:gd name="T8" fmla="*/ 524 w 525"/>
                <a:gd name="T9" fmla="*/ 153 h 416"/>
                <a:gd name="T10" fmla="*/ 524 w 525"/>
                <a:gd name="T11" fmla="*/ 153 h 416"/>
                <a:gd name="T12" fmla="*/ 430 w 525"/>
                <a:gd name="T13" fmla="*/ 76 h 416"/>
                <a:gd name="T14" fmla="*/ 430 w 525"/>
                <a:gd name="T15" fmla="*/ 76 h 416"/>
                <a:gd name="T16" fmla="*/ 342 w 525"/>
                <a:gd name="T17" fmla="*/ 0 h 416"/>
                <a:gd name="T18" fmla="*/ 0 w 525"/>
                <a:gd name="T19" fmla="*/ 170 h 4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25" h="416">
                  <a:moveTo>
                    <a:pt x="0" y="170"/>
                  </a:moveTo>
                  <a:lnTo>
                    <a:pt x="43" y="281"/>
                  </a:lnTo>
                  <a:lnTo>
                    <a:pt x="43" y="281"/>
                  </a:lnTo>
                  <a:cubicBezTo>
                    <a:pt x="43" y="281"/>
                    <a:pt x="26" y="392"/>
                    <a:pt x="43" y="415"/>
                  </a:cubicBezTo>
                  <a:lnTo>
                    <a:pt x="524" y="153"/>
                  </a:lnTo>
                  <a:lnTo>
                    <a:pt x="524" y="153"/>
                  </a:lnTo>
                  <a:cubicBezTo>
                    <a:pt x="524" y="153"/>
                    <a:pt x="481" y="92"/>
                    <a:pt x="430" y="76"/>
                  </a:cubicBezTo>
                  <a:lnTo>
                    <a:pt x="430" y="76"/>
                  </a:lnTo>
                  <a:cubicBezTo>
                    <a:pt x="377" y="59"/>
                    <a:pt x="342" y="0"/>
                    <a:pt x="342" y="0"/>
                  </a:cubicBezTo>
                  <a:lnTo>
                    <a:pt x="0" y="170"/>
                  </a:lnTo>
                </a:path>
              </a:pathLst>
            </a:custGeom>
            <a:solidFill>
              <a:srgbClr val="DDBB9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0453AC2F-F306-044C-B857-7D24C641F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7913" y="1916113"/>
              <a:ext cx="434975" cy="1827212"/>
            </a:xfrm>
            <a:custGeom>
              <a:avLst/>
              <a:gdLst>
                <a:gd name="T0" fmla="*/ 565 w 1207"/>
                <a:gd name="T1" fmla="*/ 121 h 5076"/>
                <a:gd name="T2" fmla="*/ 512 w 1207"/>
                <a:gd name="T3" fmla="*/ 121 h 5076"/>
                <a:gd name="T4" fmla="*/ 102 w 1207"/>
                <a:gd name="T5" fmla="*/ 0 h 5076"/>
                <a:gd name="T6" fmla="*/ 0 w 1207"/>
                <a:gd name="T7" fmla="*/ 78 h 5076"/>
                <a:gd name="T8" fmla="*/ 25 w 1207"/>
                <a:gd name="T9" fmla="*/ 5075 h 5076"/>
                <a:gd name="T10" fmla="*/ 1091 w 1207"/>
                <a:gd name="T11" fmla="*/ 5075 h 5076"/>
                <a:gd name="T12" fmla="*/ 1206 w 1207"/>
                <a:gd name="T13" fmla="*/ 233 h 5076"/>
                <a:gd name="T14" fmla="*/ 956 w 1207"/>
                <a:gd name="T15" fmla="*/ 0 h 5076"/>
                <a:gd name="T16" fmla="*/ 918 w 1207"/>
                <a:gd name="T17" fmla="*/ 0 h 5076"/>
                <a:gd name="T18" fmla="*/ 565 w 1207"/>
                <a:gd name="T19" fmla="*/ 121 h 50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07" h="5076">
                  <a:moveTo>
                    <a:pt x="565" y="121"/>
                  </a:moveTo>
                  <a:lnTo>
                    <a:pt x="512" y="121"/>
                  </a:lnTo>
                  <a:lnTo>
                    <a:pt x="102" y="0"/>
                  </a:lnTo>
                  <a:lnTo>
                    <a:pt x="0" y="78"/>
                  </a:lnTo>
                  <a:lnTo>
                    <a:pt x="25" y="5075"/>
                  </a:lnTo>
                  <a:lnTo>
                    <a:pt x="1091" y="5075"/>
                  </a:lnTo>
                  <a:lnTo>
                    <a:pt x="1206" y="233"/>
                  </a:lnTo>
                  <a:lnTo>
                    <a:pt x="956" y="0"/>
                  </a:lnTo>
                  <a:lnTo>
                    <a:pt x="918" y="0"/>
                  </a:lnTo>
                  <a:lnTo>
                    <a:pt x="565" y="121"/>
                  </a:lnTo>
                </a:path>
              </a:pathLst>
            </a:custGeom>
            <a:solidFill>
              <a:srgbClr val="F8FBF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326E9B09-3D63-3547-8B46-43B73A783A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9513" y="2065338"/>
              <a:ext cx="174625" cy="1139825"/>
            </a:xfrm>
            <a:custGeom>
              <a:avLst/>
              <a:gdLst>
                <a:gd name="T0" fmla="*/ 484 w 485"/>
                <a:gd name="T1" fmla="*/ 2766 h 3165"/>
                <a:gd name="T2" fmla="*/ 342 w 485"/>
                <a:gd name="T3" fmla="*/ 51 h 3165"/>
                <a:gd name="T4" fmla="*/ 243 w 485"/>
                <a:gd name="T5" fmla="*/ 1 h 3165"/>
                <a:gd name="T6" fmla="*/ 243 w 485"/>
                <a:gd name="T7" fmla="*/ 0 h 3165"/>
                <a:gd name="T8" fmla="*/ 242 w 485"/>
                <a:gd name="T9" fmla="*/ 0 h 3165"/>
                <a:gd name="T10" fmla="*/ 242 w 485"/>
                <a:gd name="T11" fmla="*/ 0 h 3165"/>
                <a:gd name="T12" fmla="*/ 242 w 485"/>
                <a:gd name="T13" fmla="*/ 1 h 3165"/>
                <a:gd name="T14" fmla="*/ 143 w 485"/>
                <a:gd name="T15" fmla="*/ 51 h 3165"/>
                <a:gd name="T16" fmla="*/ 0 w 485"/>
                <a:gd name="T17" fmla="*/ 2766 h 3165"/>
                <a:gd name="T18" fmla="*/ 242 w 485"/>
                <a:gd name="T19" fmla="*/ 3164 h 3165"/>
                <a:gd name="T20" fmla="*/ 484 w 485"/>
                <a:gd name="T21" fmla="*/ 2766 h 3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85" h="3165">
                  <a:moveTo>
                    <a:pt x="484" y="2766"/>
                  </a:moveTo>
                  <a:lnTo>
                    <a:pt x="342" y="51"/>
                  </a:lnTo>
                  <a:lnTo>
                    <a:pt x="243" y="1"/>
                  </a:lnTo>
                  <a:lnTo>
                    <a:pt x="243" y="0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42" y="1"/>
                  </a:lnTo>
                  <a:lnTo>
                    <a:pt x="143" y="51"/>
                  </a:lnTo>
                  <a:lnTo>
                    <a:pt x="0" y="2766"/>
                  </a:lnTo>
                  <a:lnTo>
                    <a:pt x="242" y="3164"/>
                  </a:lnTo>
                  <a:lnTo>
                    <a:pt x="484" y="2766"/>
                  </a:lnTo>
                </a:path>
              </a:pathLst>
            </a:custGeom>
            <a:solidFill>
              <a:srgbClr val="F0922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39" name="Freeform 7">
              <a:extLst>
                <a:ext uri="{FF2B5EF4-FFF2-40B4-BE49-F238E27FC236}">
                  <a16:creationId xmlns:a16="http://schemas.microsoft.com/office/drawing/2014/main" id="{8D34FB6E-1C6E-AF46-AF7A-64780E9BEC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7288" y="1717675"/>
              <a:ext cx="222250" cy="254000"/>
            </a:xfrm>
            <a:custGeom>
              <a:avLst/>
              <a:gdLst>
                <a:gd name="T0" fmla="*/ 617 w 618"/>
                <a:gd name="T1" fmla="*/ 705 h 706"/>
                <a:gd name="T2" fmla="*/ 0 w 618"/>
                <a:gd name="T3" fmla="*/ 705 h 706"/>
                <a:gd name="T4" fmla="*/ 0 w 618"/>
                <a:gd name="T5" fmla="*/ 0 h 706"/>
                <a:gd name="T6" fmla="*/ 617 w 618"/>
                <a:gd name="T7" fmla="*/ 0 h 706"/>
                <a:gd name="T8" fmla="*/ 617 w 618"/>
                <a:gd name="T9" fmla="*/ 705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8" h="706">
                  <a:moveTo>
                    <a:pt x="617" y="705"/>
                  </a:moveTo>
                  <a:lnTo>
                    <a:pt x="0" y="705"/>
                  </a:lnTo>
                  <a:lnTo>
                    <a:pt x="0" y="0"/>
                  </a:lnTo>
                  <a:lnTo>
                    <a:pt x="617" y="0"/>
                  </a:lnTo>
                  <a:lnTo>
                    <a:pt x="617" y="705"/>
                  </a:lnTo>
                </a:path>
              </a:pathLst>
            </a:custGeom>
            <a:solidFill>
              <a:srgbClr val="DDBB9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B1A88BCC-FB42-DA42-9481-31EF9C4EA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0600" y="3740150"/>
              <a:ext cx="579438" cy="123825"/>
            </a:xfrm>
            <a:custGeom>
              <a:avLst/>
              <a:gdLst>
                <a:gd name="T0" fmla="*/ 1610 w 1611"/>
                <a:gd name="T1" fmla="*/ 343 h 344"/>
                <a:gd name="T2" fmla="*/ 0 w 1611"/>
                <a:gd name="T3" fmla="*/ 343 h 344"/>
                <a:gd name="T4" fmla="*/ 0 w 1611"/>
                <a:gd name="T5" fmla="*/ 0 h 344"/>
                <a:gd name="T6" fmla="*/ 1610 w 1611"/>
                <a:gd name="T7" fmla="*/ 0 h 344"/>
                <a:gd name="T8" fmla="*/ 1610 w 1611"/>
                <a:gd name="T9" fmla="*/ 343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11" h="344">
                  <a:moveTo>
                    <a:pt x="1610" y="343"/>
                  </a:moveTo>
                  <a:lnTo>
                    <a:pt x="0" y="343"/>
                  </a:lnTo>
                  <a:lnTo>
                    <a:pt x="0" y="0"/>
                  </a:lnTo>
                  <a:lnTo>
                    <a:pt x="1610" y="0"/>
                  </a:lnTo>
                  <a:lnTo>
                    <a:pt x="1610" y="343"/>
                  </a:lnTo>
                </a:path>
              </a:pathLst>
            </a:custGeom>
            <a:solidFill>
              <a:srgbClr val="65321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41" name="Freeform 9">
              <a:extLst>
                <a:ext uri="{FF2B5EF4-FFF2-40B4-BE49-F238E27FC236}">
                  <a16:creationId xmlns:a16="http://schemas.microsoft.com/office/drawing/2014/main" id="{29210532-B7EC-1A4F-BE89-9FBBE98CE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8400" y="3725863"/>
              <a:ext cx="223838" cy="155575"/>
            </a:xfrm>
            <a:custGeom>
              <a:avLst/>
              <a:gdLst>
                <a:gd name="T0" fmla="*/ 622 w 623"/>
                <a:gd name="T1" fmla="*/ 317 h 430"/>
                <a:gd name="T2" fmla="*/ 622 w 623"/>
                <a:gd name="T3" fmla="*/ 317 h 430"/>
                <a:gd name="T4" fmla="*/ 510 w 623"/>
                <a:gd name="T5" fmla="*/ 429 h 430"/>
                <a:gd name="T6" fmla="*/ 112 w 623"/>
                <a:gd name="T7" fmla="*/ 429 h 430"/>
                <a:gd name="T8" fmla="*/ 112 w 623"/>
                <a:gd name="T9" fmla="*/ 429 h 430"/>
                <a:gd name="T10" fmla="*/ 0 w 623"/>
                <a:gd name="T11" fmla="*/ 317 h 430"/>
                <a:gd name="T12" fmla="*/ 0 w 623"/>
                <a:gd name="T13" fmla="*/ 112 h 430"/>
                <a:gd name="T14" fmla="*/ 0 w 623"/>
                <a:gd name="T15" fmla="*/ 112 h 430"/>
                <a:gd name="T16" fmla="*/ 112 w 623"/>
                <a:gd name="T17" fmla="*/ 0 h 430"/>
                <a:gd name="T18" fmla="*/ 510 w 623"/>
                <a:gd name="T19" fmla="*/ 0 h 430"/>
                <a:gd name="T20" fmla="*/ 510 w 623"/>
                <a:gd name="T21" fmla="*/ 0 h 430"/>
                <a:gd name="T22" fmla="*/ 622 w 623"/>
                <a:gd name="T23" fmla="*/ 112 h 430"/>
                <a:gd name="T24" fmla="*/ 622 w 623"/>
                <a:gd name="T25" fmla="*/ 317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23" h="430">
                  <a:moveTo>
                    <a:pt x="622" y="317"/>
                  </a:moveTo>
                  <a:lnTo>
                    <a:pt x="622" y="317"/>
                  </a:lnTo>
                  <a:cubicBezTo>
                    <a:pt x="622" y="379"/>
                    <a:pt x="572" y="429"/>
                    <a:pt x="510" y="429"/>
                  </a:cubicBezTo>
                  <a:lnTo>
                    <a:pt x="112" y="429"/>
                  </a:lnTo>
                  <a:lnTo>
                    <a:pt x="112" y="429"/>
                  </a:lnTo>
                  <a:cubicBezTo>
                    <a:pt x="50" y="429"/>
                    <a:pt x="0" y="379"/>
                    <a:pt x="0" y="317"/>
                  </a:cubicBezTo>
                  <a:lnTo>
                    <a:pt x="0" y="112"/>
                  </a:lnTo>
                  <a:lnTo>
                    <a:pt x="0" y="112"/>
                  </a:lnTo>
                  <a:cubicBezTo>
                    <a:pt x="0" y="50"/>
                    <a:pt x="50" y="0"/>
                    <a:pt x="112" y="0"/>
                  </a:cubicBezTo>
                  <a:lnTo>
                    <a:pt x="510" y="0"/>
                  </a:lnTo>
                  <a:lnTo>
                    <a:pt x="510" y="0"/>
                  </a:lnTo>
                  <a:cubicBezTo>
                    <a:pt x="572" y="0"/>
                    <a:pt x="622" y="50"/>
                    <a:pt x="622" y="112"/>
                  </a:cubicBezTo>
                  <a:lnTo>
                    <a:pt x="622" y="317"/>
                  </a:lnTo>
                </a:path>
              </a:pathLst>
            </a:custGeom>
            <a:solidFill>
              <a:srgbClr val="E2BD2B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42" name="Freeform 10">
              <a:extLst>
                <a:ext uri="{FF2B5EF4-FFF2-40B4-BE49-F238E27FC236}">
                  <a16:creationId xmlns:a16="http://schemas.microsoft.com/office/drawing/2014/main" id="{D1486E4D-DFCB-1E43-82E8-4F51F748A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5388" y="3741738"/>
              <a:ext cx="169862" cy="122237"/>
            </a:xfrm>
            <a:custGeom>
              <a:avLst/>
              <a:gdLst>
                <a:gd name="T0" fmla="*/ 470 w 471"/>
                <a:gd name="T1" fmla="*/ 225 h 338"/>
                <a:gd name="T2" fmla="*/ 470 w 471"/>
                <a:gd name="T3" fmla="*/ 225 h 338"/>
                <a:gd name="T4" fmla="*/ 358 w 471"/>
                <a:gd name="T5" fmla="*/ 337 h 338"/>
                <a:gd name="T6" fmla="*/ 112 w 471"/>
                <a:gd name="T7" fmla="*/ 337 h 338"/>
                <a:gd name="T8" fmla="*/ 112 w 471"/>
                <a:gd name="T9" fmla="*/ 337 h 338"/>
                <a:gd name="T10" fmla="*/ 0 w 471"/>
                <a:gd name="T11" fmla="*/ 225 h 338"/>
                <a:gd name="T12" fmla="*/ 0 w 471"/>
                <a:gd name="T13" fmla="*/ 112 h 338"/>
                <a:gd name="T14" fmla="*/ 0 w 471"/>
                <a:gd name="T15" fmla="*/ 112 h 338"/>
                <a:gd name="T16" fmla="*/ 112 w 471"/>
                <a:gd name="T17" fmla="*/ 0 h 338"/>
                <a:gd name="T18" fmla="*/ 358 w 471"/>
                <a:gd name="T19" fmla="*/ 0 h 338"/>
                <a:gd name="T20" fmla="*/ 358 w 471"/>
                <a:gd name="T21" fmla="*/ 0 h 338"/>
                <a:gd name="T22" fmla="*/ 470 w 471"/>
                <a:gd name="T23" fmla="*/ 112 h 338"/>
                <a:gd name="T24" fmla="*/ 470 w 471"/>
                <a:gd name="T25" fmla="*/ 225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71" h="338">
                  <a:moveTo>
                    <a:pt x="470" y="225"/>
                  </a:moveTo>
                  <a:lnTo>
                    <a:pt x="470" y="225"/>
                  </a:lnTo>
                  <a:cubicBezTo>
                    <a:pt x="470" y="287"/>
                    <a:pt x="419" y="337"/>
                    <a:pt x="358" y="337"/>
                  </a:cubicBezTo>
                  <a:lnTo>
                    <a:pt x="112" y="337"/>
                  </a:lnTo>
                  <a:lnTo>
                    <a:pt x="112" y="337"/>
                  </a:lnTo>
                  <a:cubicBezTo>
                    <a:pt x="50" y="337"/>
                    <a:pt x="0" y="287"/>
                    <a:pt x="0" y="225"/>
                  </a:cubicBezTo>
                  <a:lnTo>
                    <a:pt x="0" y="112"/>
                  </a:lnTo>
                  <a:lnTo>
                    <a:pt x="0" y="112"/>
                  </a:lnTo>
                  <a:cubicBezTo>
                    <a:pt x="0" y="50"/>
                    <a:pt x="50" y="0"/>
                    <a:pt x="112" y="0"/>
                  </a:cubicBezTo>
                  <a:lnTo>
                    <a:pt x="358" y="0"/>
                  </a:lnTo>
                  <a:lnTo>
                    <a:pt x="358" y="0"/>
                  </a:lnTo>
                  <a:cubicBezTo>
                    <a:pt x="419" y="0"/>
                    <a:pt x="470" y="50"/>
                    <a:pt x="470" y="112"/>
                  </a:cubicBezTo>
                  <a:lnTo>
                    <a:pt x="470" y="225"/>
                  </a:lnTo>
                </a:path>
              </a:pathLst>
            </a:custGeom>
            <a:solidFill>
              <a:srgbClr val="F7D56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21C904EC-2185-BD42-8B32-AFFF5CA5C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838" y="4594225"/>
              <a:ext cx="1165225" cy="652463"/>
            </a:xfrm>
            <a:custGeom>
              <a:avLst/>
              <a:gdLst>
                <a:gd name="T0" fmla="*/ 1616 w 3235"/>
                <a:gd name="T1" fmla="*/ 604 h 1814"/>
                <a:gd name="T2" fmla="*/ 1616 w 3235"/>
                <a:gd name="T3" fmla="*/ 604 h 1814"/>
                <a:gd name="T4" fmla="*/ 0 w 3235"/>
                <a:gd name="T5" fmla="*/ 0 h 1814"/>
                <a:gd name="T6" fmla="*/ 0 w 3235"/>
                <a:gd name="T7" fmla="*/ 1615 h 1814"/>
                <a:gd name="T8" fmla="*/ 0 w 3235"/>
                <a:gd name="T9" fmla="*/ 1615 h 1814"/>
                <a:gd name="T10" fmla="*/ 196 w 3235"/>
                <a:gd name="T11" fmla="*/ 1813 h 1814"/>
                <a:gd name="T12" fmla="*/ 3036 w 3235"/>
                <a:gd name="T13" fmla="*/ 1813 h 1814"/>
                <a:gd name="T14" fmla="*/ 3036 w 3235"/>
                <a:gd name="T15" fmla="*/ 1813 h 1814"/>
                <a:gd name="T16" fmla="*/ 3234 w 3235"/>
                <a:gd name="T17" fmla="*/ 1615 h 1814"/>
                <a:gd name="T18" fmla="*/ 3234 w 3235"/>
                <a:gd name="T19" fmla="*/ 44 h 1814"/>
                <a:gd name="T20" fmla="*/ 3234 w 3235"/>
                <a:gd name="T21" fmla="*/ 44 h 1814"/>
                <a:gd name="T22" fmla="*/ 1616 w 3235"/>
                <a:gd name="T23" fmla="*/ 604 h 1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35" h="1814">
                  <a:moveTo>
                    <a:pt x="1616" y="604"/>
                  </a:moveTo>
                  <a:lnTo>
                    <a:pt x="1616" y="604"/>
                  </a:lnTo>
                  <a:cubicBezTo>
                    <a:pt x="891" y="604"/>
                    <a:pt x="268" y="354"/>
                    <a:pt x="0" y="0"/>
                  </a:cubicBezTo>
                  <a:lnTo>
                    <a:pt x="0" y="1615"/>
                  </a:lnTo>
                  <a:lnTo>
                    <a:pt x="0" y="1615"/>
                  </a:lnTo>
                  <a:cubicBezTo>
                    <a:pt x="0" y="1724"/>
                    <a:pt x="89" y="1813"/>
                    <a:pt x="196" y="1813"/>
                  </a:cubicBezTo>
                  <a:lnTo>
                    <a:pt x="3036" y="1813"/>
                  </a:lnTo>
                  <a:lnTo>
                    <a:pt x="3036" y="1813"/>
                  </a:lnTo>
                  <a:cubicBezTo>
                    <a:pt x="3145" y="1813"/>
                    <a:pt x="3234" y="1724"/>
                    <a:pt x="3234" y="1615"/>
                  </a:cubicBezTo>
                  <a:lnTo>
                    <a:pt x="3234" y="44"/>
                  </a:lnTo>
                  <a:lnTo>
                    <a:pt x="3234" y="44"/>
                  </a:lnTo>
                  <a:cubicBezTo>
                    <a:pt x="2964" y="397"/>
                    <a:pt x="2342" y="604"/>
                    <a:pt x="1616" y="604"/>
                  </a:cubicBezTo>
                </a:path>
              </a:pathLst>
            </a:custGeom>
            <a:solidFill>
              <a:srgbClr val="AE6C2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A5C4619B-C56A-7942-AB09-85B8E416DD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838" y="4716463"/>
              <a:ext cx="1165225" cy="254000"/>
            </a:xfrm>
            <a:custGeom>
              <a:avLst/>
              <a:gdLst>
                <a:gd name="T0" fmla="*/ 1616 w 3235"/>
                <a:gd name="T1" fmla="*/ 602 h 707"/>
                <a:gd name="T2" fmla="*/ 1616 w 3235"/>
                <a:gd name="T3" fmla="*/ 602 h 707"/>
                <a:gd name="T4" fmla="*/ 0 w 3235"/>
                <a:gd name="T5" fmla="*/ 0 h 707"/>
                <a:gd name="T6" fmla="*/ 0 w 3235"/>
                <a:gd name="T7" fmla="*/ 103 h 707"/>
                <a:gd name="T8" fmla="*/ 0 w 3235"/>
                <a:gd name="T9" fmla="*/ 103 h 707"/>
                <a:gd name="T10" fmla="*/ 1616 w 3235"/>
                <a:gd name="T11" fmla="*/ 706 h 707"/>
                <a:gd name="T12" fmla="*/ 1616 w 3235"/>
                <a:gd name="T13" fmla="*/ 706 h 707"/>
                <a:gd name="T14" fmla="*/ 3234 w 3235"/>
                <a:gd name="T15" fmla="*/ 103 h 707"/>
                <a:gd name="T16" fmla="*/ 3234 w 3235"/>
                <a:gd name="T17" fmla="*/ 0 h 707"/>
                <a:gd name="T18" fmla="*/ 3234 w 3235"/>
                <a:gd name="T19" fmla="*/ 0 h 707"/>
                <a:gd name="T20" fmla="*/ 1616 w 3235"/>
                <a:gd name="T21" fmla="*/ 602 h 7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235" h="707">
                  <a:moveTo>
                    <a:pt x="1616" y="602"/>
                  </a:moveTo>
                  <a:lnTo>
                    <a:pt x="1616" y="602"/>
                  </a:lnTo>
                  <a:cubicBezTo>
                    <a:pt x="891" y="602"/>
                    <a:pt x="268" y="354"/>
                    <a:pt x="0" y="0"/>
                  </a:cubicBezTo>
                  <a:lnTo>
                    <a:pt x="0" y="103"/>
                  </a:lnTo>
                  <a:lnTo>
                    <a:pt x="0" y="103"/>
                  </a:lnTo>
                  <a:cubicBezTo>
                    <a:pt x="268" y="457"/>
                    <a:pt x="891" y="706"/>
                    <a:pt x="1616" y="706"/>
                  </a:cubicBezTo>
                  <a:lnTo>
                    <a:pt x="1616" y="706"/>
                  </a:lnTo>
                  <a:cubicBezTo>
                    <a:pt x="2342" y="706"/>
                    <a:pt x="2964" y="457"/>
                    <a:pt x="3234" y="103"/>
                  </a:cubicBezTo>
                  <a:lnTo>
                    <a:pt x="3234" y="0"/>
                  </a:lnTo>
                  <a:lnTo>
                    <a:pt x="3234" y="0"/>
                  </a:lnTo>
                  <a:cubicBezTo>
                    <a:pt x="2964" y="354"/>
                    <a:pt x="2342" y="602"/>
                    <a:pt x="1616" y="602"/>
                  </a:cubicBezTo>
                </a:path>
              </a:pathLst>
            </a:custGeom>
            <a:solidFill>
              <a:srgbClr val="D9986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45" name="Freeform 13">
              <a:extLst>
                <a:ext uri="{FF2B5EF4-FFF2-40B4-BE49-F238E27FC236}">
                  <a16:creationId xmlns:a16="http://schemas.microsoft.com/office/drawing/2014/main" id="{A8B02375-26EE-F241-BC9E-A8478A770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6838" y="4459288"/>
              <a:ext cx="1165225" cy="463550"/>
            </a:xfrm>
            <a:custGeom>
              <a:avLst/>
              <a:gdLst>
                <a:gd name="T0" fmla="*/ 3036 w 3235"/>
                <a:gd name="T1" fmla="*/ 0 h 1286"/>
                <a:gd name="T2" fmla="*/ 196 w 3235"/>
                <a:gd name="T3" fmla="*/ 0 h 1286"/>
                <a:gd name="T4" fmla="*/ 196 w 3235"/>
                <a:gd name="T5" fmla="*/ 0 h 1286"/>
                <a:gd name="T6" fmla="*/ 0 w 3235"/>
                <a:gd name="T7" fmla="*/ 198 h 1286"/>
                <a:gd name="T8" fmla="*/ 0 w 3235"/>
                <a:gd name="T9" fmla="*/ 683 h 1286"/>
                <a:gd name="T10" fmla="*/ 0 w 3235"/>
                <a:gd name="T11" fmla="*/ 683 h 1286"/>
                <a:gd name="T12" fmla="*/ 1616 w 3235"/>
                <a:gd name="T13" fmla="*/ 1285 h 1286"/>
                <a:gd name="T14" fmla="*/ 1616 w 3235"/>
                <a:gd name="T15" fmla="*/ 1285 h 1286"/>
                <a:gd name="T16" fmla="*/ 3234 w 3235"/>
                <a:gd name="T17" fmla="*/ 683 h 1286"/>
                <a:gd name="T18" fmla="*/ 3234 w 3235"/>
                <a:gd name="T19" fmla="*/ 198 h 1286"/>
                <a:gd name="T20" fmla="*/ 3234 w 3235"/>
                <a:gd name="T21" fmla="*/ 198 h 1286"/>
                <a:gd name="T22" fmla="*/ 3036 w 3235"/>
                <a:gd name="T23" fmla="*/ 0 h 1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235" h="1286">
                  <a:moveTo>
                    <a:pt x="3036" y="0"/>
                  </a:moveTo>
                  <a:lnTo>
                    <a:pt x="196" y="0"/>
                  </a:lnTo>
                  <a:lnTo>
                    <a:pt x="196" y="0"/>
                  </a:lnTo>
                  <a:cubicBezTo>
                    <a:pt x="89" y="0"/>
                    <a:pt x="0" y="89"/>
                    <a:pt x="0" y="198"/>
                  </a:cubicBezTo>
                  <a:lnTo>
                    <a:pt x="0" y="683"/>
                  </a:lnTo>
                  <a:lnTo>
                    <a:pt x="0" y="683"/>
                  </a:lnTo>
                  <a:cubicBezTo>
                    <a:pt x="268" y="1037"/>
                    <a:pt x="891" y="1285"/>
                    <a:pt x="1616" y="1285"/>
                  </a:cubicBezTo>
                  <a:lnTo>
                    <a:pt x="1616" y="1285"/>
                  </a:lnTo>
                  <a:cubicBezTo>
                    <a:pt x="2342" y="1285"/>
                    <a:pt x="2964" y="1037"/>
                    <a:pt x="3234" y="683"/>
                  </a:cubicBezTo>
                  <a:lnTo>
                    <a:pt x="3234" y="198"/>
                  </a:lnTo>
                  <a:lnTo>
                    <a:pt x="3234" y="198"/>
                  </a:lnTo>
                  <a:cubicBezTo>
                    <a:pt x="3234" y="89"/>
                    <a:pt x="3145" y="0"/>
                    <a:pt x="3036" y="0"/>
                  </a:cubicBezTo>
                </a:path>
              </a:pathLst>
            </a:custGeom>
            <a:solidFill>
              <a:srgbClr val="D9986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46" name="Freeform 14">
              <a:extLst>
                <a:ext uri="{FF2B5EF4-FFF2-40B4-BE49-F238E27FC236}">
                  <a16:creationId xmlns:a16="http://schemas.microsoft.com/office/drawing/2014/main" id="{C7A093FF-727E-C84D-B13D-1B81DDCAB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6900" y="4459288"/>
              <a:ext cx="163513" cy="447675"/>
            </a:xfrm>
            <a:custGeom>
              <a:avLst/>
              <a:gdLst>
                <a:gd name="T0" fmla="*/ 455 w 456"/>
                <a:gd name="T1" fmla="*/ 1243 h 1244"/>
                <a:gd name="T2" fmla="*/ 0 w 456"/>
                <a:gd name="T3" fmla="*/ 1243 h 1244"/>
                <a:gd name="T4" fmla="*/ 0 w 456"/>
                <a:gd name="T5" fmla="*/ 0 h 1244"/>
                <a:gd name="T6" fmla="*/ 455 w 456"/>
                <a:gd name="T7" fmla="*/ 0 h 1244"/>
                <a:gd name="T8" fmla="*/ 455 w 456"/>
                <a:gd name="T9" fmla="*/ 1243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6" h="1244">
                  <a:moveTo>
                    <a:pt x="455" y="1243"/>
                  </a:moveTo>
                  <a:lnTo>
                    <a:pt x="0" y="1243"/>
                  </a:lnTo>
                  <a:lnTo>
                    <a:pt x="0" y="0"/>
                  </a:lnTo>
                  <a:lnTo>
                    <a:pt x="455" y="0"/>
                  </a:lnTo>
                  <a:lnTo>
                    <a:pt x="455" y="1243"/>
                  </a:lnTo>
                </a:path>
              </a:pathLst>
            </a:custGeom>
            <a:solidFill>
              <a:srgbClr val="AE6C2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AAC4ACF3-A173-AB4A-A686-AB780B0C5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2138" y="4905375"/>
              <a:ext cx="173037" cy="106363"/>
            </a:xfrm>
            <a:custGeom>
              <a:avLst/>
              <a:gdLst>
                <a:gd name="T0" fmla="*/ 0 w 479"/>
                <a:gd name="T1" fmla="*/ 0 h 295"/>
                <a:gd name="T2" fmla="*/ 0 w 479"/>
                <a:gd name="T3" fmla="*/ 0 h 295"/>
                <a:gd name="T4" fmla="*/ 239 w 479"/>
                <a:gd name="T5" fmla="*/ 294 h 295"/>
                <a:gd name="T6" fmla="*/ 239 w 479"/>
                <a:gd name="T7" fmla="*/ 294 h 295"/>
                <a:gd name="T8" fmla="*/ 478 w 479"/>
                <a:gd name="T9" fmla="*/ 0 h 295"/>
                <a:gd name="T10" fmla="*/ 0 w 479"/>
                <a:gd name="T11" fmla="*/ 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79" h="295">
                  <a:moveTo>
                    <a:pt x="0" y="0"/>
                  </a:moveTo>
                  <a:lnTo>
                    <a:pt x="0" y="0"/>
                  </a:lnTo>
                  <a:cubicBezTo>
                    <a:pt x="0" y="162"/>
                    <a:pt x="107" y="294"/>
                    <a:pt x="239" y="294"/>
                  </a:cubicBezTo>
                  <a:lnTo>
                    <a:pt x="239" y="294"/>
                  </a:lnTo>
                  <a:cubicBezTo>
                    <a:pt x="371" y="294"/>
                    <a:pt x="478" y="162"/>
                    <a:pt x="478" y="0"/>
                  </a:cubicBezTo>
                  <a:lnTo>
                    <a:pt x="0" y="0"/>
                  </a:lnTo>
                </a:path>
              </a:pathLst>
            </a:custGeom>
            <a:solidFill>
              <a:srgbClr val="E5B12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C80D5E98-9267-314E-93DD-93293C494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1188" y="4918075"/>
              <a:ext cx="131762" cy="80963"/>
            </a:xfrm>
            <a:custGeom>
              <a:avLst/>
              <a:gdLst>
                <a:gd name="T0" fmla="*/ 0 w 367"/>
                <a:gd name="T1" fmla="*/ 0 h 226"/>
                <a:gd name="T2" fmla="*/ 0 w 367"/>
                <a:gd name="T3" fmla="*/ 0 h 226"/>
                <a:gd name="T4" fmla="*/ 183 w 367"/>
                <a:gd name="T5" fmla="*/ 225 h 226"/>
                <a:gd name="T6" fmla="*/ 183 w 367"/>
                <a:gd name="T7" fmla="*/ 225 h 226"/>
                <a:gd name="T8" fmla="*/ 366 w 367"/>
                <a:gd name="T9" fmla="*/ 0 h 226"/>
                <a:gd name="T10" fmla="*/ 0 w 367"/>
                <a:gd name="T11" fmla="*/ 0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67" h="226">
                  <a:moveTo>
                    <a:pt x="0" y="0"/>
                  </a:moveTo>
                  <a:lnTo>
                    <a:pt x="0" y="0"/>
                  </a:lnTo>
                  <a:cubicBezTo>
                    <a:pt x="0" y="124"/>
                    <a:pt x="82" y="225"/>
                    <a:pt x="183" y="225"/>
                  </a:cubicBezTo>
                  <a:lnTo>
                    <a:pt x="183" y="225"/>
                  </a:lnTo>
                  <a:cubicBezTo>
                    <a:pt x="285" y="225"/>
                    <a:pt x="366" y="124"/>
                    <a:pt x="366" y="0"/>
                  </a:cubicBezTo>
                  <a:lnTo>
                    <a:pt x="0" y="0"/>
                  </a:lnTo>
                </a:path>
              </a:pathLst>
            </a:custGeom>
            <a:solidFill>
              <a:srgbClr val="C2912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49" name="Freeform 17">
              <a:extLst>
                <a:ext uri="{FF2B5EF4-FFF2-40B4-BE49-F238E27FC236}">
                  <a16:creationId xmlns:a16="http://schemas.microsoft.com/office/drawing/2014/main" id="{7CD4877A-AA57-1848-AB5F-AFBD397AE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1650" y="4433888"/>
              <a:ext cx="73025" cy="23812"/>
            </a:xfrm>
            <a:custGeom>
              <a:avLst/>
              <a:gdLst>
                <a:gd name="T0" fmla="*/ 200 w 201"/>
                <a:gd name="T1" fmla="*/ 33 h 68"/>
                <a:gd name="T2" fmla="*/ 200 w 201"/>
                <a:gd name="T3" fmla="*/ 33 h 68"/>
                <a:gd name="T4" fmla="*/ 166 w 201"/>
                <a:gd name="T5" fmla="*/ 67 h 68"/>
                <a:gd name="T6" fmla="*/ 34 w 201"/>
                <a:gd name="T7" fmla="*/ 67 h 68"/>
                <a:gd name="T8" fmla="*/ 34 w 201"/>
                <a:gd name="T9" fmla="*/ 67 h 68"/>
                <a:gd name="T10" fmla="*/ 0 w 201"/>
                <a:gd name="T11" fmla="*/ 33 h 68"/>
                <a:gd name="T12" fmla="*/ 0 w 201"/>
                <a:gd name="T13" fmla="*/ 33 h 68"/>
                <a:gd name="T14" fmla="*/ 34 w 201"/>
                <a:gd name="T15" fmla="*/ 0 h 68"/>
                <a:gd name="T16" fmla="*/ 166 w 201"/>
                <a:gd name="T17" fmla="*/ 0 h 68"/>
                <a:gd name="T18" fmla="*/ 166 w 201"/>
                <a:gd name="T19" fmla="*/ 0 h 68"/>
                <a:gd name="T20" fmla="*/ 200 w 201"/>
                <a:gd name="T21" fmla="*/ 3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1" h="68">
                  <a:moveTo>
                    <a:pt x="200" y="33"/>
                  </a:moveTo>
                  <a:lnTo>
                    <a:pt x="200" y="33"/>
                  </a:lnTo>
                  <a:cubicBezTo>
                    <a:pt x="200" y="52"/>
                    <a:pt x="185" y="67"/>
                    <a:pt x="166" y="67"/>
                  </a:cubicBezTo>
                  <a:lnTo>
                    <a:pt x="34" y="67"/>
                  </a:lnTo>
                  <a:lnTo>
                    <a:pt x="34" y="67"/>
                  </a:lnTo>
                  <a:cubicBezTo>
                    <a:pt x="15" y="67"/>
                    <a:pt x="0" y="52"/>
                    <a:pt x="0" y="33"/>
                  </a:cubicBezTo>
                  <a:lnTo>
                    <a:pt x="0" y="33"/>
                  </a:lnTo>
                  <a:cubicBezTo>
                    <a:pt x="0" y="14"/>
                    <a:pt x="15" y="0"/>
                    <a:pt x="34" y="0"/>
                  </a:cubicBezTo>
                  <a:lnTo>
                    <a:pt x="166" y="0"/>
                  </a:lnTo>
                  <a:lnTo>
                    <a:pt x="166" y="0"/>
                  </a:lnTo>
                  <a:cubicBezTo>
                    <a:pt x="185" y="0"/>
                    <a:pt x="200" y="14"/>
                    <a:pt x="200" y="33"/>
                  </a:cubicBezTo>
                </a:path>
              </a:pathLst>
            </a:custGeom>
            <a:solidFill>
              <a:srgbClr val="E5B12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50" name="Freeform 18">
              <a:extLst>
                <a:ext uri="{FF2B5EF4-FFF2-40B4-BE49-F238E27FC236}">
                  <a16:creationId xmlns:a16="http://schemas.microsoft.com/office/drawing/2014/main" id="{0A4A42C1-80D7-2945-AA56-D04F3810B5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2638" y="4433888"/>
              <a:ext cx="73025" cy="23812"/>
            </a:xfrm>
            <a:custGeom>
              <a:avLst/>
              <a:gdLst>
                <a:gd name="T0" fmla="*/ 202 w 203"/>
                <a:gd name="T1" fmla="*/ 33 h 68"/>
                <a:gd name="T2" fmla="*/ 202 w 203"/>
                <a:gd name="T3" fmla="*/ 33 h 68"/>
                <a:gd name="T4" fmla="*/ 168 w 203"/>
                <a:gd name="T5" fmla="*/ 67 h 68"/>
                <a:gd name="T6" fmla="*/ 34 w 203"/>
                <a:gd name="T7" fmla="*/ 67 h 68"/>
                <a:gd name="T8" fmla="*/ 34 w 203"/>
                <a:gd name="T9" fmla="*/ 67 h 68"/>
                <a:gd name="T10" fmla="*/ 0 w 203"/>
                <a:gd name="T11" fmla="*/ 33 h 68"/>
                <a:gd name="T12" fmla="*/ 0 w 203"/>
                <a:gd name="T13" fmla="*/ 33 h 68"/>
                <a:gd name="T14" fmla="*/ 34 w 203"/>
                <a:gd name="T15" fmla="*/ 0 h 68"/>
                <a:gd name="T16" fmla="*/ 168 w 203"/>
                <a:gd name="T17" fmla="*/ 0 h 68"/>
                <a:gd name="T18" fmla="*/ 168 w 203"/>
                <a:gd name="T19" fmla="*/ 0 h 68"/>
                <a:gd name="T20" fmla="*/ 202 w 203"/>
                <a:gd name="T21" fmla="*/ 33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3" h="68">
                  <a:moveTo>
                    <a:pt x="202" y="33"/>
                  </a:moveTo>
                  <a:lnTo>
                    <a:pt x="202" y="33"/>
                  </a:lnTo>
                  <a:cubicBezTo>
                    <a:pt x="202" y="52"/>
                    <a:pt x="186" y="67"/>
                    <a:pt x="168" y="67"/>
                  </a:cubicBezTo>
                  <a:lnTo>
                    <a:pt x="34" y="67"/>
                  </a:lnTo>
                  <a:lnTo>
                    <a:pt x="34" y="67"/>
                  </a:lnTo>
                  <a:cubicBezTo>
                    <a:pt x="15" y="67"/>
                    <a:pt x="0" y="52"/>
                    <a:pt x="0" y="33"/>
                  </a:cubicBezTo>
                  <a:lnTo>
                    <a:pt x="0" y="33"/>
                  </a:lnTo>
                  <a:cubicBezTo>
                    <a:pt x="0" y="14"/>
                    <a:pt x="15" y="0"/>
                    <a:pt x="34" y="0"/>
                  </a:cubicBezTo>
                  <a:lnTo>
                    <a:pt x="168" y="0"/>
                  </a:lnTo>
                  <a:lnTo>
                    <a:pt x="168" y="0"/>
                  </a:lnTo>
                  <a:cubicBezTo>
                    <a:pt x="186" y="0"/>
                    <a:pt x="202" y="14"/>
                    <a:pt x="202" y="33"/>
                  </a:cubicBezTo>
                </a:path>
              </a:pathLst>
            </a:custGeom>
            <a:solidFill>
              <a:srgbClr val="E5B12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F6EAAE49-B15C-6D49-9C59-BAD78D7A1F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5463" y="4387850"/>
              <a:ext cx="25400" cy="55563"/>
            </a:xfrm>
            <a:custGeom>
              <a:avLst/>
              <a:gdLst>
                <a:gd name="T0" fmla="*/ 70 w 71"/>
                <a:gd name="T1" fmla="*/ 0 h 153"/>
                <a:gd name="T2" fmla="*/ 0 w 71"/>
                <a:gd name="T3" fmla="*/ 0 h 153"/>
                <a:gd name="T4" fmla="*/ 0 w 71"/>
                <a:gd name="T5" fmla="*/ 152 h 153"/>
                <a:gd name="T6" fmla="*/ 70 w 71"/>
                <a:gd name="T7" fmla="*/ 152 h 153"/>
                <a:gd name="T8" fmla="*/ 70 w 71"/>
                <a:gd name="T9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53">
                  <a:moveTo>
                    <a:pt x="70" y="0"/>
                  </a:moveTo>
                  <a:lnTo>
                    <a:pt x="0" y="0"/>
                  </a:lnTo>
                  <a:lnTo>
                    <a:pt x="0" y="152"/>
                  </a:lnTo>
                  <a:lnTo>
                    <a:pt x="70" y="152"/>
                  </a:lnTo>
                  <a:lnTo>
                    <a:pt x="70" y="0"/>
                  </a:lnTo>
                </a:path>
              </a:pathLst>
            </a:custGeom>
            <a:solidFill>
              <a:srgbClr val="E5B12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52" name="Freeform 20">
              <a:extLst>
                <a:ext uri="{FF2B5EF4-FFF2-40B4-BE49-F238E27FC236}">
                  <a16:creationId xmlns:a16="http://schemas.microsoft.com/office/drawing/2014/main" id="{FBCCE0B9-2114-BF4E-A494-C66A572358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4863" y="4387850"/>
              <a:ext cx="25400" cy="55563"/>
            </a:xfrm>
            <a:custGeom>
              <a:avLst/>
              <a:gdLst>
                <a:gd name="T0" fmla="*/ 70 w 71"/>
                <a:gd name="T1" fmla="*/ 0 h 153"/>
                <a:gd name="T2" fmla="*/ 0 w 71"/>
                <a:gd name="T3" fmla="*/ 0 h 153"/>
                <a:gd name="T4" fmla="*/ 0 w 71"/>
                <a:gd name="T5" fmla="*/ 152 h 153"/>
                <a:gd name="T6" fmla="*/ 70 w 71"/>
                <a:gd name="T7" fmla="*/ 152 h 153"/>
                <a:gd name="T8" fmla="*/ 70 w 71"/>
                <a:gd name="T9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153">
                  <a:moveTo>
                    <a:pt x="70" y="0"/>
                  </a:moveTo>
                  <a:lnTo>
                    <a:pt x="0" y="0"/>
                  </a:lnTo>
                  <a:lnTo>
                    <a:pt x="0" y="152"/>
                  </a:lnTo>
                  <a:lnTo>
                    <a:pt x="70" y="152"/>
                  </a:lnTo>
                  <a:lnTo>
                    <a:pt x="70" y="0"/>
                  </a:lnTo>
                </a:path>
              </a:pathLst>
            </a:custGeom>
            <a:solidFill>
              <a:srgbClr val="E5B12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53" name="Freeform 21">
              <a:extLst>
                <a:ext uri="{FF2B5EF4-FFF2-40B4-BE49-F238E27FC236}">
                  <a16:creationId xmlns:a16="http://schemas.microsoft.com/office/drawing/2014/main" id="{244468EE-5C7B-7045-968A-11FFFBD20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4350" y="4308475"/>
              <a:ext cx="330200" cy="79375"/>
            </a:xfrm>
            <a:custGeom>
              <a:avLst/>
              <a:gdLst>
                <a:gd name="T0" fmla="*/ 0 w 917"/>
                <a:gd name="T1" fmla="*/ 220 h 221"/>
                <a:gd name="T2" fmla="*/ 0 w 917"/>
                <a:gd name="T3" fmla="*/ 220 h 221"/>
                <a:gd name="T4" fmla="*/ 453 w 917"/>
                <a:gd name="T5" fmla="*/ 0 h 221"/>
                <a:gd name="T6" fmla="*/ 453 w 917"/>
                <a:gd name="T7" fmla="*/ 0 h 221"/>
                <a:gd name="T8" fmla="*/ 916 w 917"/>
                <a:gd name="T9" fmla="*/ 220 h 221"/>
                <a:gd name="T10" fmla="*/ 769 w 917"/>
                <a:gd name="T11" fmla="*/ 220 h 221"/>
                <a:gd name="T12" fmla="*/ 769 w 917"/>
                <a:gd name="T13" fmla="*/ 220 h 221"/>
                <a:gd name="T14" fmla="*/ 457 w 917"/>
                <a:gd name="T15" fmla="*/ 88 h 221"/>
                <a:gd name="T16" fmla="*/ 457 w 917"/>
                <a:gd name="T17" fmla="*/ 88 h 221"/>
                <a:gd name="T18" fmla="*/ 146 w 917"/>
                <a:gd name="T19" fmla="*/ 220 h 221"/>
                <a:gd name="T20" fmla="*/ 0 w 917"/>
                <a:gd name="T21" fmla="*/ 22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17" h="221">
                  <a:moveTo>
                    <a:pt x="0" y="220"/>
                  </a:moveTo>
                  <a:lnTo>
                    <a:pt x="0" y="220"/>
                  </a:lnTo>
                  <a:cubicBezTo>
                    <a:pt x="0" y="220"/>
                    <a:pt x="42" y="0"/>
                    <a:pt x="453" y="0"/>
                  </a:cubicBezTo>
                  <a:lnTo>
                    <a:pt x="453" y="0"/>
                  </a:lnTo>
                  <a:cubicBezTo>
                    <a:pt x="866" y="0"/>
                    <a:pt x="916" y="220"/>
                    <a:pt x="916" y="220"/>
                  </a:cubicBezTo>
                  <a:lnTo>
                    <a:pt x="769" y="220"/>
                  </a:lnTo>
                  <a:lnTo>
                    <a:pt x="769" y="220"/>
                  </a:lnTo>
                  <a:cubicBezTo>
                    <a:pt x="769" y="220"/>
                    <a:pt x="748" y="88"/>
                    <a:pt x="457" y="88"/>
                  </a:cubicBezTo>
                  <a:lnTo>
                    <a:pt x="457" y="88"/>
                  </a:lnTo>
                  <a:cubicBezTo>
                    <a:pt x="167" y="88"/>
                    <a:pt x="146" y="220"/>
                    <a:pt x="146" y="220"/>
                  </a:cubicBezTo>
                  <a:lnTo>
                    <a:pt x="0" y="220"/>
                  </a:lnTo>
                </a:path>
              </a:pathLst>
            </a:custGeom>
            <a:solidFill>
              <a:srgbClr val="AE6C2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54" name="Freeform 22">
              <a:extLst>
                <a:ext uri="{FF2B5EF4-FFF2-40B4-BE49-F238E27FC236}">
                  <a16:creationId xmlns:a16="http://schemas.microsoft.com/office/drawing/2014/main" id="{DA2B8F59-F403-BD42-AFBA-F5E5044BE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00713" y="4459288"/>
              <a:ext cx="1587" cy="447675"/>
            </a:xfrm>
            <a:custGeom>
              <a:avLst/>
              <a:gdLst>
                <a:gd name="T0" fmla="*/ 0 w 1"/>
                <a:gd name="T1" fmla="*/ 0 h 1244"/>
                <a:gd name="T2" fmla="*/ 0 w 1"/>
                <a:gd name="T3" fmla="*/ 1243 h 1244"/>
                <a:gd name="T4" fmla="*/ 0 w 1"/>
                <a:gd name="T5" fmla="*/ 0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244">
                  <a:moveTo>
                    <a:pt x="0" y="0"/>
                  </a:moveTo>
                  <a:lnTo>
                    <a:pt x="0" y="1243"/>
                  </a:lnTo>
                  <a:lnTo>
                    <a:pt x="0" y="0"/>
                  </a:lnTo>
                </a:path>
              </a:pathLst>
            </a:custGeom>
            <a:solidFill>
              <a:srgbClr val="EC624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55" name="Freeform 23">
              <a:extLst>
                <a:ext uri="{FF2B5EF4-FFF2-40B4-BE49-F238E27FC236}">
                  <a16:creationId xmlns:a16="http://schemas.microsoft.com/office/drawing/2014/main" id="{8866E9C5-B012-744C-81F0-EF1E962ED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94363" y="4459288"/>
              <a:ext cx="12700" cy="447675"/>
            </a:xfrm>
            <a:custGeom>
              <a:avLst/>
              <a:gdLst>
                <a:gd name="T0" fmla="*/ 33 w 34"/>
                <a:gd name="T1" fmla="*/ 1243 h 1244"/>
                <a:gd name="T2" fmla="*/ 0 w 34"/>
                <a:gd name="T3" fmla="*/ 1243 h 1244"/>
                <a:gd name="T4" fmla="*/ 0 w 34"/>
                <a:gd name="T5" fmla="*/ 0 h 1244"/>
                <a:gd name="T6" fmla="*/ 33 w 34"/>
                <a:gd name="T7" fmla="*/ 0 h 1244"/>
                <a:gd name="T8" fmla="*/ 33 w 34"/>
                <a:gd name="T9" fmla="*/ 1243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244">
                  <a:moveTo>
                    <a:pt x="33" y="1243"/>
                  </a:moveTo>
                  <a:lnTo>
                    <a:pt x="0" y="1243"/>
                  </a:lnTo>
                  <a:lnTo>
                    <a:pt x="0" y="0"/>
                  </a:lnTo>
                  <a:lnTo>
                    <a:pt x="33" y="0"/>
                  </a:lnTo>
                  <a:lnTo>
                    <a:pt x="33" y="1243"/>
                  </a:lnTo>
                </a:path>
              </a:pathLst>
            </a:custGeom>
            <a:solidFill>
              <a:srgbClr val="D9986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F18F8FCE-7774-0643-BACA-7C46DD29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5013" y="4459288"/>
              <a:ext cx="1587" cy="447675"/>
            </a:xfrm>
            <a:custGeom>
              <a:avLst/>
              <a:gdLst>
                <a:gd name="T0" fmla="*/ 0 w 1"/>
                <a:gd name="T1" fmla="*/ 0 h 1244"/>
                <a:gd name="T2" fmla="*/ 0 w 1"/>
                <a:gd name="T3" fmla="*/ 1243 h 1244"/>
                <a:gd name="T4" fmla="*/ 0 w 1"/>
                <a:gd name="T5" fmla="*/ 0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" h="1244">
                  <a:moveTo>
                    <a:pt x="0" y="0"/>
                  </a:moveTo>
                  <a:lnTo>
                    <a:pt x="0" y="1243"/>
                  </a:lnTo>
                  <a:lnTo>
                    <a:pt x="0" y="0"/>
                  </a:lnTo>
                </a:path>
              </a:pathLst>
            </a:custGeom>
            <a:solidFill>
              <a:srgbClr val="EC6244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57" name="Freeform 25">
              <a:extLst>
                <a:ext uri="{FF2B5EF4-FFF2-40B4-BE49-F238E27FC236}">
                  <a16:creationId xmlns:a16="http://schemas.microsoft.com/office/drawing/2014/main" id="{E819DC97-D555-E040-B9A2-ECC310D2F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08663" y="4459288"/>
              <a:ext cx="12700" cy="447675"/>
            </a:xfrm>
            <a:custGeom>
              <a:avLst/>
              <a:gdLst>
                <a:gd name="T0" fmla="*/ 33 w 34"/>
                <a:gd name="T1" fmla="*/ 1243 h 1244"/>
                <a:gd name="T2" fmla="*/ 0 w 34"/>
                <a:gd name="T3" fmla="*/ 1243 h 1244"/>
                <a:gd name="T4" fmla="*/ 0 w 34"/>
                <a:gd name="T5" fmla="*/ 0 h 1244"/>
                <a:gd name="T6" fmla="*/ 33 w 34"/>
                <a:gd name="T7" fmla="*/ 0 h 1244"/>
                <a:gd name="T8" fmla="*/ 33 w 34"/>
                <a:gd name="T9" fmla="*/ 1243 h 1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244">
                  <a:moveTo>
                    <a:pt x="33" y="1243"/>
                  </a:moveTo>
                  <a:lnTo>
                    <a:pt x="0" y="1243"/>
                  </a:lnTo>
                  <a:lnTo>
                    <a:pt x="0" y="0"/>
                  </a:lnTo>
                  <a:lnTo>
                    <a:pt x="33" y="0"/>
                  </a:lnTo>
                  <a:lnTo>
                    <a:pt x="33" y="1243"/>
                  </a:lnTo>
                </a:path>
              </a:pathLst>
            </a:custGeom>
            <a:solidFill>
              <a:srgbClr val="D9986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58" name="Freeform 26">
              <a:extLst>
                <a:ext uri="{FF2B5EF4-FFF2-40B4-BE49-F238E27FC236}">
                  <a16:creationId xmlns:a16="http://schemas.microsoft.com/office/drawing/2014/main" id="{59573FB4-0813-3D41-BFAA-D79AE31BC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38" y="1108075"/>
              <a:ext cx="127000" cy="244475"/>
            </a:xfrm>
            <a:custGeom>
              <a:avLst/>
              <a:gdLst>
                <a:gd name="T0" fmla="*/ 24 w 353"/>
                <a:gd name="T1" fmla="*/ 315 h 678"/>
                <a:gd name="T2" fmla="*/ 24 w 353"/>
                <a:gd name="T3" fmla="*/ 315 h 678"/>
                <a:gd name="T4" fmla="*/ 131 w 353"/>
                <a:gd name="T5" fmla="*/ 664 h 678"/>
                <a:gd name="T6" fmla="*/ 131 w 353"/>
                <a:gd name="T7" fmla="*/ 664 h 678"/>
                <a:gd name="T8" fmla="*/ 327 w 353"/>
                <a:gd name="T9" fmla="*/ 362 h 678"/>
                <a:gd name="T10" fmla="*/ 327 w 353"/>
                <a:gd name="T11" fmla="*/ 362 h 678"/>
                <a:gd name="T12" fmla="*/ 221 w 353"/>
                <a:gd name="T13" fmla="*/ 13 h 678"/>
                <a:gd name="T14" fmla="*/ 221 w 353"/>
                <a:gd name="T15" fmla="*/ 13 h 678"/>
                <a:gd name="T16" fmla="*/ 24 w 353"/>
                <a:gd name="T17" fmla="*/ 315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53" h="678">
                  <a:moveTo>
                    <a:pt x="24" y="315"/>
                  </a:moveTo>
                  <a:lnTo>
                    <a:pt x="24" y="315"/>
                  </a:lnTo>
                  <a:cubicBezTo>
                    <a:pt x="0" y="494"/>
                    <a:pt x="47" y="651"/>
                    <a:pt x="131" y="664"/>
                  </a:cubicBezTo>
                  <a:lnTo>
                    <a:pt x="131" y="664"/>
                  </a:lnTo>
                  <a:cubicBezTo>
                    <a:pt x="215" y="677"/>
                    <a:pt x="302" y="542"/>
                    <a:pt x="327" y="362"/>
                  </a:cubicBezTo>
                  <a:lnTo>
                    <a:pt x="327" y="362"/>
                  </a:lnTo>
                  <a:cubicBezTo>
                    <a:pt x="352" y="182"/>
                    <a:pt x="304" y="26"/>
                    <a:pt x="221" y="13"/>
                  </a:cubicBezTo>
                  <a:lnTo>
                    <a:pt x="221" y="13"/>
                  </a:lnTo>
                  <a:cubicBezTo>
                    <a:pt x="137" y="0"/>
                    <a:pt x="50" y="135"/>
                    <a:pt x="24" y="315"/>
                  </a:cubicBezTo>
                </a:path>
              </a:pathLst>
            </a:custGeom>
            <a:solidFill>
              <a:srgbClr val="EFD4B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59" name="Freeform 27">
              <a:extLst>
                <a:ext uri="{FF2B5EF4-FFF2-40B4-BE49-F238E27FC236}">
                  <a16:creationId xmlns:a16="http://schemas.microsoft.com/office/drawing/2014/main" id="{257B5D18-D17E-D940-AA84-E3AF70A166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8988" y="1101725"/>
              <a:ext cx="112712" cy="236538"/>
            </a:xfrm>
            <a:custGeom>
              <a:avLst/>
              <a:gdLst>
                <a:gd name="T0" fmla="*/ 294 w 311"/>
                <a:gd name="T1" fmla="*/ 315 h 659"/>
                <a:gd name="T2" fmla="*/ 294 w 311"/>
                <a:gd name="T3" fmla="*/ 315 h 659"/>
                <a:gd name="T4" fmla="*/ 184 w 311"/>
                <a:gd name="T5" fmla="*/ 651 h 659"/>
                <a:gd name="T6" fmla="*/ 184 w 311"/>
                <a:gd name="T7" fmla="*/ 651 h 659"/>
                <a:gd name="T8" fmla="*/ 16 w 311"/>
                <a:gd name="T9" fmla="*/ 344 h 659"/>
                <a:gd name="T10" fmla="*/ 16 w 311"/>
                <a:gd name="T11" fmla="*/ 344 h 659"/>
                <a:gd name="T12" fmla="*/ 126 w 311"/>
                <a:gd name="T13" fmla="*/ 8 h 659"/>
                <a:gd name="T14" fmla="*/ 126 w 311"/>
                <a:gd name="T15" fmla="*/ 8 h 659"/>
                <a:gd name="T16" fmla="*/ 294 w 311"/>
                <a:gd name="T17" fmla="*/ 315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11" h="659">
                  <a:moveTo>
                    <a:pt x="294" y="315"/>
                  </a:moveTo>
                  <a:lnTo>
                    <a:pt x="294" y="315"/>
                  </a:lnTo>
                  <a:cubicBezTo>
                    <a:pt x="310" y="492"/>
                    <a:pt x="261" y="643"/>
                    <a:pt x="184" y="651"/>
                  </a:cubicBezTo>
                  <a:lnTo>
                    <a:pt x="184" y="651"/>
                  </a:lnTo>
                  <a:cubicBezTo>
                    <a:pt x="108" y="658"/>
                    <a:pt x="32" y="521"/>
                    <a:pt x="16" y="344"/>
                  </a:cubicBezTo>
                  <a:lnTo>
                    <a:pt x="16" y="344"/>
                  </a:lnTo>
                  <a:cubicBezTo>
                    <a:pt x="0" y="166"/>
                    <a:pt x="49" y="16"/>
                    <a:pt x="126" y="8"/>
                  </a:cubicBezTo>
                  <a:lnTo>
                    <a:pt x="126" y="8"/>
                  </a:lnTo>
                  <a:cubicBezTo>
                    <a:pt x="202" y="0"/>
                    <a:pt x="277" y="138"/>
                    <a:pt x="294" y="315"/>
                  </a:cubicBezTo>
                </a:path>
              </a:pathLst>
            </a:custGeom>
            <a:solidFill>
              <a:srgbClr val="DDBB9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60" name="Freeform 28">
              <a:extLst>
                <a:ext uri="{FF2B5EF4-FFF2-40B4-BE49-F238E27FC236}">
                  <a16:creationId xmlns:a16="http://schemas.microsoft.com/office/drawing/2014/main" id="{9E09EEB4-1D8C-024F-A407-CCB5A6E565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013" y="723900"/>
              <a:ext cx="415925" cy="1023938"/>
            </a:xfrm>
            <a:custGeom>
              <a:avLst/>
              <a:gdLst>
                <a:gd name="T0" fmla="*/ 1126 w 1154"/>
                <a:gd name="T1" fmla="*/ 29 h 2843"/>
                <a:gd name="T2" fmla="*/ 1126 w 1154"/>
                <a:gd name="T3" fmla="*/ 29 h 2843"/>
                <a:gd name="T4" fmla="*/ 0 w 1154"/>
                <a:gd name="T5" fmla="*/ 1281 h 2843"/>
                <a:gd name="T6" fmla="*/ 0 w 1154"/>
                <a:gd name="T7" fmla="*/ 1281 h 2843"/>
                <a:gd name="T8" fmla="*/ 1126 w 1154"/>
                <a:gd name="T9" fmla="*/ 2841 h 2843"/>
                <a:gd name="T10" fmla="*/ 1126 w 1154"/>
                <a:gd name="T11" fmla="*/ 2841 h 2843"/>
                <a:gd name="T12" fmla="*/ 1152 w 1154"/>
                <a:gd name="T13" fmla="*/ 2842 h 2843"/>
                <a:gd name="T14" fmla="*/ 1153 w 1154"/>
                <a:gd name="T15" fmla="*/ 2842 h 2843"/>
                <a:gd name="T16" fmla="*/ 1153 w 1154"/>
                <a:gd name="T17" fmla="*/ 29 h 2843"/>
                <a:gd name="T18" fmla="*/ 1153 w 1154"/>
                <a:gd name="T19" fmla="*/ 29 h 2843"/>
                <a:gd name="T20" fmla="*/ 1126 w 1154"/>
                <a:gd name="T21" fmla="*/ 29 h 28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54" h="2843">
                  <a:moveTo>
                    <a:pt x="1126" y="29"/>
                  </a:moveTo>
                  <a:lnTo>
                    <a:pt x="1126" y="29"/>
                  </a:lnTo>
                  <a:cubicBezTo>
                    <a:pt x="113" y="0"/>
                    <a:pt x="0" y="444"/>
                    <a:pt x="0" y="1281"/>
                  </a:cubicBezTo>
                  <a:lnTo>
                    <a:pt x="0" y="1281"/>
                  </a:lnTo>
                  <a:cubicBezTo>
                    <a:pt x="0" y="2131"/>
                    <a:pt x="502" y="2822"/>
                    <a:pt x="1126" y="2841"/>
                  </a:cubicBezTo>
                  <a:lnTo>
                    <a:pt x="1126" y="2841"/>
                  </a:lnTo>
                  <a:cubicBezTo>
                    <a:pt x="1135" y="2841"/>
                    <a:pt x="1144" y="2842"/>
                    <a:pt x="1152" y="2842"/>
                  </a:cubicBezTo>
                  <a:lnTo>
                    <a:pt x="1153" y="2842"/>
                  </a:lnTo>
                  <a:lnTo>
                    <a:pt x="1153" y="29"/>
                  </a:lnTo>
                  <a:lnTo>
                    <a:pt x="1153" y="29"/>
                  </a:lnTo>
                  <a:cubicBezTo>
                    <a:pt x="1144" y="29"/>
                    <a:pt x="1135" y="29"/>
                    <a:pt x="1126" y="29"/>
                  </a:cubicBezTo>
                </a:path>
              </a:pathLst>
            </a:custGeom>
            <a:solidFill>
              <a:srgbClr val="DDBB9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61" name="Freeform 29">
              <a:extLst>
                <a:ext uri="{FF2B5EF4-FFF2-40B4-BE49-F238E27FC236}">
                  <a16:creationId xmlns:a16="http://schemas.microsoft.com/office/drawing/2014/main" id="{E4920980-8DF6-8341-84CB-09BF3CD7B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6350" y="733425"/>
              <a:ext cx="414338" cy="1012825"/>
            </a:xfrm>
            <a:custGeom>
              <a:avLst/>
              <a:gdLst>
                <a:gd name="T0" fmla="*/ 1151 w 1152"/>
                <a:gd name="T1" fmla="*/ 1253 h 2815"/>
                <a:gd name="T2" fmla="*/ 1151 w 1152"/>
                <a:gd name="T3" fmla="*/ 1253 h 2815"/>
                <a:gd name="T4" fmla="*/ 25 w 1152"/>
                <a:gd name="T5" fmla="*/ 0 h 2815"/>
                <a:gd name="T6" fmla="*/ 25 w 1152"/>
                <a:gd name="T7" fmla="*/ 0 h 2815"/>
                <a:gd name="T8" fmla="*/ 0 w 1152"/>
                <a:gd name="T9" fmla="*/ 1 h 2815"/>
                <a:gd name="T10" fmla="*/ 0 w 1152"/>
                <a:gd name="T11" fmla="*/ 2814 h 2815"/>
                <a:gd name="T12" fmla="*/ 0 w 1152"/>
                <a:gd name="T13" fmla="*/ 2814 h 2815"/>
                <a:gd name="T14" fmla="*/ 1151 w 1152"/>
                <a:gd name="T15" fmla="*/ 1253 h 2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52" h="2815">
                  <a:moveTo>
                    <a:pt x="1151" y="1253"/>
                  </a:moveTo>
                  <a:lnTo>
                    <a:pt x="1151" y="1253"/>
                  </a:lnTo>
                  <a:cubicBezTo>
                    <a:pt x="1151" y="392"/>
                    <a:pt x="661" y="0"/>
                    <a:pt x="25" y="0"/>
                  </a:cubicBezTo>
                  <a:lnTo>
                    <a:pt x="25" y="0"/>
                  </a:lnTo>
                  <a:cubicBezTo>
                    <a:pt x="16" y="0"/>
                    <a:pt x="8" y="0"/>
                    <a:pt x="0" y="1"/>
                  </a:cubicBezTo>
                  <a:lnTo>
                    <a:pt x="0" y="2814"/>
                  </a:lnTo>
                  <a:lnTo>
                    <a:pt x="0" y="2814"/>
                  </a:lnTo>
                  <a:cubicBezTo>
                    <a:pt x="635" y="2814"/>
                    <a:pt x="1151" y="2115"/>
                    <a:pt x="1151" y="1253"/>
                  </a:cubicBezTo>
                </a:path>
              </a:pathLst>
            </a:custGeom>
            <a:solidFill>
              <a:srgbClr val="EFD4B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62" name="Freeform 30">
              <a:extLst>
                <a:ext uri="{FF2B5EF4-FFF2-40B4-BE49-F238E27FC236}">
                  <a16:creationId xmlns:a16="http://schemas.microsoft.com/office/drawing/2014/main" id="{C95A11B3-A767-5746-B79B-BDC4095C9F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7563" y="509588"/>
              <a:ext cx="889000" cy="741362"/>
            </a:xfrm>
            <a:custGeom>
              <a:avLst/>
              <a:gdLst>
                <a:gd name="T0" fmla="*/ 116 w 2468"/>
                <a:gd name="T1" fmla="*/ 1975 h 2061"/>
                <a:gd name="T2" fmla="*/ 116 w 2468"/>
                <a:gd name="T3" fmla="*/ 1975 h 2061"/>
                <a:gd name="T4" fmla="*/ 88 w 2468"/>
                <a:gd name="T5" fmla="*/ 984 h 2061"/>
                <a:gd name="T6" fmla="*/ 88 w 2468"/>
                <a:gd name="T7" fmla="*/ 984 h 2061"/>
                <a:gd name="T8" fmla="*/ 223 w 2468"/>
                <a:gd name="T9" fmla="*/ 918 h 2061"/>
                <a:gd name="T10" fmla="*/ 223 w 2468"/>
                <a:gd name="T11" fmla="*/ 918 h 2061"/>
                <a:gd name="T12" fmla="*/ 150 w 2468"/>
                <a:gd name="T13" fmla="*/ 658 h 2061"/>
                <a:gd name="T14" fmla="*/ 150 w 2468"/>
                <a:gd name="T15" fmla="*/ 658 h 2061"/>
                <a:gd name="T16" fmla="*/ 1461 w 2468"/>
                <a:gd name="T17" fmla="*/ 128 h 2061"/>
                <a:gd name="T18" fmla="*/ 1461 w 2468"/>
                <a:gd name="T19" fmla="*/ 128 h 2061"/>
                <a:gd name="T20" fmla="*/ 2467 w 2468"/>
                <a:gd name="T21" fmla="*/ 1193 h 2061"/>
                <a:gd name="T22" fmla="*/ 2467 w 2468"/>
                <a:gd name="T23" fmla="*/ 1193 h 2061"/>
                <a:gd name="T24" fmla="*/ 2412 w 2468"/>
                <a:gd name="T25" fmla="*/ 2060 h 2061"/>
                <a:gd name="T26" fmla="*/ 2361 w 2468"/>
                <a:gd name="T27" fmla="*/ 2053 h 2061"/>
                <a:gd name="T28" fmla="*/ 2258 w 2468"/>
                <a:gd name="T29" fmla="*/ 1162 h 2061"/>
                <a:gd name="T30" fmla="*/ 2258 w 2468"/>
                <a:gd name="T31" fmla="*/ 1162 h 2061"/>
                <a:gd name="T32" fmla="*/ 1786 w 2468"/>
                <a:gd name="T33" fmla="*/ 1255 h 2061"/>
                <a:gd name="T34" fmla="*/ 1786 w 2468"/>
                <a:gd name="T35" fmla="*/ 1255 h 2061"/>
                <a:gd name="T36" fmla="*/ 344 w 2468"/>
                <a:gd name="T37" fmla="*/ 933 h 2061"/>
                <a:gd name="T38" fmla="*/ 344 w 2468"/>
                <a:gd name="T39" fmla="*/ 933 h 2061"/>
                <a:gd name="T40" fmla="*/ 238 w 2468"/>
                <a:gd name="T41" fmla="*/ 1130 h 2061"/>
                <a:gd name="T42" fmla="*/ 238 w 2468"/>
                <a:gd name="T43" fmla="*/ 1130 h 2061"/>
                <a:gd name="T44" fmla="*/ 172 w 2468"/>
                <a:gd name="T45" fmla="*/ 2033 h 2061"/>
                <a:gd name="T46" fmla="*/ 116 w 2468"/>
                <a:gd name="T47" fmla="*/ 1975 h 20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68" h="2061">
                  <a:moveTo>
                    <a:pt x="116" y="1975"/>
                  </a:moveTo>
                  <a:lnTo>
                    <a:pt x="116" y="1975"/>
                  </a:lnTo>
                  <a:cubicBezTo>
                    <a:pt x="116" y="1975"/>
                    <a:pt x="0" y="1081"/>
                    <a:pt x="88" y="984"/>
                  </a:cubicBezTo>
                  <a:lnTo>
                    <a:pt x="88" y="984"/>
                  </a:lnTo>
                  <a:cubicBezTo>
                    <a:pt x="176" y="887"/>
                    <a:pt x="223" y="918"/>
                    <a:pt x="223" y="918"/>
                  </a:cubicBezTo>
                  <a:lnTo>
                    <a:pt x="223" y="918"/>
                  </a:lnTo>
                  <a:cubicBezTo>
                    <a:pt x="223" y="918"/>
                    <a:pt x="113" y="739"/>
                    <a:pt x="150" y="658"/>
                  </a:cubicBezTo>
                  <a:lnTo>
                    <a:pt x="150" y="658"/>
                  </a:lnTo>
                  <a:cubicBezTo>
                    <a:pt x="186" y="577"/>
                    <a:pt x="505" y="0"/>
                    <a:pt x="1461" y="128"/>
                  </a:cubicBezTo>
                  <a:lnTo>
                    <a:pt x="1461" y="128"/>
                  </a:lnTo>
                  <a:cubicBezTo>
                    <a:pt x="2415" y="255"/>
                    <a:pt x="2467" y="1193"/>
                    <a:pt x="2467" y="1193"/>
                  </a:cubicBezTo>
                  <a:lnTo>
                    <a:pt x="2467" y="1193"/>
                  </a:lnTo>
                  <a:cubicBezTo>
                    <a:pt x="2467" y="1193"/>
                    <a:pt x="2441" y="1925"/>
                    <a:pt x="2412" y="2060"/>
                  </a:cubicBezTo>
                  <a:lnTo>
                    <a:pt x="2361" y="2053"/>
                  </a:lnTo>
                  <a:lnTo>
                    <a:pt x="2258" y="1162"/>
                  </a:lnTo>
                  <a:lnTo>
                    <a:pt x="2258" y="1162"/>
                  </a:lnTo>
                  <a:cubicBezTo>
                    <a:pt x="2258" y="1162"/>
                    <a:pt x="2141" y="1382"/>
                    <a:pt x="1786" y="1255"/>
                  </a:cubicBezTo>
                  <a:lnTo>
                    <a:pt x="1786" y="1255"/>
                  </a:lnTo>
                  <a:cubicBezTo>
                    <a:pt x="1431" y="1127"/>
                    <a:pt x="999" y="523"/>
                    <a:pt x="344" y="933"/>
                  </a:cubicBezTo>
                  <a:lnTo>
                    <a:pt x="344" y="933"/>
                  </a:lnTo>
                  <a:cubicBezTo>
                    <a:pt x="344" y="933"/>
                    <a:pt x="242" y="1069"/>
                    <a:pt x="238" y="1130"/>
                  </a:cubicBezTo>
                  <a:lnTo>
                    <a:pt x="238" y="1130"/>
                  </a:lnTo>
                  <a:cubicBezTo>
                    <a:pt x="234" y="1193"/>
                    <a:pt x="128" y="1859"/>
                    <a:pt x="172" y="2033"/>
                  </a:cubicBezTo>
                  <a:lnTo>
                    <a:pt x="116" y="1975"/>
                  </a:lnTo>
                </a:path>
              </a:pathLst>
            </a:custGeom>
            <a:solidFill>
              <a:srgbClr val="4029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63" name="Freeform 31">
              <a:extLst>
                <a:ext uri="{FF2B5EF4-FFF2-40B4-BE49-F238E27FC236}">
                  <a16:creationId xmlns:a16="http://schemas.microsoft.com/office/drawing/2014/main" id="{8C2F65FF-C9CB-E94D-8B8C-EDB4EEB04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5513" y="1012825"/>
              <a:ext cx="274637" cy="66675"/>
            </a:xfrm>
            <a:custGeom>
              <a:avLst/>
              <a:gdLst>
                <a:gd name="T0" fmla="*/ 53 w 763"/>
                <a:gd name="T1" fmla="*/ 183 h 184"/>
                <a:gd name="T2" fmla="*/ 53 w 763"/>
                <a:gd name="T3" fmla="*/ 183 h 184"/>
                <a:gd name="T4" fmla="*/ 12 w 763"/>
                <a:gd name="T5" fmla="*/ 156 h 184"/>
                <a:gd name="T6" fmla="*/ 12 w 763"/>
                <a:gd name="T7" fmla="*/ 156 h 184"/>
                <a:gd name="T8" fmla="*/ 33 w 763"/>
                <a:gd name="T9" fmla="*/ 91 h 184"/>
                <a:gd name="T10" fmla="*/ 33 w 763"/>
                <a:gd name="T11" fmla="*/ 91 h 184"/>
                <a:gd name="T12" fmla="*/ 231 w 763"/>
                <a:gd name="T13" fmla="*/ 30 h 184"/>
                <a:gd name="T14" fmla="*/ 231 w 763"/>
                <a:gd name="T15" fmla="*/ 30 h 184"/>
                <a:gd name="T16" fmla="*/ 724 w 763"/>
                <a:gd name="T17" fmla="*/ 64 h 184"/>
                <a:gd name="T18" fmla="*/ 724 w 763"/>
                <a:gd name="T19" fmla="*/ 64 h 184"/>
                <a:gd name="T20" fmla="*/ 755 w 763"/>
                <a:gd name="T21" fmla="*/ 123 h 184"/>
                <a:gd name="T22" fmla="*/ 755 w 763"/>
                <a:gd name="T23" fmla="*/ 123 h 184"/>
                <a:gd name="T24" fmla="*/ 697 w 763"/>
                <a:gd name="T25" fmla="*/ 156 h 184"/>
                <a:gd name="T26" fmla="*/ 697 w 763"/>
                <a:gd name="T27" fmla="*/ 156 h 184"/>
                <a:gd name="T28" fmla="*/ 73 w 763"/>
                <a:gd name="T29" fmla="*/ 179 h 184"/>
                <a:gd name="T30" fmla="*/ 73 w 763"/>
                <a:gd name="T31" fmla="*/ 179 h 184"/>
                <a:gd name="T32" fmla="*/ 53 w 763"/>
                <a:gd name="T33" fmla="*/ 183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763" h="184">
                  <a:moveTo>
                    <a:pt x="53" y="183"/>
                  </a:moveTo>
                  <a:lnTo>
                    <a:pt x="53" y="183"/>
                  </a:lnTo>
                  <a:cubicBezTo>
                    <a:pt x="36" y="183"/>
                    <a:pt x="20" y="173"/>
                    <a:pt x="12" y="156"/>
                  </a:cubicBezTo>
                  <a:lnTo>
                    <a:pt x="12" y="156"/>
                  </a:lnTo>
                  <a:cubicBezTo>
                    <a:pt x="0" y="132"/>
                    <a:pt x="10" y="103"/>
                    <a:pt x="33" y="91"/>
                  </a:cubicBezTo>
                  <a:lnTo>
                    <a:pt x="33" y="91"/>
                  </a:lnTo>
                  <a:cubicBezTo>
                    <a:pt x="36" y="90"/>
                    <a:pt x="109" y="52"/>
                    <a:pt x="231" y="30"/>
                  </a:cubicBezTo>
                  <a:lnTo>
                    <a:pt x="231" y="30"/>
                  </a:lnTo>
                  <a:cubicBezTo>
                    <a:pt x="342" y="10"/>
                    <a:pt x="518" y="0"/>
                    <a:pt x="724" y="64"/>
                  </a:cubicBezTo>
                  <a:lnTo>
                    <a:pt x="724" y="64"/>
                  </a:lnTo>
                  <a:cubicBezTo>
                    <a:pt x="747" y="71"/>
                    <a:pt x="762" y="98"/>
                    <a:pt x="755" y="123"/>
                  </a:cubicBezTo>
                  <a:lnTo>
                    <a:pt x="755" y="123"/>
                  </a:lnTo>
                  <a:cubicBezTo>
                    <a:pt x="747" y="150"/>
                    <a:pt x="722" y="164"/>
                    <a:pt x="697" y="156"/>
                  </a:cubicBezTo>
                  <a:lnTo>
                    <a:pt x="697" y="156"/>
                  </a:lnTo>
                  <a:cubicBezTo>
                    <a:pt x="337" y="45"/>
                    <a:pt x="76" y="177"/>
                    <a:pt x="73" y="179"/>
                  </a:cubicBezTo>
                  <a:lnTo>
                    <a:pt x="73" y="179"/>
                  </a:lnTo>
                  <a:cubicBezTo>
                    <a:pt x="67" y="182"/>
                    <a:pt x="60" y="183"/>
                    <a:pt x="53" y="183"/>
                  </a:cubicBezTo>
                </a:path>
              </a:pathLst>
            </a:custGeom>
            <a:solidFill>
              <a:srgbClr val="4029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64" name="Freeform 32">
              <a:extLst>
                <a:ext uri="{FF2B5EF4-FFF2-40B4-BE49-F238E27FC236}">
                  <a16:creationId xmlns:a16="http://schemas.microsoft.com/office/drawing/2014/main" id="{55255926-9C95-2B41-BABA-D5280ECC4D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9213" y="1012825"/>
              <a:ext cx="274637" cy="66675"/>
            </a:xfrm>
            <a:custGeom>
              <a:avLst/>
              <a:gdLst>
                <a:gd name="T0" fmla="*/ 708 w 761"/>
                <a:gd name="T1" fmla="*/ 183 h 184"/>
                <a:gd name="T2" fmla="*/ 708 w 761"/>
                <a:gd name="T3" fmla="*/ 183 h 184"/>
                <a:gd name="T4" fmla="*/ 687 w 761"/>
                <a:gd name="T5" fmla="*/ 179 h 184"/>
                <a:gd name="T6" fmla="*/ 687 w 761"/>
                <a:gd name="T7" fmla="*/ 179 h 184"/>
                <a:gd name="T8" fmla="*/ 510 w 761"/>
                <a:gd name="T9" fmla="*/ 125 h 184"/>
                <a:gd name="T10" fmla="*/ 510 w 761"/>
                <a:gd name="T11" fmla="*/ 125 h 184"/>
                <a:gd name="T12" fmla="*/ 64 w 761"/>
                <a:gd name="T13" fmla="*/ 156 h 184"/>
                <a:gd name="T14" fmla="*/ 64 w 761"/>
                <a:gd name="T15" fmla="*/ 156 h 184"/>
                <a:gd name="T16" fmla="*/ 7 w 761"/>
                <a:gd name="T17" fmla="*/ 123 h 184"/>
                <a:gd name="T18" fmla="*/ 7 w 761"/>
                <a:gd name="T19" fmla="*/ 123 h 184"/>
                <a:gd name="T20" fmla="*/ 38 w 761"/>
                <a:gd name="T21" fmla="*/ 64 h 184"/>
                <a:gd name="T22" fmla="*/ 38 w 761"/>
                <a:gd name="T23" fmla="*/ 64 h 184"/>
                <a:gd name="T24" fmla="*/ 530 w 761"/>
                <a:gd name="T25" fmla="*/ 30 h 184"/>
                <a:gd name="T26" fmla="*/ 530 w 761"/>
                <a:gd name="T27" fmla="*/ 30 h 184"/>
                <a:gd name="T28" fmla="*/ 728 w 761"/>
                <a:gd name="T29" fmla="*/ 91 h 184"/>
                <a:gd name="T30" fmla="*/ 728 w 761"/>
                <a:gd name="T31" fmla="*/ 91 h 184"/>
                <a:gd name="T32" fmla="*/ 749 w 761"/>
                <a:gd name="T33" fmla="*/ 156 h 184"/>
                <a:gd name="T34" fmla="*/ 749 w 761"/>
                <a:gd name="T35" fmla="*/ 156 h 184"/>
                <a:gd name="T36" fmla="*/ 708 w 761"/>
                <a:gd name="T37" fmla="*/ 183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61" h="184">
                  <a:moveTo>
                    <a:pt x="708" y="183"/>
                  </a:moveTo>
                  <a:lnTo>
                    <a:pt x="708" y="183"/>
                  </a:lnTo>
                  <a:cubicBezTo>
                    <a:pt x="701" y="183"/>
                    <a:pt x="694" y="182"/>
                    <a:pt x="687" y="179"/>
                  </a:cubicBezTo>
                  <a:lnTo>
                    <a:pt x="687" y="179"/>
                  </a:lnTo>
                  <a:cubicBezTo>
                    <a:pt x="686" y="178"/>
                    <a:pt x="620" y="145"/>
                    <a:pt x="510" y="125"/>
                  </a:cubicBezTo>
                  <a:lnTo>
                    <a:pt x="510" y="125"/>
                  </a:lnTo>
                  <a:cubicBezTo>
                    <a:pt x="409" y="108"/>
                    <a:pt x="251" y="99"/>
                    <a:pt x="64" y="156"/>
                  </a:cubicBezTo>
                  <a:lnTo>
                    <a:pt x="64" y="156"/>
                  </a:lnTo>
                  <a:cubicBezTo>
                    <a:pt x="40" y="164"/>
                    <a:pt x="14" y="150"/>
                    <a:pt x="7" y="123"/>
                  </a:cubicBezTo>
                  <a:lnTo>
                    <a:pt x="7" y="123"/>
                  </a:lnTo>
                  <a:cubicBezTo>
                    <a:pt x="0" y="98"/>
                    <a:pt x="14" y="71"/>
                    <a:pt x="38" y="64"/>
                  </a:cubicBezTo>
                  <a:lnTo>
                    <a:pt x="38" y="64"/>
                  </a:lnTo>
                  <a:cubicBezTo>
                    <a:pt x="244" y="0"/>
                    <a:pt x="418" y="10"/>
                    <a:pt x="530" y="30"/>
                  </a:cubicBezTo>
                  <a:lnTo>
                    <a:pt x="530" y="30"/>
                  </a:lnTo>
                  <a:cubicBezTo>
                    <a:pt x="651" y="52"/>
                    <a:pt x="725" y="90"/>
                    <a:pt x="728" y="91"/>
                  </a:cubicBezTo>
                  <a:lnTo>
                    <a:pt x="728" y="91"/>
                  </a:lnTo>
                  <a:cubicBezTo>
                    <a:pt x="751" y="103"/>
                    <a:pt x="760" y="132"/>
                    <a:pt x="749" y="156"/>
                  </a:cubicBezTo>
                  <a:lnTo>
                    <a:pt x="749" y="156"/>
                  </a:lnTo>
                  <a:cubicBezTo>
                    <a:pt x="741" y="173"/>
                    <a:pt x="724" y="183"/>
                    <a:pt x="708" y="183"/>
                  </a:cubicBezTo>
                </a:path>
              </a:pathLst>
            </a:custGeom>
            <a:solidFill>
              <a:srgbClr val="4029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65" name="Freeform 33">
              <a:extLst>
                <a:ext uri="{FF2B5EF4-FFF2-40B4-BE49-F238E27FC236}">
                  <a16:creationId xmlns:a16="http://schemas.microsoft.com/office/drawing/2014/main" id="{9BF91D6E-2856-1B46-BEA1-AEAC7D3CE2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900" y="1220788"/>
              <a:ext cx="841375" cy="550862"/>
            </a:xfrm>
            <a:custGeom>
              <a:avLst/>
              <a:gdLst>
                <a:gd name="T0" fmla="*/ 2287 w 2336"/>
                <a:gd name="T1" fmla="*/ 24 h 1528"/>
                <a:gd name="T2" fmla="*/ 2287 w 2336"/>
                <a:gd name="T3" fmla="*/ 24 h 1528"/>
                <a:gd name="T4" fmla="*/ 1708 w 2336"/>
                <a:gd name="T5" fmla="*/ 757 h 1528"/>
                <a:gd name="T6" fmla="*/ 1708 w 2336"/>
                <a:gd name="T7" fmla="*/ 757 h 1528"/>
                <a:gd name="T8" fmla="*/ 1489 w 2336"/>
                <a:gd name="T9" fmla="*/ 577 h 1528"/>
                <a:gd name="T10" fmla="*/ 1489 w 2336"/>
                <a:gd name="T11" fmla="*/ 577 h 1528"/>
                <a:gd name="T12" fmla="*/ 1273 w 2336"/>
                <a:gd name="T13" fmla="*/ 539 h 1528"/>
                <a:gd name="T14" fmla="*/ 1273 w 2336"/>
                <a:gd name="T15" fmla="*/ 539 h 1528"/>
                <a:gd name="T16" fmla="*/ 1216 w 2336"/>
                <a:gd name="T17" fmla="*/ 537 h 1528"/>
                <a:gd name="T18" fmla="*/ 1146 w 2336"/>
                <a:gd name="T19" fmla="*/ 537 h 1528"/>
                <a:gd name="T20" fmla="*/ 1146 w 2336"/>
                <a:gd name="T21" fmla="*/ 537 h 1528"/>
                <a:gd name="T22" fmla="*/ 1089 w 2336"/>
                <a:gd name="T23" fmla="*/ 539 h 1528"/>
                <a:gd name="T24" fmla="*/ 1089 w 2336"/>
                <a:gd name="T25" fmla="*/ 539 h 1528"/>
                <a:gd name="T26" fmla="*/ 878 w 2336"/>
                <a:gd name="T27" fmla="*/ 576 h 1528"/>
                <a:gd name="T28" fmla="*/ 878 w 2336"/>
                <a:gd name="T29" fmla="*/ 576 h 1528"/>
                <a:gd name="T30" fmla="*/ 654 w 2336"/>
                <a:gd name="T31" fmla="*/ 756 h 1528"/>
                <a:gd name="T32" fmla="*/ 654 w 2336"/>
                <a:gd name="T33" fmla="*/ 756 h 1528"/>
                <a:gd name="T34" fmla="*/ 74 w 2336"/>
                <a:gd name="T35" fmla="*/ 24 h 1528"/>
                <a:gd name="T36" fmla="*/ 26 w 2336"/>
                <a:gd name="T37" fmla="*/ 0 h 1528"/>
                <a:gd name="T38" fmla="*/ 26 w 2336"/>
                <a:gd name="T39" fmla="*/ 0 h 1528"/>
                <a:gd name="T40" fmla="*/ 1062 w 2336"/>
                <a:gd name="T41" fmla="*/ 1412 h 1528"/>
                <a:gd name="T42" fmla="*/ 1157 w 2336"/>
                <a:gd name="T43" fmla="*/ 1462 h 1528"/>
                <a:gd name="T44" fmla="*/ 1157 w 2336"/>
                <a:gd name="T45" fmla="*/ 1462 h 1528"/>
                <a:gd name="T46" fmla="*/ 1157 w 2336"/>
                <a:gd name="T47" fmla="*/ 1462 h 1528"/>
                <a:gd name="T48" fmla="*/ 1157 w 2336"/>
                <a:gd name="T49" fmla="*/ 1462 h 1528"/>
                <a:gd name="T50" fmla="*/ 1154 w 2336"/>
                <a:gd name="T51" fmla="*/ 1525 h 1528"/>
                <a:gd name="T52" fmla="*/ 1154 w 2336"/>
                <a:gd name="T53" fmla="*/ 1525 h 1528"/>
                <a:gd name="T54" fmla="*/ 1184 w 2336"/>
                <a:gd name="T55" fmla="*/ 1463 h 1528"/>
                <a:gd name="T56" fmla="*/ 1184 w 2336"/>
                <a:gd name="T57" fmla="*/ 1463 h 1528"/>
                <a:gd name="T58" fmla="*/ 2335 w 2336"/>
                <a:gd name="T59" fmla="*/ 0 h 1528"/>
                <a:gd name="T60" fmla="*/ 2287 w 2336"/>
                <a:gd name="T61" fmla="*/ 24 h 1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36" h="1528">
                  <a:moveTo>
                    <a:pt x="2287" y="24"/>
                  </a:moveTo>
                  <a:lnTo>
                    <a:pt x="2287" y="24"/>
                  </a:lnTo>
                  <a:cubicBezTo>
                    <a:pt x="2129" y="580"/>
                    <a:pt x="1840" y="721"/>
                    <a:pt x="1708" y="757"/>
                  </a:cubicBezTo>
                  <a:lnTo>
                    <a:pt x="1708" y="757"/>
                  </a:lnTo>
                  <a:cubicBezTo>
                    <a:pt x="1698" y="726"/>
                    <a:pt x="1658" y="620"/>
                    <a:pt x="1489" y="577"/>
                  </a:cubicBezTo>
                  <a:lnTo>
                    <a:pt x="1489" y="577"/>
                  </a:lnTo>
                  <a:cubicBezTo>
                    <a:pt x="1418" y="556"/>
                    <a:pt x="1336" y="539"/>
                    <a:pt x="1273" y="539"/>
                  </a:cubicBezTo>
                  <a:lnTo>
                    <a:pt x="1273" y="539"/>
                  </a:lnTo>
                  <a:cubicBezTo>
                    <a:pt x="1255" y="539"/>
                    <a:pt x="1236" y="537"/>
                    <a:pt x="1216" y="537"/>
                  </a:cubicBezTo>
                  <a:lnTo>
                    <a:pt x="1146" y="537"/>
                  </a:lnTo>
                  <a:lnTo>
                    <a:pt x="1146" y="537"/>
                  </a:lnTo>
                  <a:cubicBezTo>
                    <a:pt x="1126" y="537"/>
                    <a:pt x="1108" y="539"/>
                    <a:pt x="1089" y="539"/>
                  </a:cubicBezTo>
                  <a:lnTo>
                    <a:pt x="1089" y="539"/>
                  </a:lnTo>
                  <a:cubicBezTo>
                    <a:pt x="1028" y="539"/>
                    <a:pt x="948" y="556"/>
                    <a:pt x="878" y="576"/>
                  </a:cubicBezTo>
                  <a:lnTo>
                    <a:pt x="878" y="576"/>
                  </a:lnTo>
                  <a:cubicBezTo>
                    <a:pt x="705" y="618"/>
                    <a:pt x="663" y="725"/>
                    <a:pt x="654" y="756"/>
                  </a:cubicBezTo>
                  <a:lnTo>
                    <a:pt x="654" y="756"/>
                  </a:lnTo>
                  <a:cubicBezTo>
                    <a:pt x="521" y="720"/>
                    <a:pt x="233" y="579"/>
                    <a:pt x="74" y="24"/>
                  </a:cubicBezTo>
                  <a:lnTo>
                    <a:pt x="26" y="0"/>
                  </a:lnTo>
                  <a:lnTo>
                    <a:pt x="26" y="0"/>
                  </a:lnTo>
                  <a:cubicBezTo>
                    <a:pt x="26" y="0"/>
                    <a:pt x="0" y="1399"/>
                    <a:pt x="1062" y="1412"/>
                  </a:cubicBezTo>
                  <a:lnTo>
                    <a:pt x="1157" y="1462"/>
                  </a:lnTo>
                  <a:lnTo>
                    <a:pt x="1157" y="1462"/>
                  </a:lnTo>
                  <a:cubicBezTo>
                    <a:pt x="1157" y="1462"/>
                    <a:pt x="1155" y="1462"/>
                    <a:pt x="1157" y="1462"/>
                  </a:cubicBezTo>
                  <a:lnTo>
                    <a:pt x="1157" y="1462"/>
                  </a:lnTo>
                  <a:cubicBezTo>
                    <a:pt x="1157" y="1462"/>
                    <a:pt x="1128" y="1326"/>
                    <a:pt x="1154" y="1525"/>
                  </a:cubicBezTo>
                  <a:lnTo>
                    <a:pt x="1154" y="1525"/>
                  </a:lnTo>
                  <a:cubicBezTo>
                    <a:pt x="1154" y="1527"/>
                    <a:pt x="1184" y="1463"/>
                    <a:pt x="1184" y="1463"/>
                  </a:cubicBezTo>
                  <a:lnTo>
                    <a:pt x="1184" y="1463"/>
                  </a:lnTo>
                  <a:cubicBezTo>
                    <a:pt x="2244" y="1450"/>
                    <a:pt x="2335" y="0"/>
                    <a:pt x="2335" y="0"/>
                  </a:cubicBezTo>
                  <a:lnTo>
                    <a:pt x="2287" y="24"/>
                  </a:lnTo>
                </a:path>
              </a:pathLst>
            </a:custGeom>
            <a:solidFill>
              <a:srgbClr val="4029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66" name="Freeform 34">
              <a:extLst>
                <a:ext uri="{FF2B5EF4-FFF2-40B4-BE49-F238E27FC236}">
                  <a16:creationId xmlns:a16="http://schemas.microsoft.com/office/drawing/2014/main" id="{1B78670D-A323-6A4D-8774-0F1796CD6C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6338" y="1336675"/>
              <a:ext cx="90487" cy="66675"/>
            </a:xfrm>
            <a:custGeom>
              <a:avLst/>
              <a:gdLst>
                <a:gd name="T0" fmla="*/ 251 w 252"/>
                <a:gd name="T1" fmla="*/ 92 h 184"/>
                <a:gd name="T2" fmla="*/ 251 w 252"/>
                <a:gd name="T3" fmla="*/ 92 h 184"/>
                <a:gd name="T4" fmla="*/ 125 w 252"/>
                <a:gd name="T5" fmla="*/ 183 h 184"/>
                <a:gd name="T6" fmla="*/ 125 w 252"/>
                <a:gd name="T7" fmla="*/ 183 h 184"/>
                <a:gd name="T8" fmla="*/ 0 w 252"/>
                <a:gd name="T9" fmla="*/ 92 h 184"/>
                <a:gd name="T10" fmla="*/ 0 w 252"/>
                <a:gd name="T11" fmla="*/ 92 h 184"/>
                <a:gd name="T12" fmla="*/ 125 w 252"/>
                <a:gd name="T13" fmla="*/ 0 h 184"/>
                <a:gd name="T14" fmla="*/ 125 w 252"/>
                <a:gd name="T15" fmla="*/ 0 h 184"/>
                <a:gd name="T16" fmla="*/ 251 w 252"/>
                <a:gd name="T17" fmla="*/ 92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2" h="184">
                  <a:moveTo>
                    <a:pt x="251" y="92"/>
                  </a:moveTo>
                  <a:lnTo>
                    <a:pt x="251" y="92"/>
                  </a:lnTo>
                  <a:cubicBezTo>
                    <a:pt x="251" y="142"/>
                    <a:pt x="195" y="183"/>
                    <a:pt x="125" y="183"/>
                  </a:cubicBezTo>
                  <a:lnTo>
                    <a:pt x="125" y="183"/>
                  </a:lnTo>
                  <a:cubicBezTo>
                    <a:pt x="56" y="183"/>
                    <a:pt x="0" y="142"/>
                    <a:pt x="0" y="92"/>
                  </a:cubicBezTo>
                  <a:lnTo>
                    <a:pt x="0" y="92"/>
                  </a:lnTo>
                  <a:cubicBezTo>
                    <a:pt x="0" y="41"/>
                    <a:pt x="56" y="0"/>
                    <a:pt x="125" y="0"/>
                  </a:cubicBezTo>
                  <a:lnTo>
                    <a:pt x="125" y="0"/>
                  </a:lnTo>
                  <a:cubicBezTo>
                    <a:pt x="195" y="0"/>
                    <a:pt x="251" y="41"/>
                    <a:pt x="251" y="92"/>
                  </a:cubicBezTo>
                </a:path>
              </a:pathLst>
            </a:custGeom>
            <a:solidFill>
              <a:srgbClr val="DDBB9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67" name="Freeform 35">
              <a:extLst>
                <a:ext uri="{FF2B5EF4-FFF2-40B4-BE49-F238E27FC236}">
                  <a16:creationId xmlns:a16="http://schemas.microsoft.com/office/drawing/2014/main" id="{E6C91CB1-0096-2F48-91BE-0C9F2317EC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02225" y="1336675"/>
              <a:ext cx="90488" cy="66675"/>
            </a:xfrm>
            <a:custGeom>
              <a:avLst/>
              <a:gdLst>
                <a:gd name="T0" fmla="*/ 251 w 252"/>
                <a:gd name="T1" fmla="*/ 92 h 184"/>
                <a:gd name="T2" fmla="*/ 251 w 252"/>
                <a:gd name="T3" fmla="*/ 92 h 184"/>
                <a:gd name="T4" fmla="*/ 126 w 252"/>
                <a:gd name="T5" fmla="*/ 183 h 184"/>
                <a:gd name="T6" fmla="*/ 126 w 252"/>
                <a:gd name="T7" fmla="*/ 183 h 184"/>
                <a:gd name="T8" fmla="*/ 0 w 252"/>
                <a:gd name="T9" fmla="*/ 92 h 184"/>
                <a:gd name="T10" fmla="*/ 0 w 252"/>
                <a:gd name="T11" fmla="*/ 92 h 184"/>
                <a:gd name="T12" fmla="*/ 126 w 252"/>
                <a:gd name="T13" fmla="*/ 0 h 184"/>
                <a:gd name="T14" fmla="*/ 126 w 252"/>
                <a:gd name="T15" fmla="*/ 0 h 184"/>
                <a:gd name="T16" fmla="*/ 251 w 252"/>
                <a:gd name="T17" fmla="*/ 92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2" h="184">
                  <a:moveTo>
                    <a:pt x="251" y="92"/>
                  </a:moveTo>
                  <a:lnTo>
                    <a:pt x="251" y="92"/>
                  </a:lnTo>
                  <a:cubicBezTo>
                    <a:pt x="251" y="142"/>
                    <a:pt x="195" y="183"/>
                    <a:pt x="126" y="183"/>
                  </a:cubicBezTo>
                  <a:lnTo>
                    <a:pt x="126" y="183"/>
                  </a:lnTo>
                  <a:cubicBezTo>
                    <a:pt x="57" y="183"/>
                    <a:pt x="0" y="142"/>
                    <a:pt x="0" y="92"/>
                  </a:cubicBezTo>
                  <a:lnTo>
                    <a:pt x="0" y="92"/>
                  </a:lnTo>
                  <a:cubicBezTo>
                    <a:pt x="0" y="41"/>
                    <a:pt x="57" y="0"/>
                    <a:pt x="126" y="0"/>
                  </a:cubicBezTo>
                  <a:lnTo>
                    <a:pt x="126" y="0"/>
                  </a:lnTo>
                  <a:cubicBezTo>
                    <a:pt x="195" y="0"/>
                    <a:pt x="251" y="41"/>
                    <a:pt x="251" y="92"/>
                  </a:cubicBezTo>
                </a:path>
              </a:pathLst>
            </a:custGeom>
            <a:solidFill>
              <a:srgbClr val="EFD4B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68" name="Freeform 36">
              <a:extLst>
                <a:ext uri="{FF2B5EF4-FFF2-40B4-BE49-F238E27FC236}">
                  <a16:creationId xmlns:a16="http://schemas.microsoft.com/office/drawing/2014/main" id="{E2A97267-0B91-454F-8E60-B72D959171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3488" y="1354138"/>
              <a:ext cx="44450" cy="66675"/>
            </a:xfrm>
            <a:custGeom>
              <a:avLst/>
              <a:gdLst>
                <a:gd name="T0" fmla="*/ 0 w 123"/>
                <a:gd name="T1" fmla="*/ 92 h 185"/>
                <a:gd name="T2" fmla="*/ 0 w 123"/>
                <a:gd name="T3" fmla="*/ 92 h 185"/>
                <a:gd name="T4" fmla="*/ 122 w 123"/>
                <a:gd name="T5" fmla="*/ 184 h 185"/>
                <a:gd name="T6" fmla="*/ 122 w 123"/>
                <a:gd name="T7" fmla="*/ 0 h 185"/>
                <a:gd name="T8" fmla="*/ 122 w 123"/>
                <a:gd name="T9" fmla="*/ 0 h 185"/>
                <a:gd name="T10" fmla="*/ 0 w 123"/>
                <a:gd name="T11" fmla="*/ 92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" h="185">
                  <a:moveTo>
                    <a:pt x="0" y="92"/>
                  </a:moveTo>
                  <a:lnTo>
                    <a:pt x="0" y="92"/>
                  </a:lnTo>
                  <a:cubicBezTo>
                    <a:pt x="0" y="142"/>
                    <a:pt x="54" y="182"/>
                    <a:pt x="122" y="184"/>
                  </a:cubicBezTo>
                  <a:lnTo>
                    <a:pt x="122" y="0"/>
                  </a:lnTo>
                  <a:lnTo>
                    <a:pt x="122" y="0"/>
                  </a:lnTo>
                  <a:cubicBezTo>
                    <a:pt x="54" y="2"/>
                    <a:pt x="0" y="43"/>
                    <a:pt x="0" y="92"/>
                  </a:cubicBezTo>
                </a:path>
              </a:pathLst>
            </a:custGeom>
            <a:solidFill>
              <a:srgbClr val="DDBB9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69" name="Freeform 37">
              <a:extLst>
                <a:ext uri="{FF2B5EF4-FFF2-40B4-BE49-F238E27FC236}">
                  <a16:creationId xmlns:a16="http://schemas.microsoft.com/office/drawing/2014/main" id="{203F724D-38A3-D14D-99CD-B97F58D4E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6350" y="1354138"/>
              <a:ext cx="46038" cy="66675"/>
            </a:xfrm>
            <a:custGeom>
              <a:avLst/>
              <a:gdLst>
                <a:gd name="T0" fmla="*/ 3 w 129"/>
                <a:gd name="T1" fmla="*/ 0 h 185"/>
                <a:gd name="T2" fmla="*/ 3 w 129"/>
                <a:gd name="T3" fmla="*/ 0 h 185"/>
                <a:gd name="T4" fmla="*/ 0 w 129"/>
                <a:gd name="T5" fmla="*/ 0 h 185"/>
                <a:gd name="T6" fmla="*/ 0 w 129"/>
                <a:gd name="T7" fmla="*/ 184 h 185"/>
                <a:gd name="T8" fmla="*/ 0 w 129"/>
                <a:gd name="T9" fmla="*/ 184 h 185"/>
                <a:gd name="T10" fmla="*/ 3 w 129"/>
                <a:gd name="T11" fmla="*/ 184 h 185"/>
                <a:gd name="T12" fmla="*/ 3 w 129"/>
                <a:gd name="T13" fmla="*/ 184 h 185"/>
                <a:gd name="T14" fmla="*/ 128 w 129"/>
                <a:gd name="T15" fmla="*/ 92 h 185"/>
                <a:gd name="T16" fmla="*/ 128 w 129"/>
                <a:gd name="T17" fmla="*/ 92 h 185"/>
                <a:gd name="T18" fmla="*/ 3 w 129"/>
                <a:gd name="T19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9" h="185">
                  <a:moveTo>
                    <a:pt x="3" y="0"/>
                  </a:moveTo>
                  <a:lnTo>
                    <a:pt x="3" y="0"/>
                  </a:lnTo>
                  <a:cubicBezTo>
                    <a:pt x="2" y="0"/>
                    <a:pt x="1" y="0"/>
                    <a:pt x="0" y="0"/>
                  </a:cubicBezTo>
                  <a:lnTo>
                    <a:pt x="0" y="184"/>
                  </a:lnTo>
                  <a:lnTo>
                    <a:pt x="0" y="184"/>
                  </a:lnTo>
                  <a:cubicBezTo>
                    <a:pt x="1" y="184"/>
                    <a:pt x="2" y="184"/>
                    <a:pt x="3" y="184"/>
                  </a:cubicBezTo>
                  <a:lnTo>
                    <a:pt x="3" y="184"/>
                  </a:lnTo>
                  <a:cubicBezTo>
                    <a:pt x="72" y="184"/>
                    <a:pt x="128" y="142"/>
                    <a:pt x="128" y="92"/>
                  </a:cubicBezTo>
                  <a:lnTo>
                    <a:pt x="128" y="92"/>
                  </a:lnTo>
                  <a:cubicBezTo>
                    <a:pt x="128" y="41"/>
                    <a:pt x="72" y="0"/>
                    <a:pt x="3" y="0"/>
                  </a:cubicBezTo>
                </a:path>
              </a:pathLst>
            </a:custGeom>
            <a:solidFill>
              <a:srgbClr val="EFD4B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70" name="Freeform 38">
              <a:extLst>
                <a:ext uri="{FF2B5EF4-FFF2-40B4-BE49-F238E27FC236}">
                  <a16:creationId xmlns:a16="http://schemas.microsoft.com/office/drawing/2014/main" id="{D9940567-8A86-FB4A-8037-B996EBB04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7425" y="1127125"/>
              <a:ext cx="169863" cy="77788"/>
            </a:xfrm>
            <a:custGeom>
              <a:avLst/>
              <a:gdLst>
                <a:gd name="T0" fmla="*/ 473 w 474"/>
                <a:gd name="T1" fmla="*/ 107 h 215"/>
                <a:gd name="T2" fmla="*/ 473 w 474"/>
                <a:gd name="T3" fmla="*/ 107 h 215"/>
                <a:gd name="T4" fmla="*/ 237 w 474"/>
                <a:gd name="T5" fmla="*/ 214 h 215"/>
                <a:gd name="T6" fmla="*/ 237 w 474"/>
                <a:gd name="T7" fmla="*/ 214 h 215"/>
                <a:gd name="T8" fmla="*/ 0 w 474"/>
                <a:gd name="T9" fmla="*/ 107 h 215"/>
                <a:gd name="T10" fmla="*/ 0 w 474"/>
                <a:gd name="T11" fmla="*/ 107 h 215"/>
                <a:gd name="T12" fmla="*/ 237 w 474"/>
                <a:gd name="T13" fmla="*/ 0 h 215"/>
                <a:gd name="T14" fmla="*/ 237 w 474"/>
                <a:gd name="T15" fmla="*/ 0 h 215"/>
                <a:gd name="T16" fmla="*/ 473 w 474"/>
                <a:gd name="T17" fmla="*/ 10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4" h="215">
                  <a:moveTo>
                    <a:pt x="473" y="107"/>
                  </a:moveTo>
                  <a:lnTo>
                    <a:pt x="473" y="107"/>
                  </a:lnTo>
                  <a:cubicBezTo>
                    <a:pt x="473" y="107"/>
                    <a:pt x="367" y="214"/>
                    <a:pt x="237" y="214"/>
                  </a:cubicBezTo>
                  <a:lnTo>
                    <a:pt x="237" y="214"/>
                  </a:lnTo>
                  <a:cubicBezTo>
                    <a:pt x="106" y="214"/>
                    <a:pt x="0" y="107"/>
                    <a:pt x="0" y="107"/>
                  </a:cubicBezTo>
                  <a:lnTo>
                    <a:pt x="0" y="107"/>
                  </a:lnTo>
                  <a:cubicBezTo>
                    <a:pt x="0" y="107"/>
                    <a:pt x="106" y="0"/>
                    <a:pt x="237" y="0"/>
                  </a:cubicBezTo>
                  <a:lnTo>
                    <a:pt x="237" y="0"/>
                  </a:lnTo>
                  <a:cubicBezTo>
                    <a:pt x="367" y="0"/>
                    <a:pt x="473" y="107"/>
                    <a:pt x="473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71" name="Freeform 39">
              <a:extLst>
                <a:ext uri="{FF2B5EF4-FFF2-40B4-BE49-F238E27FC236}">
                  <a16:creationId xmlns:a16="http://schemas.microsoft.com/office/drawing/2014/main" id="{57CB44B5-A4D9-B547-903B-491A74D417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5050" y="1130300"/>
              <a:ext cx="69850" cy="74613"/>
            </a:xfrm>
            <a:custGeom>
              <a:avLst/>
              <a:gdLst>
                <a:gd name="T0" fmla="*/ 194 w 195"/>
                <a:gd name="T1" fmla="*/ 102 h 206"/>
                <a:gd name="T2" fmla="*/ 194 w 195"/>
                <a:gd name="T3" fmla="*/ 102 h 206"/>
                <a:gd name="T4" fmla="*/ 97 w 195"/>
                <a:gd name="T5" fmla="*/ 205 h 206"/>
                <a:gd name="T6" fmla="*/ 97 w 195"/>
                <a:gd name="T7" fmla="*/ 205 h 206"/>
                <a:gd name="T8" fmla="*/ 0 w 195"/>
                <a:gd name="T9" fmla="*/ 102 h 206"/>
                <a:gd name="T10" fmla="*/ 0 w 195"/>
                <a:gd name="T11" fmla="*/ 102 h 206"/>
                <a:gd name="T12" fmla="*/ 97 w 195"/>
                <a:gd name="T13" fmla="*/ 0 h 206"/>
                <a:gd name="T14" fmla="*/ 97 w 195"/>
                <a:gd name="T15" fmla="*/ 0 h 206"/>
                <a:gd name="T16" fmla="*/ 194 w 195"/>
                <a:gd name="T17" fmla="*/ 102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5" h="206">
                  <a:moveTo>
                    <a:pt x="194" y="102"/>
                  </a:moveTo>
                  <a:lnTo>
                    <a:pt x="194" y="102"/>
                  </a:lnTo>
                  <a:cubicBezTo>
                    <a:pt x="194" y="159"/>
                    <a:pt x="151" y="205"/>
                    <a:pt x="97" y="205"/>
                  </a:cubicBezTo>
                  <a:lnTo>
                    <a:pt x="97" y="205"/>
                  </a:lnTo>
                  <a:cubicBezTo>
                    <a:pt x="44" y="205"/>
                    <a:pt x="0" y="159"/>
                    <a:pt x="0" y="102"/>
                  </a:cubicBezTo>
                  <a:lnTo>
                    <a:pt x="0" y="102"/>
                  </a:lnTo>
                  <a:cubicBezTo>
                    <a:pt x="0" y="46"/>
                    <a:pt x="44" y="0"/>
                    <a:pt x="97" y="0"/>
                  </a:cubicBezTo>
                  <a:lnTo>
                    <a:pt x="97" y="0"/>
                  </a:lnTo>
                  <a:cubicBezTo>
                    <a:pt x="151" y="0"/>
                    <a:pt x="194" y="46"/>
                    <a:pt x="194" y="102"/>
                  </a:cubicBezTo>
                </a:path>
              </a:pathLst>
            </a:custGeom>
            <a:solidFill>
              <a:srgbClr val="1D151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72" name="Freeform 40">
              <a:extLst>
                <a:ext uri="{FF2B5EF4-FFF2-40B4-BE49-F238E27FC236}">
                  <a16:creationId xmlns:a16="http://schemas.microsoft.com/office/drawing/2014/main" id="{7A09BE54-4338-864E-B9C6-F55E2E97B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75213" y="1144588"/>
              <a:ext cx="23812" cy="25400"/>
            </a:xfrm>
            <a:custGeom>
              <a:avLst/>
              <a:gdLst>
                <a:gd name="T0" fmla="*/ 66 w 67"/>
                <a:gd name="T1" fmla="*/ 35 h 70"/>
                <a:gd name="T2" fmla="*/ 66 w 67"/>
                <a:gd name="T3" fmla="*/ 35 h 70"/>
                <a:gd name="T4" fmla="*/ 33 w 67"/>
                <a:gd name="T5" fmla="*/ 69 h 70"/>
                <a:gd name="T6" fmla="*/ 33 w 67"/>
                <a:gd name="T7" fmla="*/ 69 h 70"/>
                <a:gd name="T8" fmla="*/ 0 w 67"/>
                <a:gd name="T9" fmla="*/ 35 h 70"/>
                <a:gd name="T10" fmla="*/ 0 w 67"/>
                <a:gd name="T11" fmla="*/ 35 h 70"/>
                <a:gd name="T12" fmla="*/ 33 w 67"/>
                <a:gd name="T13" fmla="*/ 0 h 70"/>
                <a:gd name="T14" fmla="*/ 33 w 67"/>
                <a:gd name="T15" fmla="*/ 0 h 70"/>
                <a:gd name="T16" fmla="*/ 66 w 67"/>
                <a:gd name="T17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70">
                  <a:moveTo>
                    <a:pt x="66" y="35"/>
                  </a:moveTo>
                  <a:lnTo>
                    <a:pt x="66" y="35"/>
                  </a:lnTo>
                  <a:cubicBezTo>
                    <a:pt x="66" y="54"/>
                    <a:pt x="51" y="69"/>
                    <a:pt x="33" y="69"/>
                  </a:cubicBezTo>
                  <a:lnTo>
                    <a:pt x="33" y="69"/>
                  </a:lnTo>
                  <a:cubicBezTo>
                    <a:pt x="15" y="69"/>
                    <a:pt x="0" y="54"/>
                    <a:pt x="0" y="35"/>
                  </a:cubicBezTo>
                  <a:lnTo>
                    <a:pt x="0" y="35"/>
                  </a:lnTo>
                  <a:cubicBezTo>
                    <a:pt x="0" y="16"/>
                    <a:pt x="15" y="0"/>
                    <a:pt x="33" y="0"/>
                  </a:cubicBezTo>
                  <a:lnTo>
                    <a:pt x="33" y="0"/>
                  </a:lnTo>
                  <a:cubicBezTo>
                    <a:pt x="51" y="0"/>
                    <a:pt x="66" y="16"/>
                    <a:pt x="66" y="3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73" name="Freeform 41">
              <a:extLst>
                <a:ext uri="{FF2B5EF4-FFF2-40B4-BE49-F238E27FC236}">
                  <a16:creationId xmlns:a16="http://schemas.microsoft.com/office/drawing/2014/main" id="{6EB6F0EF-CB29-F149-860C-2ACFF7632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7000" y="1127125"/>
              <a:ext cx="169863" cy="77788"/>
            </a:xfrm>
            <a:custGeom>
              <a:avLst/>
              <a:gdLst>
                <a:gd name="T0" fmla="*/ 472 w 473"/>
                <a:gd name="T1" fmla="*/ 107 h 215"/>
                <a:gd name="T2" fmla="*/ 472 w 473"/>
                <a:gd name="T3" fmla="*/ 107 h 215"/>
                <a:gd name="T4" fmla="*/ 236 w 473"/>
                <a:gd name="T5" fmla="*/ 214 h 215"/>
                <a:gd name="T6" fmla="*/ 236 w 473"/>
                <a:gd name="T7" fmla="*/ 214 h 215"/>
                <a:gd name="T8" fmla="*/ 0 w 473"/>
                <a:gd name="T9" fmla="*/ 107 h 215"/>
                <a:gd name="T10" fmla="*/ 0 w 473"/>
                <a:gd name="T11" fmla="*/ 107 h 215"/>
                <a:gd name="T12" fmla="*/ 236 w 473"/>
                <a:gd name="T13" fmla="*/ 0 h 215"/>
                <a:gd name="T14" fmla="*/ 236 w 473"/>
                <a:gd name="T15" fmla="*/ 0 h 215"/>
                <a:gd name="T16" fmla="*/ 472 w 473"/>
                <a:gd name="T17" fmla="*/ 10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73" h="215">
                  <a:moveTo>
                    <a:pt x="472" y="107"/>
                  </a:moveTo>
                  <a:lnTo>
                    <a:pt x="472" y="107"/>
                  </a:lnTo>
                  <a:cubicBezTo>
                    <a:pt x="472" y="107"/>
                    <a:pt x="366" y="214"/>
                    <a:pt x="236" y="214"/>
                  </a:cubicBezTo>
                  <a:lnTo>
                    <a:pt x="236" y="214"/>
                  </a:lnTo>
                  <a:cubicBezTo>
                    <a:pt x="105" y="214"/>
                    <a:pt x="0" y="107"/>
                    <a:pt x="0" y="107"/>
                  </a:cubicBezTo>
                  <a:lnTo>
                    <a:pt x="0" y="107"/>
                  </a:lnTo>
                  <a:cubicBezTo>
                    <a:pt x="0" y="107"/>
                    <a:pt x="105" y="0"/>
                    <a:pt x="236" y="0"/>
                  </a:cubicBezTo>
                  <a:lnTo>
                    <a:pt x="236" y="0"/>
                  </a:lnTo>
                  <a:cubicBezTo>
                    <a:pt x="366" y="0"/>
                    <a:pt x="472" y="107"/>
                    <a:pt x="472" y="10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74" name="Freeform 42">
              <a:extLst>
                <a:ext uri="{FF2B5EF4-FFF2-40B4-BE49-F238E27FC236}">
                  <a16:creationId xmlns:a16="http://schemas.microsoft.com/office/drawing/2014/main" id="{CE10A655-6592-254D-BAE7-6E24F585C7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7800" y="1130300"/>
              <a:ext cx="69850" cy="74613"/>
            </a:xfrm>
            <a:custGeom>
              <a:avLst/>
              <a:gdLst>
                <a:gd name="T0" fmla="*/ 193 w 194"/>
                <a:gd name="T1" fmla="*/ 102 h 206"/>
                <a:gd name="T2" fmla="*/ 193 w 194"/>
                <a:gd name="T3" fmla="*/ 102 h 206"/>
                <a:gd name="T4" fmla="*/ 96 w 194"/>
                <a:gd name="T5" fmla="*/ 205 h 206"/>
                <a:gd name="T6" fmla="*/ 96 w 194"/>
                <a:gd name="T7" fmla="*/ 205 h 206"/>
                <a:gd name="T8" fmla="*/ 0 w 194"/>
                <a:gd name="T9" fmla="*/ 102 h 206"/>
                <a:gd name="T10" fmla="*/ 0 w 194"/>
                <a:gd name="T11" fmla="*/ 102 h 206"/>
                <a:gd name="T12" fmla="*/ 96 w 194"/>
                <a:gd name="T13" fmla="*/ 0 h 206"/>
                <a:gd name="T14" fmla="*/ 96 w 194"/>
                <a:gd name="T15" fmla="*/ 0 h 206"/>
                <a:gd name="T16" fmla="*/ 193 w 194"/>
                <a:gd name="T17" fmla="*/ 102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4" h="206">
                  <a:moveTo>
                    <a:pt x="193" y="102"/>
                  </a:moveTo>
                  <a:lnTo>
                    <a:pt x="193" y="102"/>
                  </a:lnTo>
                  <a:cubicBezTo>
                    <a:pt x="193" y="159"/>
                    <a:pt x="150" y="205"/>
                    <a:pt x="96" y="205"/>
                  </a:cubicBezTo>
                  <a:lnTo>
                    <a:pt x="96" y="205"/>
                  </a:lnTo>
                  <a:cubicBezTo>
                    <a:pt x="43" y="205"/>
                    <a:pt x="0" y="159"/>
                    <a:pt x="0" y="102"/>
                  </a:cubicBezTo>
                  <a:lnTo>
                    <a:pt x="0" y="102"/>
                  </a:lnTo>
                  <a:cubicBezTo>
                    <a:pt x="0" y="46"/>
                    <a:pt x="43" y="0"/>
                    <a:pt x="96" y="0"/>
                  </a:cubicBezTo>
                  <a:lnTo>
                    <a:pt x="96" y="0"/>
                  </a:lnTo>
                  <a:cubicBezTo>
                    <a:pt x="150" y="0"/>
                    <a:pt x="193" y="46"/>
                    <a:pt x="193" y="102"/>
                  </a:cubicBezTo>
                </a:path>
              </a:pathLst>
            </a:custGeom>
            <a:solidFill>
              <a:srgbClr val="1D151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75" name="Freeform 43">
              <a:extLst>
                <a:ext uri="{FF2B5EF4-FFF2-40B4-BE49-F238E27FC236}">
                  <a16:creationId xmlns:a16="http://schemas.microsoft.com/office/drawing/2014/main" id="{2AB17085-26E3-E648-ADC6-43B430704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9550" y="1144588"/>
              <a:ext cx="23813" cy="25400"/>
            </a:xfrm>
            <a:custGeom>
              <a:avLst/>
              <a:gdLst>
                <a:gd name="T0" fmla="*/ 65 w 66"/>
                <a:gd name="T1" fmla="*/ 35 h 70"/>
                <a:gd name="T2" fmla="*/ 65 w 66"/>
                <a:gd name="T3" fmla="*/ 35 h 70"/>
                <a:gd name="T4" fmla="*/ 32 w 66"/>
                <a:gd name="T5" fmla="*/ 69 h 70"/>
                <a:gd name="T6" fmla="*/ 32 w 66"/>
                <a:gd name="T7" fmla="*/ 69 h 70"/>
                <a:gd name="T8" fmla="*/ 0 w 66"/>
                <a:gd name="T9" fmla="*/ 35 h 70"/>
                <a:gd name="T10" fmla="*/ 0 w 66"/>
                <a:gd name="T11" fmla="*/ 35 h 70"/>
                <a:gd name="T12" fmla="*/ 32 w 66"/>
                <a:gd name="T13" fmla="*/ 0 h 70"/>
                <a:gd name="T14" fmla="*/ 32 w 66"/>
                <a:gd name="T15" fmla="*/ 0 h 70"/>
                <a:gd name="T16" fmla="*/ 65 w 66"/>
                <a:gd name="T17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70">
                  <a:moveTo>
                    <a:pt x="65" y="35"/>
                  </a:moveTo>
                  <a:lnTo>
                    <a:pt x="65" y="35"/>
                  </a:lnTo>
                  <a:cubicBezTo>
                    <a:pt x="65" y="54"/>
                    <a:pt x="50" y="69"/>
                    <a:pt x="32" y="69"/>
                  </a:cubicBezTo>
                  <a:lnTo>
                    <a:pt x="32" y="69"/>
                  </a:lnTo>
                  <a:cubicBezTo>
                    <a:pt x="14" y="69"/>
                    <a:pt x="0" y="54"/>
                    <a:pt x="0" y="35"/>
                  </a:cubicBezTo>
                  <a:lnTo>
                    <a:pt x="0" y="35"/>
                  </a:lnTo>
                  <a:cubicBezTo>
                    <a:pt x="0" y="16"/>
                    <a:pt x="14" y="0"/>
                    <a:pt x="32" y="0"/>
                  </a:cubicBezTo>
                  <a:lnTo>
                    <a:pt x="32" y="0"/>
                  </a:lnTo>
                  <a:cubicBezTo>
                    <a:pt x="50" y="0"/>
                    <a:pt x="65" y="16"/>
                    <a:pt x="65" y="3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76" name="Freeform 44">
              <a:extLst>
                <a:ext uri="{FF2B5EF4-FFF2-40B4-BE49-F238E27FC236}">
                  <a16:creationId xmlns:a16="http://schemas.microsoft.com/office/drawing/2014/main" id="{890BF146-117E-1740-B917-44E1E6D8F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9988" y="1519238"/>
              <a:ext cx="217487" cy="100012"/>
            </a:xfrm>
            <a:custGeom>
              <a:avLst/>
              <a:gdLst>
                <a:gd name="T0" fmla="*/ 0 w 602"/>
                <a:gd name="T1" fmla="*/ 0 h 276"/>
                <a:gd name="T2" fmla="*/ 0 w 602"/>
                <a:gd name="T3" fmla="*/ 0 h 276"/>
                <a:gd name="T4" fmla="*/ 10 w 602"/>
                <a:gd name="T5" fmla="*/ 34 h 276"/>
                <a:gd name="T6" fmla="*/ 10 w 602"/>
                <a:gd name="T7" fmla="*/ 34 h 276"/>
                <a:gd name="T8" fmla="*/ 142 w 602"/>
                <a:gd name="T9" fmla="*/ 218 h 276"/>
                <a:gd name="T10" fmla="*/ 142 w 602"/>
                <a:gd name="T11" fmla="*/ 218 h 276"/>
                <a:gd name="T12" fmla="*/ 300 w 602"/>
                <a:gd name="T13" fmla="*/ 275 h 276"/>
                <a:gd name="T14" fmla="*/ 300 w 602"/>
                <a:gd name="T15" fmla="*/ 275 h 276"/>
                <a:gd name="T16" fmla="*/ 459 w 602"/>
                <a:gd name="T17" fmla="*/ 218 h 276"/>
                <a:gd name="T18" fmla="*/ 459 w 602"/>
                <a:gd name="T19" fmla="*/ 218 h 276"/>
                <a:gd name="T20" fmla="*/ 591 w 602"/>
                <a:gd name="T21" fmla="*/ 34 h 276"/>
                <a:gd name="T22" fmla="*/ 591 w 602"/>
                <a:gd name="T23" fmla="*/ 34 h 276"/>
                <a:gd name="T24" fmla="*/ 601 w 602"/>
                <a:gd name="T25" fmla="*/ 0 h 276"/>
                <a:gd name="T26" fmla="*/ 0 w 602"/>
                <a:gd name="T27" fmla="*/ 0 h 2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2" h="27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" y="14"/>
                    <a:pt x="10" y="34"/>
                  </a:cubicBezTo>
                  <a:lnTo>
                    <a:pt x="10" y="34"/>
                  </a:lnTo>
                  <a:cubicBezTo>
                    <a:pt x="27" y="80"/>
                    <a:pt x="66" y="162"/>
                    <a:pt x="142" y="218"/>
                  </a:cubicBezTo>
                  <a:lnTo>
                    <a:pt x="142" y="218"/>
                  </a:lnTo>
                  <a:cubicBezTo>
                    <a:pt x="183" y="248"/>
                    <a:pt x="235" y="270"/>
                    <a:pt x="300" y="275"/>
                  </a:cubicBezTo>
                  <a:lnTo>
                    <a:pt x="300" y="275"/>
                  </a:lnTo>
                  <a:cubicBezTo>
                    <a:pt x="366" y="270"/>
                    <a:pt x="418" y="248"/>
                    <a:pt x="459" y="218"/>
                  </a:cubicBezTo>
                  <a:lnTo>
                    <a:pt x="459" y="218"/>
                  </a:lnTo>
                  <a:cubicBezTo>
                    <a:pt x="535" y="162"/>
                    <a:pt x="574" y="80"/>
                    <a:pt x="591" y="34"/>
                  </a:cubicBezTo>
                  <a:lnTo>
                    <a:pt x="591" y="34"/>
                  </a:lnTo>
                  <a:cubicBezTo>
                    <a:pt x="598" y="14"/>
                    <a:pt x="601" y="0"/>
                    <a:pt x="601" y="0"/>
                  </a:cubicBezTo>
                  <a:lnTo>
                    <a:pt x="0" y="0"/>
                  </a:lnTo>
                </a:path>
              </a:pathLst>
            </a:custGeom>
            <a:solidFill>
              <a:srgbClr val="E87B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77" name="Freeform 45">
              <a:extLst>
                <a:ext uri="{FF2B5EF4-FFF2-40B4-BE49-F238E27FC236}">
                  <a16:creationId xmlns:a16="http://schemas.microsoft.com/office/drawing/2014/main" id="{12E30CBA-C538-4448-B1D5-E962003AD5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0463" y="1512888"/>
              <a:ext cx="233362" cy="115887"/>
            </a:xfrm>
            <a:custGeom>
              <a:avLst/>
              <a:gdLst>
                <a:gd name="T0" fmla="*/ 56 w 650"/>
                <a:gd name="T1" fmla="*/ 48 h 322"/>
                <a:gd name="T2" fmla="*/ 56 w 650"/>
                <a:gd name="T3" fmla="*/ 48 h 322"/>
                <a:gd name="T4" fmla="*/ 56 w 650"/>
                <a:gd name="T5" fmla="*/ 48 h 322"/>
                <a:gd name="T6" fmla="*/ 56 w 650"/>
                <a:gd name="T7" fmla="*/ 48 h 322"/>
                <a:gd name="T8" fmla="*/ 180 w 650"/>
                <a:gd name="T9" fmla="*/ 219 h 322"/>
                <a:gd name="T10" fmla="*/ 180 w 650"/>
                <a:gd name="T11" fmla="*/ 219 h 322"/>
                <a:gd name="T12" fmla="*/ 324 w 650"/>
                <a:gd name="T13" fmla="*/ 272 h 322"/>
                <a:gd name="T14" fmla="*/ 324 w 650"/>
                <a:gd name="T15" fmla="*/ 272 h 322"/>
                <a:gd name="T16" fmla="*/ 470 w 650"/>
                <a:gd name="T17" fmla="*/ 219 h 322"/>
                <a:gd name="T18" fmla="*/ 470 w 650"/>
                <a:gd name="T19" fmla="*/ 219 h 322"/>
                <a:gd name="T20" fmla="*/ 594 w 650"/>
                <a:gd name="T21" fmla="*/ 48 h 322"/>
                <a:gd name="T22" fmla="*/ 594 w 650"/>
                <a:gd name="T23" fmla="*/ 48 h 322"/>
                <a:gd name="T24" fmla="*/ 594 w 650"/>
                <a:gd name="T25" fmla="*/ 48 h 322"/>
                <a:gd name="T26" fmla="*/ 56 w 650"/>
                <a:gd name="T27" fmla="*/ 48 h 322"/>
                <a:gd name="T28" fmla="*/ 324 w 650"/>
                <a:gd name="T29" fmla="*/ 321 h 322"/>
                <a:gd name="T30" fmla="*/ 324 w 650"/>
                <a:gd name="T31" fmla="*/ 321 h 322"/>
                <a:gd name="T32" fmla="*/ 323 w 650"/>
                <a:gd name="T33" fmla="*/ 321 h 322"/>
                <a:gd name="T34" fmla="*/ 323 w 650"/>
                <a:gd name="T35" fmla="*/ 321 h 322"/>
                <a:gd name="T36" fmla="*/ 153 w 650"/>
                <a:gd name="T37" fmla="*/ 259 h 322"/>
                <a:gd name="T38" fmla="*/ 153 w 650"/>
                <a:gd name="T39" fmla="*/ 259 h 322"/>
                <a:gd name="T40" fmla="*/ 13 w 650"/>
                <a:gd name="T41" fmla="*/ 64 h 322"/>
                <a:gd name="T42" fmla="*/ 13 w 650"/>
                <a:gd name="T43" fmla="*/ 64 h 322"/>
                <a:gd name="T44" fmla="*/ 1 w 650"/>
                <a:gd name="T45" fmla="*/ 28 h 322"/>
                <a:gd name="T46" fmla="*/ 1 w 650"/>
                <a:gd name="T47" fmla="*/ 28 h 322"/>
                <a:gd name="T48" fmla="*/ 6 w 650"/>
                <a:gd name="T49" fmla="*/ 8 h 322"/>
                <a:gd name="T50" fmla="*/ 6 w 650"/>
                <a:gd name="T51" fmla="*/ 8 h 322"/>
                <a:gd name="T52" fmla="*/ 24 w 650"/>
                <a:gd name="T53" fmla="*/ 0 h 322"/>
                <a:gd name="T54" fmla="*/ 625 w 650"/>
                <a:gd name="T55" fmla="*/ 0 h 322"/>
                <a:gd name="T56" fmla="*/ 625 w 650"/>
                <a:gd name="T57" fmla="*/ 0 h 322"/>
                <a:gd name="T58" fmla="*/ 644 w 650"/>
                <a:gd name="T59" fmla="*/ 8 h 322"/>
                <a:gd name="T60" fmla="*/ 644 w 650"/>
                <a:gd name="T61" fmla="*/ 8 h 322"/>
                <a:gd name="T62" fmla="*/ 648 w 650"/>
                <a:gd name="T63" fmla="*/ 28 h 322"/>
                <a:gd name="T64" fmla="*/ 648 w 650"/>
                <a:gd name="T65" fmla="*/ 28 h 322"/>
                <a:gd name="T66" fmla="*/ 636 w 650"/>
                <a:gd name="T67" fmla="*/ 65 h 322"/>
                <a:gd name="T68" fmla="*/ 636 w 650"/>
                <a:gd name="T69" fmla="*/ 65 h 322"/>
                <a:gd name="T70" fmla="*/ 496 w 650"/>
                <a:gd name="T71" fmla="*/ 259 h 322"/>
                <a:gd name="T72" fmla="*/ 496 w 650"/>
                <a:gd name="T73" fmla="*/ 259 h 322"/>
                <a:gd name="T74" fmla="*/ 326 w 650"/>
                <a:gd name="T75" fmla="*/ 321 h 322"/>
                <a:gd name="T76" fmla="*/ 326 w 650"/>
                <a:gd name="T77" fmla="*/ 321 h 322"/>
                <a:gd name="T78" fmla="*/ 324 w 650"/>
                <a:gd name="T79" fmla="*/ 321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50" h="322">
                  <a:moveTo>
                    <a:pt x="56" y="48"/>
                  </a:moveTo>
                  <a:lnTo>
                    <a:pt x="56" y="48"/>
                  </a:lnTo>
                  <a:lnTo>
                    <a:pt x="56" y="48"/>
                  </a:lnTo>
                  <a:lnTo>
                    <a:pt x="56" y="48"/>
                  </a:lnTo>
                  <a:cubicBezTo>
                    <a:pt x="71" y="89"/>
                    <a:pt x="107" y="167"/>
                    <a:pt x="180" y="219"/>
                  </a:cubicBezTo>
                  <a:lnTo>
                    <a:pt x="180" y="219"/>
                  </a:lnTo>
                  <a:cubicBezTo>
                    <a:pt x="221" y="250"/>
                    <a:pt x="271" y="267"/>
                    <a:pt x="324" y="272"/>
                  </a:cubicBezTo>
                  <a:lnTo>
                    <a:pt x="324" y="272"/>
                  </a:lnTo>
                  <a:cubicBezTo>
                    <a:pt x="379" y="267"/>
                    <a:pt x="428" y="250"/>
                    <a:pt x="470" y="219"/>
                  </a:cubicBezTo>
                  <a:lnTo>
                    <a:pt x="470" y="219"/>
                  </a:lnTo>
                  <a:cubicBezTo>
                    <a:pt x="542" y="167"/>
                    <a:pt x="578" y="89"/>
                    <a:pt x="594" y="48"/>
                  </a:cubicBezTo>
                  <a:lnTo>
                    <a:pt x="594" y="48"/>
                  </a:lnTo>
                  <a:lnTo>
                    <a:pt x="594" y="48"/>
                  </a:lnTo>
                  <a:lnTo>
                    <a:pt x="56" y="48"/>
                  </a:lnTo>
                  <a:close/>
                  <a:moveTo>
                    <a:pt x="324" y="321"/>
                  </a:moveTo>
                  <a:lnTo>
                    <a:pt x="324" y="321"/>
                  </a:lnTo>
                  <a:lnTo>
                    <a:pt x="323" y="321"/>
                  </a:lnTo>
                  <a:lnTo>
                    <a:pt x="323" y="321"/>
                  </a:lnTo>
                  <a:cubicBezTo>
                    <a:pt x="259" y="315"/>
                    <a:pt x="202" y="295"/>
                    <a:pt x="153" y="259"/>
                  </a:cubicBezTo>
                  <a:lnTo>
                    <a:pt x="153" y="259"/>
                  </a:lnTo>
                  <a:cubicBezTo>
                    <a:pt x="71" y="199"/>
                    <a:pt x="30" y="111"/>
                    <a:pt x="13" y="64"/>
                  </a:cubicBezTo>
                  <a:lnTo>
                    <a:pt x="13" y="64"/>
                  </a:lnTo>
                  <a:cubicBezTo>
                    <a:pt x="5" y="42"/>
                    <a:pt x="1" y="28"/>
                    <a:pt x="1" y="28"/>
                  </a:cubicBezTo>
                  <a:lnTo>
                    <a:pt x="1" y="28"/>
                  </a:lnTo>
                  <a:cubicBezTo>
                    <a:pt x="0" y="20"/>
                    <a:pt x="1" y="14"/>
                    <a:pt x="6" y="8"/>
                  </a:cubicBezTo>
                  <a:lnTo>
                    <a:pt x="6" y="8"/>
                  </a:lnTo>
                  <a:cubicBezTo>
                    <a:pt x="10" y="2"/>
                    <a:pt x="17" y="0"/>
                    <a:pt x="24" y="0"/>
                  </a:cubicBezTo>
                  <a:lnTo>
                    <a:pt x="625" y="0"/>
                  </a:lnTo>
                  <a:lnTo>
                    <a:pt x="625" y="0"/>
                  </a:lnTo>
                  <a:cubicBezTo>
                    <a:pt x="632" y="0"/>
                    <a:pt x="639" y="2"/>
                    <a:pt x="644" y="8"/>
                  </a:cubicBezTo>
                  <a:lnTo>
                    <a:pt x="644" y="8"/>
                  </a:lnTo>
                  <a:cubicBezTo>
                    <a:pt x="648" y="14"/>
                    <a:pt x="649" y="21"/>
                    <a:pt x="648" y="28"/>
                  </a:cubicBezTo>
                  <a:lnTo>
                    <a:pt x="648" y="28"/>
                  </a:lnTo>
                  <a:cubicBezTo>
                    <a:pt x="648" y="29"/>
                    <a:pt x="644" y="43"/>
                    <a:pt x="636" y="65"/>
                  </a:cubicBezTo>
                  <a:lnTo>
                    <a:pt x="636" y="65"/>
                  </a:lnTo>
                  <a:cubicBezTo>
                    <a:pt x="619" y="112"/>
                    <a:pt x="578" y="199"/>
                    <a:pt x="496" y="259"/>
                  </a:cubicBezTo>
                  <a:lnTo>
                    <a:pt x="496" y="259"/>
                  </a:lnTo>
                  <a:cubicBezTo>
                    <a:pt x="447" y="295"/>
                    <a:pt x="390" y="315"/>
                    <a:pt x="326" y="321"/>
                  </a:cubicBezTo>
                  <a:lnTo>
                    <a:pt x="326" y="321"/>
                  </a:lnTo>
                  <a:cubicBezTo>
                    <a:pt x="326" y="321"/>
                    <a:pt x="325" y="321"/>
                    <a:pt x="324" y="321"/>
                  </a:cubicBezTo>
                  <a:close/>
                </a:path>
              </a:pathLst>
            </a:custGeom>
            <a:solidFill>
              <a:srgbClr val="EFD4B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78" name="Freeform 46">
              <a:extLst>
                <a:ext uri="{FF2B5EF4-FFF2-40B4-BE49-F238E27FC236}">
                  <a16:creationId xmlns:a16="http://schemas.microsoft.com/office/drawing/2014/main" id="{A3405EC7-CB69-304C-9BF4-C298AC3134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0788" y="1598613"/>
              <a:ext cx="114300" cy="20637"/>
            </a:xfrm>
            <a:custGeom>
              <a:avLst/>
              <a:gdLst>
                <a:gd name="T0" fmla="*/ 317 w 318"/>
                <a:gd name="T1" fmla="*/ 0 h 58"/>
                <a:gd name="T2" fmla="*/ 0 w 318"/>
                <a:gd name="T3" fmla="*/ 0 h 58"/>
                <a:gd name="T4" fmla="*/ 0 w 318"/>
                <a:gd name="T5" fmla="*/ 0 h 58"/>
                <a:gd name="T6" fmla="*/ 158 w 318"/>
                <a:gd name="T7" fmla="*/ 57 h 58"/>
                <a:gd name="T8" fmla="*/ 158 w 318"/>
                <a:gd name="T9" fmla="*/ 57 h 58"/>
                <a:gd name="T10" fmla="*/ 317 w 318"/>
                <a:gd name="T11" fmla="*/ 0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8" h="58">
                  <a:moveTo>
                    <a:pt x="317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41" y="30"/>
                    <a:pt x="93" y="53"/>
                    <a:pt x="158" y="57"/>
                  </a:cubicBezTo>
                  <a:lnTo>
                    <a:pt x="158" y="57"/>
                  </a:lnTo>
                  <a:cubicBezTo>
                    <a:pt x="224" y="53"/>
                    <a:pt x="276" y="30"/>
                    <a:pt x="3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79" name="Freeform 47">
              <a:extLst>
                <a:ext uri="{FF2B5EF4-FFF2-40B4-BE49-F238E27FC236}">
                  <a16:creationId xmlns:a16="http://schemas.microsoft.com/office/drawing/2014/main" id="{CF00EE85-5586-6343-A814-52A971851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79988" y="1520825"/>
              <a:ext cx="217487" cy="20638"/>
            </a:xfrm>
            <a:custGeom>
              <a:avLst/>
              <a:gdLst>
                <a:gd name="T0" fmla="*/ 0 w 602"/>
                <a:gd name="T1" fmla="*/ 0 h 56"/>
                <a:gd name="T2" fmla="*/ 0 w 602"/>
                <a:gd name="T3" fmla="*/ 0 h 56"/>
                <a:gd name="T4" fmla="*/ 10 w 602"/>
                <a:gd name="T5" fmla="*/ 33 h 56"/>
                <a:gd name="T6" fmla="*/ 10 w 602"/>
                <a:gd name="T7" fmla="*/ 33 h 56"/>
                <a:gd name="T8" fmla="*/ 18 w 602"/>
                <a:gd name="T9" fmla="*/ 55 h 56"/>
                <a:gd name="T10" fmla="*/ 582 w 602"/>
                <a:gd name="T11" fmla="*/ 55 h 56"/>
                <a:gd name="T12" fmla="*/ 582 w 602"/>
                <a:gd name="T13" fmla="*/ 55 h 56"/>
                <a:gd name="T14" fmla="*/ 591 w 602"/>
                <a:gd name="T15" fmla="*/ 33 h 56"/>
                <a:gd name="T16" fmla="*/ 591 w 602"/>
                <a:gd name="T17" fmla="*/ 33 h 56"/>
                <a:gd name="T18" fmla="*/ 601 w 602"/>
                <a:gd name="T19" fmla="*/ 0 h 56"/>
                <a:gd name="T20" fmla="*/ 0 w 602"/>
                <a:gd name="T21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02" h="5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3" y="13"/>
                    <a:pt x="10" y="33"/>
                  </a:cubicBezTo>
                  <a:lnTo>
                    <a:pt x="10" y="33"/>
                  </a:lnTo>
                  <a:cubicBezTo>
                    <a:pt x="13" y="40"/>
                    <a:pt x="15" y="47"/>
                    <a:pt x="18" y="55"/>
                  </a:cubicBezTo>
                  <a:lnTo>
                    <a:pt x="582" y="55"/>
                  </a:lnTo>
                  <a:lnTo>
                    <a:pt x="582" y="55"/>
                  </a:lnTo>
                  <a:cubicBezTo>
                    <a:pt x="586" y="47"/>
                    <a:pt x="588" y="40"/>
                    <a:pt x="591" y="33"/>
                  </a:cubicBezTo>
                  <a:lnTo>
                    <a:pt x="591" y="33"/>
                  </a:lnTo>
                  <a:cubicBezTo>
                    <a:pt x="598" y="13"/>
                    <a:pt x="601" y="0"/>
                    <a:pt x="601" y="0"/>
                  </a:cubicBez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80" name="Freeform 48">
              <a:extLst>
                <a:ext uri="{FF2B5EF4-FFF2-40B4-BE49-F238E27FC236}">
                  <a16:creationId xmlns:a16="http://schemas.microsoft.com/office/drawing/2014/main" id="{73C759C5-144E-A14F-8C64-5DBC3220CC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6338" y="1539875"/>
              <a:ext cx="203200" cy="58738"/>
            </a:xfrm>
            <a:custGeom>
              <a:avLst/>
              <a:gdLst>
                <a:gd name="T0" fmla="*/ 0 w 565"/>
                <a:gd name="T1" fmla="*/ 0 h 163"/>
                <a:gd name="T2" fmla="*/ 0 w 565"/>
                <a:gd name="T3" fmla="*/ 0 h 163"/>
                <a:gd name="T4" fmla="*/ 124 w 565"/>
                <a:gd name="T5" fmla="*/ 162 h 163"/>
                <a:gd name="T6" fmla="*/ 441 w 565"/>
                <a:gd name="T7" fmla="*/ 162 h 163"/>
                <a:gd name="T8" fmla="*/ 441 w 565"/>
                <a:gd name="T9" fmla="*/ 162 h 163"/>
                <a:gd name="T10" fmla="*/ 564 w 565"/>
                <a:gd name="T11" fmla="*/ 0 h 163"/>
                <a:gd name="T12" fmla="*/ 0 w 565"/>
                <a:gd name="T13" fmla="*/ 0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5" h="163">
                  <a:moveTo>
                    <a:pt x="0" y="0"/>
                  </a:moveTo>
                  <a:lnTo>
                    <a:pt x="0" y="0"/>
                  </a:lnTo>
                  <a:cubicBezTo>
                    <a:pt x="20" y="46"/>
                    <a:pt x="58" y="114"/>
                    <a:pt x="124" y="162"/>
                  </a:cubicBezTo>
                  <a:lnTo>
                    <a:pt x="441" y="162"/>
                  </a:lnTo>
                  <a:lnTo>
                    <a:pt x="441" y="162"/>
                  </a:lnTo>
                  <a:cubicBezTo>
                    <a:pt x="507" y="114"/>
                    <a:pt x="544" y="46"/>
                    <a:pt x="564" y="0"/>
                  </a:cubicBezTo>
                  <a:lnTo>
                    <a:pt x="0" y="0"/>
                  </a:lnTo>
                </a:path>
              </a:pathLst>
            </a:custGeom>
            <a:solidFill>
              <a:srgbClr val="E87B7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81" name="Freeform 49">
              <a:extLst>
                <a:ext uri="{FF2B5EF4-FFF2-40B4-BE49-F238E27FC236}">
                  <a16:creationId xmlns:a16="http://schemas.microsoft.com/office/drawing/2014/main" id="{4B3AD34A-FF82-A243-B695-1FBB26BC56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400" y="1952625"/>
              <a:ext cx="655638" cy="2265363"/>
            </a:xfrm>
            <a:custGeom>
              <a:avLst/>
              <a:gdLst>
                <a:gd name="T0" fmla="*/ 211 w 1820"/>
                <a:gd name="T1" fmla="*/ 417 h 6293"/>
                <a:gd name="T2" fmla="*/ 281 w 1820"/>
                <a:gd name="T3" fmla="*/ 0 h 6293"/>
                <a:gd name="T4" fmla="*/ 1256 w 1820"/>
                <a:gd name="T5" fmla="*/ 321 h 6293"/>
                <a:gd name="T6" fmla="*/ 1256 w 1820"/>
                <a:gd name="T7" fmla="*/ 321 h 6293"/>
                <a:gd name="T8" fmla="*/ 1752 w 1820"/>
                <a:gd name="T9" fmla="*/ 986 h 6293"/>
                <a:gd name="T10" fmla="*/ 1752 w 1820"/>
                <a:gd name="T11" fmla="*/ 986 h 6293"/>
                <a:gd name="T12" fmla="*/ 1790 w 1820"/>
                <a:gd name="T13" fmla="*/ 4594 h 6293"/>
                <a:gd name="T14" fmla="*/ 1745 w 1820"/>
                <a:gd name="T15" fmla="*/ 6292 h 6293"/>
                <a:gd name="T16" fmla="*/ 1238 w 1820"/>
                <a:gd name="T17" fmla="*/ 6292 h 6293"/>
                <a:gd name="T18" fmla="*/ 1137 w 1820"/>
                <a:gd name="T19" fmla="*/ 4099 h 6293"/>
                <a:gd name="T20" fmla="*/ 1038 w 1820"/>
                <a:gd name="T21" fmla="*/ 2849 h 6293"/>
                <a:gd name="T22" fmla="*/ 968 w 1820"/>
                <a:gd name="T23" fmla="*/ 5253 h 6293"/>
                <a:gd name="T24" fmla="*/ 0 w 1820"/>
                <a:gd name="T25" fmla="*/ 5505 h 6293"/>
                <a:gd name="T26" fmla="*/ 0 w 1820"/>
                <a:gd name="T27" fmla="*/ 1937 h 6293"/>
                <a:gd name="T28" fmla="*/ 0 w 1820"/>
                <a:gd name="T29" fmla="*/ 1937 h 6293"/>
                <a:gd name="T30" fmla="*/ 211 w 1820"/>
                <a:gd name="T31" fmla="*/ 417 h 6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20" h="6293">
                  <a:moveTo>
                    <a:pt x="211" y="417"/>
                  </a:moveTo>
                  <a:lnTo>
                    <a:pt x="281" y="0"/>
                  </a:lnTo>
                  <a:lnTo>
                    <a:pt x="1256" y="321"/>
                  </a:lnTo>
                  <a:lnTo>
                    <a:pt x="1256" y="321"/>
                  </a:lnTo>
                  <a:cubicBezTo>
                    <a:pt x="1256" y="321"/>
                    <a:pt x="1684" y="480"/>
                    <a:pt x="1752" y="986"/>
                  </a:cubicBezTo>
                  <a:lnTo>
                    <a:pt x="1752" y="986"/>
                  </a:lnTo>
                  <a:cubicBezTo>
                    <a:pt x="1819" y="1493"/>
                    <a:pt x="1790" y="4594"/>
                    <a:pt x="1790" y="4594"/>
                  </a:cubicBezTo>
                  <a:lnTo>
                    <a:pt x="1745" y="6292"/>
                  </a:lnTo>
                  <a:lnTo>
                    <a:pt x="1238" y="6292"/>
                  </a:lnTo>
                  <a:lnTo>
                    <a:pt x="1137" y="4099"/>
                  </a:lnTo>
                  <a:lnTo>
                    <a:pt x="1038" y="2849"/>
                  </a:lnTo>
                  <a:lnTo>
                    <a:pt x="968" y="5253"/>
                  </a:lnTo>
                  <a:lnTo>
                    <a:pt x="0" y="5505"/>
                  </a:lnTo>
                  <a:lnTo>
                    <a:pt x="0" y="1937"/>
                  </a:lnTo>
                  <a:lnTo>
                    <a:pt x="0" y="1937"/>
                  </a:lnTo>
                  <a:cubicBezTo>
                    <a:pt x="0" y="1937"/>
                    <a:pt x="40" y="484"/>
                    <a:pt x="211" y="417"/>
                  </a:cubicBezTo>
                </a:path>
              </a:pathLst>
            </a:custGeom>
            <a:solidFill>
              <a:srgbClr val="153D4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82" name="Freeform 50">
              <a:extLst>
                <a:ext uri="{FF2B5EF4-FFF2-40B4-BE49-F238E27FC236}">
                  <a16:creationId xmlns:a16="http://schemas.microsoft.com/office/drawing/2014/main" id="{84E25E50-8538-2045-8802-D5315FB05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2400" y="1916113"/>
              <a:ext cx="203200" cy="1354137"/>
            </a:xfrm>
            <a:custGeom>
              <a:avLst/>
              <a:gdLst>
                <a:gd name="T0" fmla="*/ 0 w 564"/>
                <a:gd name="T1" fmla="*/ 0 h 3761"/>
                <a:gd name="T2" fmla="*/ 563 w 564"/>
                <a:gd name="T3" fmla="*/ 202 h 3761"/>
                <a:gd name="T4" fmla="*/ 281 w 564"/>
                <a:gd name="T5" fmla="*/ 1193 h 3761"/>
                <a:gd name="T6" fmla="*/ 89 w 564"/>
                <a:gd name="T7" fmla="*/ 1317 h 3761"/>
                <a:gd name="T8" fmla="*/ 281 w 564"/>
                <a:gd name="T9" fmla="*/ 1508 h 3761"/>
                <a:gd name="T10" fmla="*/ 0 w 564"/>
                <a:gd name="T11" fmla="*/ 3760 h 3761"/>
                <a:gd name="T12" fmla="*/ 0 w 564"/>
                <a:gd name="T13" fmla="*/ 0 h 3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4" h="3761">
                  <a:moveTo>
                    <a:pt x="0" y="0"/>
                  </a:moveTo>
                  <a:lnTo>
                    <a:pt x="563" y="202"/>
                  </a:lnTo>
                  <a:lnTo>
                    <a:pt x="281" y="1193"/>
                  </a:lnTo>
                  <a:lnTo>
                    <a:pt x="89" y="1317"/>
                  </a:lnTo>
                  <a:lnTo>
                    <a:pt x="281" y="1508"/>
                  </a:lnTo>
                  <a:lnTo>
                    <a:pt x="0" y="3760"/>
                  </a:lnTo>
                  <a:lnTo>
                    <a:pt x="0" y="0"/>
                  </a:lnTo>
                </a:path>
              </a:pathLst>
            </a:custGeom>
            <a:solidFill>
              <a:srgbClr val="23526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83" name="Freeform 51">
              <a:extLst>
                <a:ext uri="{FF2B5EF4-FFF2-40B4-BE49-F238E27FC236}">
                  <a16:creationId xmlns:a16="http://schemas.microsoft.com/office/drawing/2014/main" id="{3B7BBC5B-E88B-A749-B73C-1CB4D9ED37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8825" y="2173288"/>
              <a:ext cx="357188" cy="1760537"/>
            </a:xfrm>
            <a:custGeom>
              <a:avLst/>
              <a:gdLst>
                <a:gd name="T0" fmla="*/ 0 w 991"/>
                <a:gd name="T1" fmla="*/ 1411 h 4890"/>
                <a:gd name="T2" fmla="*/ 0 w 991"/>
                <a:gd name="T3" fmla="*/ 3640 h 4890"/>
                <a:gd name="T4" fmla="*/ 157 w 991"/>
                <a:gd name="T5" fmla="*/ 4478 h 4890"/>
                <a:gd name="T6" fmla="*/ 990 w 991"/>
                <a:gd name="T7" fmla="*/ 4889 h 4890"/>
                <a:gd name="T8" fmla="*/ 990 w 991"/>
                <a:gd name="T9" fmla="*/ 1163 h 4890"/>
                <a:gd name="T10" fmla="*/ 853 w 991"/>
                <a:gd name="T11" fmla="*/ 0 h 4890"/>
                <a:gd name="T12" fmla="*/ 853 w 991"/>
                <a:gd name="T13" fmla="*/ 0 h 4890"/>
                <a:gd name="T14" fmla="*/ 0 w 991"/>
                <a:gd name="T15" fmla="*/ 1411 h 4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91" h="4890">
                  <a:moveTo>
                    <a:pt x="0" y="1411"/>
                  </a:moveTo>
                  <a:lnTo>
                    <a:pt x="0" y="3640"/>
                  </a:lnTo>
                  <a:lnTo>
                    <a:pt x="157" y="4478"/>
                  </a:lnTo>
                  <a:lnTo>
                    <a:pt x="990" y="4889"/>
                  </a:lnTo>
                  <a:lnTo>
                    <a:pt x="990" y="1163"/>
                  </a:lnTo>
                  <a:lnTo>
                    <a:pt x="853" y="0"/>
                  </a:lnTo>
                  <a:lnTo>
                    <a:pt x="853" y="0"/>
                  </a:lnTo>
                  <a:cubicBezTo>
                    <a:pt x="853" y="0"/>
                    <a:pt x="22" y="820"/>
                    <a:pt x="0" y="1411"/>
                  </a:cubicBezTo>
                </a:path>
              </a:pathLst>
            </a:custGeom>
            <a:solidFill>
              <a:srgbClr val="153D4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84" name="Freeform 52">
              <a:extLst>
                <a:ext uri="{FF2B5EF4-FFF2-40B4-BE49-F238E27FC236}">
                  <a16:creationId xmlns:a16="http://schemas.microsoft.com/office/drawing/2014/main" id="{6B43A1C8-1D77-9B49-8BD4-8165FD1DBD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16500" y="1958975"/>
              <a:ext cx="123825" cy="123825"/>
            </a:xfrm>
            <a:custGeom>
              <a:avLst/>
              <a:gdLst>
                <a:gd name="T0" fmla="*/ 172 w 346"/>
                <a:gd name="T1" fmla="*/ 1 h 346"/>
                <a:gd name="T2" fmla="*/ 172 w 346"/>
                <a:gd name="T3" fmla="*/ 0 h 346"/>
                <a:gd name="T4" fmla="*/ 172 w 346"/>
                <a:gd name="T5" fmla="*/ 0 h 346"/>
                <a:gd name="T6" fmla="*/ 172 w 346"/>
                <a:gd name="T7" fmla="*/ 0 h 346"/>
                <a:gd name="T8" fmla="*/ 172 w 346"/>
                <a:gd name="T9" fmla="*/ 1 h 346"/>
                <a:gd name="T10" fmla="*/ 0 w 346"/>
                <a:gd name="T11" fmla="*/ 102 h 346"/>
                <a:gd name="T12" fmla="*/ 9 w 346"/>
                <a:gd name="T13" fmla="*/ 252 h 346"/>
                <a:gd name="T14" fmla="*/ 70 w 346"/>
                <a:gd name="T15" fmla="*/ 345 h 346"/>
                <a:gd name="T16" fmla="*/ 172 w 346"/>
                <a:gd name="T17" fmla="*/ 345 h 346"/>
                <a:gd name="T18" fmla="*/ 172 w 346"/>
                <a:gd name="T19" fmla="*/ 345 h 346"/>
                <a:gd name="T20" fmla="*/ 275 w 346"/>
                <a:gd name="T21" fmla="*/ 345 h 346"/>
                <a:gd name="T22" fmla="*/ 335 w 346"/>
                <a:gd name="T23" fmla="*/ 252 h 346"/>
                <a:gd name="T24" fmla="*/ 345 w 346"/>
                <a:gd name="T25" fmla="*/ 102 h 346"/>
                <a:gd name="T26" fmla="*/ 172 w 346"/>
                <a:gd name="T27" fmla="*/ 1 h 3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46" h="346">
                  <a:moveTo>
                    <a:pt x="172" y="1"/>
                  </a:moveTo>
                  <a:lnTo>
                    <a:pt x="172" y="0"/>
                  </a:lnTo>
                  <a:lnTo>
                    <a:pt x="172" y="0"/>
                  </a:lnTo>
                  <a:lnTo>
                    <a:pt x="172" y="0"/>
                  </a:lnTo>
                  <a:lnTo>
                    <a:pt x="172" y="1"/>
                  </a:lnTo>
                  <a:lnTo>
                    <a:pt x="0" y="102"/>
                  </a:lnTo>
                  <a:lnTo>
                    <a:pt x="9" y="252"/>
                  </a:lnTo>
                  <a:lnTo>
                    <a:pt x="70" y="345"/>
                  </a:lnTo>
                  <a:lnTo>
                    <a:pt x="172" y="345"/>
                  </a:lnTo>
                  <a:lnTo>
                    <a:pt x="172" y="345"/>
                  </a:lnTo>
                  <a:lnTo>
                    <a:pt x="275" y="345"/>
                  </a:lnTo>
                  <a:lnTo>
                    <a:pt x="335" y="252"/>
                  </a:lnTo>
                  <a:lnTo>
                    <a:pt x="345" y="102"/>
                  </a:lnTo>
                  <a:lnTo>
                    <a:pt x="172" y="1"/>
                  </a:lnTo>
                </a:path>
              </a:pathLst>
            </a:custGeom>
            <a:solidFill>
              <a:srgbClr val="B9702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85" name="Freeform 53">
              <a:extLst>
                <a:ext uri="{FF2B5EF4-FFF2-40B4-BE49-F238E27FC236}">
                  <a16:creationId xmlns:a16="http://schemas.microsoft.com/office/drawing/2014/main" id="{87202395-E778-5741-9DD9-8A17CA94A7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24425" y="1846263"/>
              <a:ext cx="153988" cy="211137"/>
            </a:xfrm>
            <a:custGeom>
              <a:avLst/>
              <a:gdLst>
                <a:gd name="T0" fmla="*/ 0 w 428"/>
                <a:gd name="T1" fmla="*/ 191 h 586"/>
                <a:gd name="T2" fmla="*/ 119 w 428"/>
                <a:gd name="T3" fmla="*/ 0 h 586"/>
                <a:gd name="T4" fmla="*/ 427 w 428"/>
                <a:gd name="T5" fmla="*/ 312 h 586"/>
                <a:gd name="T6" fmla="*/ 251 w 428"/>
                <a:gd name="T7" fmla="*/ 585 h 586"/>
                <a:gd name="T8" fmla="*/ 0 w 428"/>
                <a:gd name="T9" fmla="*/ 191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8" h="586">
                  <a:moveTo>
                    <a:pt x="0" y="191"/>
                  </a:moveTo>
                  <a:lnTo>
                    <a:pt x="119" y="0"/>
                  </a:lnTo>
                  <a:lnTo>
                    <a:pt x="427" y="312"/>
                  </a:lnTo>
                  <a:lnTo>
                    <a:pt x="251" y="585"/>
                  </a:lnTo>
                  <a:lnTo>
                    <a:pt x="0" y="191"/>
                  </a:lnTo>
                </a:path>
              </a:pathLst>
            </a:custGeom>
            <a:solidFill>
              <a:srgbClr val="B2D0D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86" name="Freeform 54">
              <a:extLst>
                <a:ext uri="{FF2B5EF4-FFF2-40B4-BE49-F238E27FC236}">
                  <a16:creationId xmlns:a16="http://schemas.microsoft.com/office/drawing/2014/main" id="{D586AD9D-6A56-0844-B4DD-42C9D50F0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8413" y="1846263"/>
              <a:ext cx="153987" cy="211137"/>
            </a:xfrm>
            <a:custGeom>
              <a:avLst/>
              <a:gdLst>
                <a:gd name="T0" fmla="*/ 427 w 428"/>
                <a:gd name="T1" fmla="*/ 191 h 586"/>
                <a:gd name="T2" fmla="*/ 309 w 428"/>
                <a:gd name="T3" fmla="*/ 0 h 586"/>
                <a:gd name="T4" fmla="*/ 0 w 428"/>
                <a:gd name="T5" fmla="*/ 312 h 586"/>
                <a:gd name="T6" fmla="*/ 177 w 428"/>
                <a:gd name="T7" fmla="*/ 585 h 586"/>
                <a:gd name="T8" fmla="*/ 427 w 428"/>
                <a:gd name="T9" fmla="*/ 191 h 5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8" h="586">
                  <a:moveTo>
                    <a:pt x="427" y="191"/>
                  </a:moveTo>
                  <a:lnTo>
                    <a:pt x="309" y="0"/>
                  </a:lnTo>
                  <a:lnTo>
                    <a:pt x="0" y="312"/>
                  </a:lnTo>
                  <a:lnTo>
                    <a:pt x="177" y="585"/>
                  </a:lnTo>
                  <a:lnTo>
                    <a:pt x="427" y="191"/>
                  </a:lnTo>
                </a:path>
              </a:pathLst>
            </a:custGeom>
            <a:solidFill>
              <a:srgbClr val="B2D0D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87" name="Freeform 55">
              <a:extLst>
                <a:ext uri="{FF2B5EF4-FFF2-40B4-BE49-F238E27FC236}">
                  <a16:creationId xmlns:a16="http://schemas.microsoft.com/office/drawing/2014/main" id="{F3032F43-5E09-1B45-9DC9-44143A607F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9950" y="1252538"/>
              <a:ext cx="407988" cy="574675"/>
            </a:xfrm>
            <a:custGeom>
              <a:avLst/>
              <a:gdLst>
                <a:gd name="T0" fmla="*/ 603 w 1133"/>
                <a:gd name="T1" fmla="*/ 939 h 1598"/>
                <a:gd name="T2" fmla="*/ 366 w 1133"/>
                <a:gd name="T3" fmla="*/ 799 h 1598"/>
                <a:gd name="T4" fmla="*/ 34 w 1133"/>
                <a:gd name="T5" fmla="*/ 35 h 1598"/>
                <a:gd name="T6" fmla="*/ 0 w 1133"/>
                <a:gd name="T7" fmla="*/ 0 h 1598"/>
                <a:gd name="T8" fmla="*/ 0 w 1133"/>
                <a:gd name="T9" fmla="*/ 0 h 1598"/>
                <a:gd name="T10" fmla="*/ 82 w 1133"/>
                <a:gd name="T11" fmla="*/ 785 h 1598"/>
                <a:gd name="T12" fmla="*/ 82 w 1133"/>
                <a:gd name="T13" fmla="*/ 785 h 1598"/>
                <a:gd name="T14" fmla="*/ 1132 w 1133"/>
                <a:gd name="T15" fmla="*/ 1597 h 1598"/>
                <a:gd name="T16" fmla="*/ 1132 w 1133"/>
                <a:gd name="T17" fmla="*/ 1282 h 1598"/>
                <a:gd name="T18" fmla="*/ 603 w 1133"/>
                <a:gd name="T19" fmla="*/ 939 h 1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33" h="1598">
                  <a:moveTo>
                    <a:pt x="603" y="939"/>
                  </a:moveTo>
                  <a:lnTo>
                    <a:pt x="366" y="799"/>
                  </a:lnTo>
                  <a:lnTo>
                    <a:pt x="34" y="35"/>
                  </a:lnTo>
                  <a:lnTo>
                    <a:pt x="0" y="0"/>
                  </a:lnTo>
                  <a:lnTo>
                    <a:pt x="0" y="0"/>
                  </a:lnTo>
                  <a:cubicBezTo>
                    <a:pt x="0" y="28"/>
                    <a:pt x="82" y="785"/>
                    <a:pt x="82" y="785"/>
                  </a:cubicBezTo>
                  <a:lnTo>
                    <a:pt x="82" y="785"/>
                  </a:lnTo>
                  <a:cubicBezTo>
                    <a:pt x="82" y="785"/>
                    <a:pt x="332" y="1296"/>
                    <a:pt x="1132" y="1597"/>
                  </a:cubicBezTo>
                  <a:lnTo>
                    <a:pt x="1132" y="1282"/>
                  </a:lnTo>
                  <a:lnTo>
                    <a:pt x="603" y="939"/>
                  </a:lnTo>
                </a:path>
              </a:pathLst>
            </a:custGeom>
            <a:solidFill>
              <a:srgbClr val="4029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88" name="Freeform 56">
              <a:extLst>
                <a:ext uri="{FF2B5EF4-FFF2-40B4-BE49-F238E27FC236}">
                  <a16:creationId xmlns:a16="http://schemas.microsoft.com/office/drawing/2014/main" id="{BC2A7BBB-737E-2C49-B60C-15378CA398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7938" y="1252538"/>
              <a:ext cx="406400" cy="574675"/>
            </a:xfrm>
            <a:custGeom>
              <a:avLst/>
              <a:gdLst>
                <a:gd name="T0" fmla="*/ 527 w 1131"/>
                <a:gd name="T1" fmla="*/ 939 h 1598"/>
                <a:gd name="T2" fmla="*/ 764 w 1131"/>
                <a:gd name="T3" fmla="*/ 799 h 1598"/>
                <a:gd name="T4" fmla="*/ 1096 w 1131"/>
                <a:gd name="T5" fmla="*/ 35 h 1598"/>
                <a:gd name="T6" fmla="*/ 1130 w 1131"/>
                <a:gd name="T7" fmla="*/ 0 h 1598"/>
                <a:gd name="T8" fmla="*/ 1130 w 1131"/>
                <a:gd name="T9" fmla="*/ 0 h 1598"/>
                <a:gd name="T10" fmla="*/ 1049 w 1131"/>
                <a:gd name="T11" fmla="*/ 785 h 1598"/>
                <a:gd name="T12" fmla="*/ 1049 w 1131"/>
                <a:gd name="T13" fmla="*/ 785 h 1598"/>
                <a:gd name="T14" fmla="*/ 0 w 1131"/>
                <a:gd name="T15" fmla="*/ 1597 h 1598"/>
                <a:gd name="T16" fmla="*/ 0 w 1131"/>
                <a:gd name="T17" fmla="*/ 1282 h 1598"/>
                <a:gd name="T18" fmla="*/ 527 w 1131"/>
                <a:gd name="T19" fmla="*/ 939 h 15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31" h="1598">
                  <a:moveTo>
                    <a:pt x="527" y="939"/>
                  </a:moveTo>
                  <a:lnTo>
                    <a:pt x="764" y="799"/>
                  </a:lnTo>
                  <a:lnTo>
                    <a:pt x="1096" y="35"/>
                  </a:lnTo>
                  <a:lnTo>
                    <a:pt x="1130" y="0"/>
                  </a:lnTo>
                  <a:lnTo>
                    <a:pt x="1130" y="0"/>
                  </a:lnTo>
                  <a:cubicBezTo>
                    <a:pt x="1130" y="28"/>
                    <a:pt x="1049" y="785"/>
                    <a:pt x="1049" y="785"/>
                  </a:cubicBezTo>
                  <a:lnTo>
                    <a:pt x="1049" y="785"/>
                  </a:lnTo>
                  <a:cubicBezTo>
                    <a:pt x="1049" y="785"/>
                    <a:pt x="798" y="1296"/>
                    <a:pt x="0" y="1597"/>
                  </a:cubicBezTo>
                  <a:lnTo>
                    <a:pt x="0" y="1282"/>
                  </a:lnTo>
                  <a:lnTo>
                    <a:pt x="527" y="939"/>
                  </a:lnTo>
                </a:path>
              </a:pathLst>
            </a:custGeom>
            <a:solidFill>
              <a:srgbClr val="40291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89" name="Freeform 57">
              <a:extLst>
                <a:ext uri="{FF2B5EF4-FFF2-40B4-BE49-F238E27FC236}">
                  <a16:creationId xmlns:a16="http://schemas.microsoft.com/office/drawing/2014/main" id="{77906333-3D55-E846-AEC1-F0345AACF6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0700" y="4217988"/>
              <a:ext cx="247650" cy="212725"/>
            </a:xfrm>
            <a:custGeom>
              <a:avLst/>
              <a:gdLst>
                <a:gd name="T0" fmla="*/ 303 w 689"/>
                <a:gd name="T1" fmla="*/ 0 h 590"/>
                <a:gd name="T2" fmla="*/ 303 w 689"/>
                <a:gd name="T3" fmla="*/ 0 h 590"/>
                <a:gd name="T4" fmla="*/ 245 w 689"/>
                <a:gd name="T5" fmla="*/ 121 h 590"/>
                <a:gd name="T6" fmla="*/ 245 w 689"/>
                <a:gd name="T7" fmla="*/ 121 h 590"/>
                <a:gd name="T8" fmla="*/ 9 w 689"/>
                <a:gd name="T9" fmla="*/ 339 h 590"/>
                <a:gd name="T10" fmla="*/ 9 w 689"/>
                <a:gd name="T11" fmla="*/ 339 h 590"/>
                <a:gd name="T12" fmla="*/ 106 w 689"/>
                <a:gd name="T13" fmla="*/ 353 h 590"/>
                <a:gd name="T14" fmla="*/ 106 w 689"/>
                <a:gd name="T15" fmla="*/ 353 h 590"/>
                <a:gd name="T16" fmla="*/ 237 w 689"/>
                <a:gd name="T17" fmla="*/ 275 h 590"/>
                <a:gd name="T18" fmla="*/ 237 w 689"/>
                <a:gd name="T19" fmla="*/ 275 h 590"/>
                <a:gd name="T20" fmla="*/ 257 w 689"/>
                <a:gd name="T21" fmla="*/ 431 h 590"/>
                <a:gd name="T22" fmla="*/ 257 w 689"/>
                <a:gd name="T23" fmla="*/ 431 h 590"/>
                <a:gd name="T24" fmla="*/ 295 w 689"/>
                <a:gd name="T25" fmla="*/ 573 h 590"/>
                <a:gd name="T26" fmla="*/ 295 w 689"/>
                <a:gd name="T27" fmla="*/ 573 h 590"/>
                <a:gd name="T28" fmla="*/ 376 w 689"/>
                <a:gd name="T29" fmla="*/ 585 h 590"/>
                <a:gd name="T30" fmla="*/ 376 w 689"/>
                <a:gd name="T31" fmla="*/ 585 h 590"/>
                <a:gd name="T32" fmla="*/ 441 w 689"/>
                <a:gd name="T33" fmla="*/ 577 h 590"/>
                <a:gd name="T34" fmla="*/ 441 w 689"/>
                <a:gd name="T35" fmla="*/ 577 h 590"/>
                <a:gd name="T36" fmla="*/ 522 w 689"/>
                <a:gd name="T37" fmla="*/ 566 h 590"/>
                <a:gd name="T38" fmla="*/ 522 w 689"/>
                <a:gd name="T39" fmla="*/ 566 h 590"/>
                <a:gd name="T40" fmla="*/ 598 w 689"/>
                <a:gd name="T41" fmla="*/ 533 h 590"/>
                <a:gd name="T42" fmla="*/ 598 w 689"/>
                <a:gd name="T43" fmla="*/ 533 h 590"/>
                <a:gd name="T44" fmla="*/ 666 w 689"/>
                <a:gd name="T45" fmla="*/ 495 h 590"/>
                <a:gd name="T46" fmla="*/ 666 w 689"/>
                <a:gd name="T47" fmla="*/ 495 h 590"/>
                <a:gd name="T48" fmla="*/ 688 w 689"/>
                <a:gd name="T49" fmla="*/ 330 h 590"/>
                <a:gd name="T50" fmla="*/ 688 w 689"/>
                <a:gd name="T51" fmla="*/ 330 h 590"/>
                <a:gd name="T52" fmla="*/ 662 w 689"/>
                <a:gd name="T53" fmla="*/ 76 h 590"/>
                <a:gd name="T54" fmla="*/ 662 w 689"/>
                <a:gd name="T55" fmla="*/ 76 h 590"/>
                <a:gd name="T56" fmla="*/ 647 w 689"/>
                <a:gd name="T57" fmla="*/ 0 h 590"/>
                <a:gd name="T58" fmla="*/ 303 w 689"/>
                <a:gd name="T59" fmla="*/ 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89" h="590">
                  <a:moveTo>
                    <a:pt x="303" y="0"/>
                  </a:moveTo>
                  <a:lnTo>
                    <a:pt x="303" y="0"/>
                  </a:lnTo>
                  <a:cubicBezTo>
                    <a:pt x="303" y="0"/>
                    <a:pt x="290" y="83"/>
                    <a:pt x="245" y="121"/>
                  </a:cubicBezTo>
                  <a:lnTo>
                    <a:pt x="245" y="121"/>
                  </a:lnTo>
                  <a:cubicBezTo>
                    <a:pt x="201" y="159"/>
                    <a:pt x="0" y="308"/>
                    <a:pt x="9" y="339"/>
                  </a:cubicBezTo>
                  <a:lnTo>
                    <a:pt x="9" y="339"/>
                  </a:lnTo>
                  <a:cubicBezTo>
                    <a:pt x="19" y="369"/>
                    <a:pt x="61" y="382"/>
                    <a:pt x="106" y="353"/>
                  </a:cubicBezTo>
                  <a:lnTo>
                    <a:pt x="106" y="353"/>
                  </a:lnTo>
                  <a:cubicBezTo>
                    <a:pt x="151" y="325"/>
                    <a:pt x="223" y="278"/>
                    <a:pt x="237" y="275"/>
                  </a:cubicBezTo>
                  <a:lnTo>
                    <a:pt x="237" y="275"/>
                  </a:lnTo>
                  <a:cubicBezTo>
                    <a:pt x="251" y="273"/>
                    <a:pt x="257" y="396"/>
                    <a:pt x="257" y="431"/>
                  </a:cubicBezTo>
                  <a:lnTo>
                    <a:pt x="257" y="431"/>
                  </a:lnTo>
                  <a:cubicBezTo>
                    <a:pt x="257" y="467"/>
                    <a:pt x="271" y="564"/>
                    <a:pt x="295" y="573"/>
                  </a:cubicBezTo>
                  <a:lnTo>
                    <a:pt x="295" y="573"/>
                  </a:lnTo>
                  <a:cubicBezTo>
                    <a:pt x="319" y="583"/>
                    <a:pt x="363" y="589"/>
                    <a:pt x="376" y="585"/>
                  </a:cubicBezTo>
                  <a:lnTo>
                    <a:pt x="376" y="585"/>
                  </a:lnTo>
                  <a:cubicBezTo>
                    <a:pt x="387" y="580"/>
                    <a:pt x="418" y="587"/>
                    <a:pt x="441" y="577"/>
                  </a:cubicBezTo>
                  <a:lnTo>
                    <a:pt x="441" y="577"/>
                  </a:lnTo>
                  <a:cubicBezTo>
                    <a:pt x="466" y="568"/>
                    <a:pt x="494" y="578"/>
                    <a:pt x="522" y="566"/>
                  </a:cubicBezTo>
                  <a:lnTo>
                    <a:pt x="522" y="566"/>
                  </a:lnTo>
                  <a:cubicBezTo>
                    <a:pt x="551" y="555"/>
                    <a:pt x="577" y="542"/>
                    <a:pt x="598" y="533"/>
                  </a:cubicBezTo>
                  <a:lnTo>
                    <a:pt x="598" y="533"/>
                  </a:lnTo>
                  <a:cubicBezTo>
                    <a:pt x="619" y="523"/>
                    <a:pt x="662" y="521"/>
                    <a:pt x="666" y="495"/>
                  </a:cubicBezTo>
                  <a:lnTo>
                    <a:pt x="666" y="495"/>
                  </a:lnTo>
                  <a:cubicBezTo>
                    <a:pt x="671" y="469"/>
                    <a:pt x="688" y="417"/>
                    <a:pt x="688" y="330"/>
                  </a:cubicBezTo>
                  <a:lnTo>
                    <a:pt x="688" y="330"/>
                  </a:lnTo>
                  <a:cubicBezTo>
                    <a:pt x="688" y="242"/>
                    <a:pt x="671" y="145"/>
                    <a:pt x="662" y="76"/>
                  </a:cubicBezTo>
                  <a:lnTo>
                    <a:pt x="662" y="76"/>
                  </a:lnTo>
                  <a:cubicBezTo>
                    <a:pt x="652" y="8"/>
                    <a:pt x="647" y="0"/>
                    <a:pt x="647" y="0"/>
                  </a:cubicBezTo>
                  <a:lnTo>
                    <a:pt x="303" y="0"/>
                  </a:lnTo>
                </a:path>
              </a:pathLst>
            </a:custGeom>
            <a:solidFill>
              <a:srgbClr val="DDBB9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90" name="Freeform 58">
              <a:extLst>
                <a:ext uri="{FF2B5EF4-FFF2-40B4-BE49-F238E27FC236}">
                  <a16:creationId xmlns:a16="http://schemas.microsoft.com/office/drawing/2014/main" id="{988C99B3-3655-CE49-A6D6-9DF6DBB0D3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063" y="3217863"/>
              <a:ext cx="187325" cy="630237"/>
            </a:xfrm>
            <a:custGeom>
              <a:avLst/>
              <a:gdLst>
                <a:gd name="T0" fmla="*/ 0 w 519"/>
                <a:gd name="T1" fmla="*/ 97 h 1750"/>
                <a:gd name="T2" fmla="*/ 10 w 519"/>
                <a:gd name="T3" fmla="*/ 32 h 1750"/>
                <a:gd name="T4" fmla="*/ 10 w 519"/>
                <a:gd name="T5" fmla="*/ 0 h 1750"/>
                <a:gd name="T6" fmla="*/ 518 w 519"/>
                <a:gd name="T7" fmla="*/ 1749 h 1750"/>
                <a:gd name="T8" fmla="*/ 488 w 519"/>
                <a:gd name="T9" fmla="*/ 1734 h 1750"/>
                <a:gd name="T10" fmla="*/ 0 w 519"/>
                <a:gd name="T11" fmla="*/ 97 h 17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9" h="1750">
                  <a:moveTo>
                    <a:pt x="0" y="97"/>
                  </a:moveTo>
                  <a:lnTo>
                    <a:pt x="10" y="32"/>
                  </a:lnTo>
                  <a:lnTo>
                    <a:pt x="10" y="0"/>
                  </a:lnTo>
                  <a:lnTo>
                    <a:pt x="518" y="1749"/>
                  </a:lnTo>
                  <a:lnTo>
                    <a:pt x="488" y="1734"/>
                  </a:lnTo>
                  <a:lnTo>
                    <a:pt x="0" y="97"/>
                  </a:lnTo>
                </a:path>
              </a:pathLst>
            </a:custGeom>
            <a:solidFill>
              <a:srgbClr val="0F323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91" name="Freeform 59">
              <a:extLst>
                <a:ext uri="{FF2B5EF4-FFF2-40B4-BE49-F238E27FC236}">
                  <a16:creationId xmlns:a16="http://schemas.microsoft.com/office/drawing/2014/main" id="{EBCD2735-80FF-0742-B0D4-7F8DD7102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7238" y="2678113"/>
              <a:ext cx="77787" cy="207962"/>
            </a:xfrm>
            <a:custGeom>
              <a:avLst/>
              <a:gdLst>
                <a:gd name="T0" fmla="*/ 154 w 218"/>
                <a:gd name="T1" fmla="*/ 31 h 578"/>
                <a:gd name="T2" fmla="*/ 217 w 218"/>
                <a:gd name="T3" fmla="*/ 0 h 578"/>
                <a:gd name="T4" fmla="*/ 3 w 218"/>
                <a:gd name="T5" fmla="*/ 577 h 578"/>
                <a:gd name="T6" fmla="*/ 0 w 218"/>
                <a:gd name="T7" fmla="*/ 528 h 578"/>
                <a:gd name="T8" fmla="*/ 154 w 218"/>
                <a:gd name="T9" fmla="*/ 31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8" h="578">
                  <a:moveTo>
                    <a:pt x="154" y="31"/>
                  </a:moveTo>
                  <a:lnTo>
                    <a:pt x="217" y="0"/>
                  </a:lnTo>
                  <a:lnTo>
                    <a:pt x="3" y="577"/>
                  </a:lnTo>
                  <a:lnTo>
                    <a:pt x="0" y="528"/>
                  </a:lnTo>
                  <a:lnTo>
                    <a:pt x="154" y="31"/>
                  </a:lnTo>
                </a:path>
              </a:pathLst>
            </a:custGeom>
            <a:solidFill>
              <a:srgbClr val="0F323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92" name="Freeform 60">
              <a:extLst>
                <a:ext uri="{FF2B5EF4-FFF2-40B4-BE49-F238E27FC236}">
                  <a16:creationId xmlns:a16="http://schemas.microsoft.com/office/drawing/2014/main" id="{4954BE97-719D-DB45-A8CB-22EAE1DF6F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450" y="1958975"/>
              <a:ext cx="665163" cy="2055813"/>
            </a:xfrm>
            <a:custGeom>
              <a:avLst/>
              <a:gdLst>
                <a:gd name="T0" fmla="*/ 1138 w 1848"/>
                <a:gd name="T1" fmla="*/ 1995 h 5711"/>
                <a:gd name="T2" fmla="*/ 1138 w 1848"/>
                <a:gd name="T3" fmla="*/ 1995 h 5711"/>
                <a:gd name="T4" fmla="*/ 777 w 1848"/>
                <a:gd name="T5" fmla="*/ 3076 h 5711"/>
                <a:gd name="T6" fmla="*/ 777 w 1848"/>
                <a:gd name="T7" fmla="*/ 3076 h 5711"/>
                <a:gd name="T8" fmla="*/ 1486 w 1848"/>
                <a:gd name="T9" fmla="*/ 5485 h 5711"/>
                <a:gd name="T10" fmla="*/ 1036 w 1848"/>
                <a:gd name="T11" fmla="*/ 5710 h 5711"/>
                <a:gd name="T12" fmla="*/ 1036 w 1848"/>
                <a:gd name="T13" fmla="*/ 5710 h 5711"/>
                <a:gd name="T14" fmla="*/ 0 w 1848"/>
                <a:gd name="T15" fmla="*/ 3470 h 5711"/>
                <a:gd name="T16" fmla="*/ 0 w 1848"/>
                <a:gd name="T17" fmla="*/ 3470 h 5711"/>
                <a:gd name="T18" fmla="*/ 349 w 1848"/>
                <a:gd name="T19" fmla="*/ 791 h 5711"/>
                <a:gd name="T20" fmla="*/ 349 w 1848"/>
                <a:gd name="T21" fmla="*/ 791 h 5711"/>
                <a:gd name="T22" fmla="*/ 1576 w 1848"/>
                <a:gd name="T23" fmla="*/ 0 h 5711"/>
                <a:gd name="T24" fmla="*/ 1847 w 1848"/>
                <a:gd name="T25" fmla="*/ 802 h 5711"/>
                <a:gd name="T26" fmla="*/ 1847 w 1848"/>
                <a:gd name="T27" fmla="*/ 1444 h 5711"/>
                <a:gd name="T28" fmla="*/ 1138 w 1848"/>
                <a:gd name="T29" fmla="*/ 1995 h 57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48" h="5711">
                  <a:moveTo>
                    <a:pt x="1138" y="1995"/>
                  </a:moveTo>
                  <a:lnTo>
                    <a:pt x="1138" y="1995"/>
                  </a:lnTo>
                  <a:cubicBezTo>
                    <a:pt x="1138" y="1995"/>
                    <a:pt x="720" y="2986"/>
                    <a:pt x="777" y="3076"/>
                  </a:cubicBezTo>
                  <a:lnTo>
                    <a:pt x="777" y="3076"/>
                  </a:lnTo>
                  <a:cubicBezTo>
                    <a:pt x="833" y="3166"/>
                    <a:pt x="1486" y="5485"/>
                    <a:pt x="1486" y="5485"/>
                  </a:cubicBezTo>
                  <a:lnTo>
                    <a:pt x="1036" y="5710"/>
                  </a:lnTo>
                  <a:lnTo>
                    <a:pt x="1036" y="5710"/>
                  </a:lnTo>
                  <a:cubicBezTo>
                    <a:pt x="1036" y="5710"/>
                    <a:pt x="0" y="3538"/>
                    <a:pt x="0" y="3470"/>
                  </a:cubicBezTo>
                  <a:lnTo>
                    <a:pt x="0" y="3470"/>
                  </a:lnTo>
                  <a:cubicBezTo>
                    <a:pt x="0" y="3403"/>
                    <a:pt x="315" y="892"/>
                    <a:pt x="349" y="791"/>
                  </a:cubicBezTo>
                  <a:lnTo>
                    <a:pt x="349" y="791"/>
                  </a:lnTo>
                  <a:cubicBezTo>
                    <a:pt x="383" y="689"/>
                    <a:pt x="314" y="471"/>
                    <a:pt x="1576" y="0"/>
                  </a:cubicBezTo>
                  <a:lnTo>
                    <a:pt x="1847" y="802"/>
                  </a:lnTo>
                  <a:lnTo>
                    <a:pt x="1847" y="1444"/>
                  </a:lnTo>
                  <a:lnTo>
                    <a:pt x="1138" y="1995"/>
                  </a:lnTo>
                </a:path>
              </a:pathLst>
            </a:custGeom>
            <a:solidFill>
              <a:srgbClr val="153D47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  <p:sp>
          <p:nvSpPr>
            <p:cNvPr id="93" name="Freeform 61">
              <a:extLst>
                <a:ext uri="{FF2B5EF4-FFF2-40B4-BE49-F238E27FC236}">
                  <a16:creationId xmlns:a16="http://schemas.microsoft.com/office/drawing/2014/main" id="{088E23CA-A113-E14F-8CE4-E3F7D89A7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1225" y="1916113"/>
              <a:ext cx="203200" cy="1354137"/>
            </a:xfrm>
            <a:custGeom>
              <a:avLst/>
              <a:gdLst>
                <a:gd name="T0" fmla="*/ 563 w 564"/>
                <a:gd name="T1" fmla="*/ 0 h 3761"/>
                <a:gd name="T2" fmla="*/ 0 w 564"/>
                <a:gd name="T3" fmla="*/ 202 h 3761"/>
                <a:gd name="T4" fmla="*/ 282 w 564"/>
                <a:gd name="T5" fmla="*/ 1193 h 3761"/>
                <a:gd name="T6" fmla="*/ 473 w 564"/>
                <a:gd name="T7" fmla="*/ 1317 h 3761"/>
                <a:gd name="T8" fmla="*/ 282 w 564"/>
                <a:gd name="T9" fmla="*/ 1508 h 3761"/>
                <a:gd name="T10" fmla="*/ 563 w 564"/>
                <a:gd name="T11" fmla="*/ 3760 h 3761"/>
                <a:gd name="T12" fmla="*/ 563 w 564"/>
                <a:gd name="T13" fmla="*/ 0 h 37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64" h="3761">
                  <a:moveTo>
                    <a:pt x="563" y="0"/>
                  </a:moveTo>
                  <a:lnTo>
                    <a:pt x="0" y="202"/>
                  </a:lnTo>
                  <a:lnTo>
                    <a:pt x="282" y="1193"/>
                  </a:lnTo>
                  <a:lnTo>
                    <a:pt x="473" y="1317"/>
                  </a:lnTo>
                  <a:lnTo>
                    <a:pt x="282" y="1508"/>
                  </a:lnTo>
                  <a:lnTo>
                    <a:pt x="563" y="3760"/>
                  </a:lnTo>
                  <a:lnTo>
                    <a:pt x="563" y="0"/>
                  </a:lnTo>
                </a:path>
              </a:pathLst>
            </a:custGeom>
            <a:solidFill>
              <a:srgbClr val="23526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>
                  <a:solidFill>
                    <a:srgbClr val="808080"/>
                  </a:solidFill>
                  <a:bevel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900" dirty="0">
                <a:latin typeface="Lato Light" panose="020F0502020204030203" pitchFamily="34" charset="0"/>
              </a:endParaRPr>
            </a:p>
          </p:txBody>
        </p:sp>
      </p:grpSp>
      <p:sp>
        <p:nvSpPr>
          <p:cNvPr id="3" name="Título 1">
            <a:extLst>
              <a:ext uri="{FF2B5EF4-FFF2-40B4-BE49-F238E27FC236}">
                <a16:creationId xmlns:a16="http://schemas.microsoft.com/office/drawing/2014/main" id="{95E0A45F-672B-0E16-A0A7-DCDF3A8E9F16}"/>
              </a:ext>
            </a:extLst>
          </p:cNvPr>
          <p:cNvSpPr txBox="1">
            <a:spLocks/>
          </p:cNvSpPr>
          <p:nvPr/>
        </p:nvSpPr>
        <p:spPr>
          <a:xfrm>
            <a:off x="292288" y="377264"/>
            <a:ext cx="9083723" cy="72025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/>
              <a:t>02. GESTIONAR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388268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E67A7AB4-1E04-944B-BD4F-5CEF5019F2D9}"/>
              </a:ext>
            </a:extLst>
          </p:cNvPr>
          <p:cNvSpPr/>
          <p:nvPr/>
        </p:nvSpPr>
        <p:spPr>
          <a:xfrm>
            <a:off x="2037516" y="1965651"/>
            <a:ext cx="3062288" cy="2336800"/>
          </a:xfrm>
          <a:prstGeom prst="roundRect">
            <a:avLst>
              <a:gd name="adj" fmla="val 1652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6" name="Rounded Rectangle 24">
            <a:extLst>
              <a:ext uri="{FF2B5EF4-FFF2-40B4-BE49-F238E27FC236}">
                <a16:creationId xmlns:a16="http://schemas.microsoft.com/office/drawing/2014/main" id="{88116CA4-96D1-844C-9566-CCE42766F368}"/>
              </a:ext>
            </a:extLst>
          </p:cNvPr>
          <p:cNvSpPr/>
          <p:nvPr/>
        </p:nvSpPr>
        <p:spPr>
          <a:xfrm>
            <a:off x="5332371" y="1965651"/>
            <a:ext cx="3062288" cy="2336800"/>
          </a:xfrm>
          <a:prstGeom prst="roundRect">
            <a:avLst>
              <a:gd name="adj" fmla="val 16522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9" name="Rounded Rectangle 28">
            <a:extLst>
              <a:ext uri="{FF2B5EF4-FFF2-40B4-BE49-F238E27FC236}">
                <a16:creationId xmlns:a16="http://schemas.microsoft.com/office/drawing/2014/main" id="{BAC87F29-AD40-5B46-BAEB-791F7D813AB4}"/>
              </a:ext>
            </a:extLst>
          </p:cNvPr>
          <p:cNvSpPr/>
          <p:nvPr/>
        </p:nvSpPr>
        <p:spPr>
          <a:xfrm>
            <a:off x="8612719" y="1965651"/>
            <a:ext cx="3062288" cy="2336800"/>
          </a:xfrm>
          <a:prstGeom prst="roundRect">
            <a:avLst>
              <a:gd name="adj" fmla="val 1652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2" name="Rounded Rectangle 38">
            <a:extLst>
              <a:ext uri="{FF2B5EF4-FFF2-40B4-BE49-F238E27FC236}">
                <a16:creationId xmlns:a16="http://schemas.microsoft.com/office/drawing/2014/main" id="{F780E226-0A88-8C4F-8DC6-6A59E7D045C0}"/>
              </a:ext>
            </a:extLst>
          </p:cNvPr>
          <p:cNvSpPr/>
          <p:nvPr/>
        </p:nvSpPr>
        <p:spPr>
          <a:xfrm>
            <a:off x="3567419" y="4393524"/>
            <a:ext cx="3062288" cy="2336800"/>
          </a:xfrm>
          <a:prstGeom prst="roundRect">
            <a:avLst>
              <a:gd name="adj" fmla="val 1652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5" name="Rounded Rectangle 35">
            <a:extLst>
              <a:ext uri="{FF2B5EF4-FFF2-40B4-BE49-F238E27FC236}">
                <a16:creationId xmlns:a16="http://schemas.microsoft.com/office/drawing/2014/main" id="{97EE5DB6-D0E0-AB40-9C2F-B4A91A0CB3B3}"/>
              </a:ext>
            </a:extLst>
          </p:cNvPr>
          <p:cNvSpPr/>
          <p:nvPr/>
        </p:nvSpPr>
        <p:spPr>
          <a:xfrm>
            <a:off x="7370277" y="4393524"/>
            <a:ext cx="3062288" cy="2336800"/>
          </a:xfrm>
          <a:prstGeom prst="roundRect">
            <a:avLst>
              <a:gd name="adj" fmla="val 1652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68484AF0-C3D0-B94C-9CB4-A0651F55CC7C}"/>
              </a:ext>
            </a:extLst>
          </p:cNvPr>
          <p:cNvSpPr txBox="1">
            <a:spLocks/>
          </p:cNvSpPr>
          <p:nvPr/>
        </p:nvSpPr>
        <p:spPr>
          <a:xfrm>
            <a:off x="2355810" y="2685408"/>
            <a:ext cx="2425700" cy="73866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Cualquier miembro del equipo puede demostrar liderazgo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C96A6D87-4009-4444-9774-CFFFBEBEFBD5}"/>
              </a:ext>
            </a:extLst>
          </p:cNvPr>
          <p:cNvSpPr txBox="1">
            <a:spLocks/>
          </p:cNvSpPr>
          <p:nvPr/>
        </p:nvSpPr>
        <p:spPr>
          <a:xfrm>
            <a:off x="5696106" y="2735691"/>
            <a:ext cx="2425700" cy="507831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Liderazgo es diferente a autoridad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9DEE34F2-1130-0C40-A624-AA3F3A91F204}"/>
              </a:ext>
            </a:extLst>
          </p:cNvPr>
          <p:cNvSpPr txBox="1">
            <a:spLocks/>
          </p:cNvSpPr>
          <p:nvPr/>
        </p:nvSpPr>
        <p:spPr>
          <a:xfrm>
            <a:off x="8931013" y="2620274"/>
            <a:ext cx="2425700" cy="73866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Los  líderes efectivos adaptan su estilo según la situación</a:t>
            </a:r>
          </a:p>
        </p:txBody>
      </p:sp>
      <p:sp>
        <p:nvSpPr>
          <p:cNvPr id="21" name="Subtitle 2">
            <a:extLst>
              <a:ext uri="{FF2B5EF4-FFF2-40B4-BE49-F238E27FC236}">
                <a16:creationId xmlns:a16="http://schemas.microsoft.com/office/drawing/2014/main" id="{C04F392F-93BE-C044-814C-0CE2B426C8E0}"/>
              </a:ext>
            </a:extLst>
          </p:cNvPr>
          <p:cNvSpPr txBox="1">
            <a:spLocks/>
          </p:cNvSpPr>
          <p:nvPr/>
        </p:nvSpPr>
        <p:spPr>
          <a:xfrm>
            <a:off x="7688571" y="5192592"/>
            <a:ext cx="2425700" cy="73866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Comportamiento deseado: honestidad, integridad y conducta ética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9B1584F-5E50-0F4D-8A35-7EAEDD0EB57F}"/>
              </a:ext>
            </a:extLst>
          </p:cNvPr>
          <p:cNvSpPr txBox="1">
            <a:spLocks/>
          </p:cNvSpPr>
          <p:nvPr/>
        </p:nvSpPr>
        <p:spPr>
          <a:xfrm>
            <a:off x="3885713" y="4961759"/>
            <a:ext cx="2425700" cy="969496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0"/>
              </a:lnSpc>
            </a:pPr>
            <a:r>
              <a:rPr lang="en-US" sz="16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Los mejores líderes reconocen las diferencias en la motivación entre los miembros del equipo.</a:t>
            </a:r>
          </a:p>
        </p:txBody>
      </p:sp>
      <p:sp>
        <p:nvSpPr>
          <p:cNvPr id="24" name="Flecha arriba y abajo 23"/>
          <p:cNvSpPr/>
          <p:nvPr/>
        </p:nvSpPr>
        <p:spPr>
          <a:xfrm>
            <a:off x="665747" y="1965651"/>
            <a:ext cx="631200" cy="4764673"/>
          </a:xfrm>
          <a:prstGeom prst="up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LIDERAZGO</a:t>
            </a:r>
            <a:endParaRPr lang="en-US" b="1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D37A84C0-8DA7-9018-AEBF-4A7EC64677A5}"/>
              </a:ext>
            </a:extLst>
          </p:cNvPr>
          <p:cNvSpPr txBox="1">
            <a:spLocks/>
          </p:cNvSpPr>
          <p:nvPr/>
        </p:nvSpPr>
        <p:spPr>
          <a:xfrm>
            <a:off x="292288" y="377264"/>
            <a:ext cx="9083723" cy="72025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/>
              <a:t>02. GESTIONAR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572707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Imagen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8" y="1946317"/>
            <a:ext cx="5137683" cy="4644816"/>
          </a:xfrm>
          <a:prstGeom prst="rect">
            <a:avLst/>
          </a:prstGeom>
        </p:spPr>
      </p:pic>
      <p:sp>
        <p:nvSpPr>
          <p:cNvPr id="100" name="Freeform: Shape 606">
            <a:extLst>
              <a:ext uri="{FF2B5EF4-FFF2-40B4-BE49-F238E27FC236}">
                <a16:creationId xmlns:a16="http://schemas.microsoft.com/office/drawing/2014/main" id="{FF0EE9DE-0CEA-5B41-9662-29033ED5F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9145" y="2789653"/>
            <a:ext cx="1264795" cy="905061"/>
          </a:xfrm>
          <a:custGeom>
            <a:avLst/>
            <a:gdLst>
              <a:gd name="connsiteX0" fmla="*/ 2179135 w 2202284"/>
              <a:gd name="connsiteY0" fmla="*/ 1505682 h 1575910"/>
              <a:gd name="connsiteX1" fmla="*/ 2202284 w 2202284"/>
              <a:gd name="connsiteY1" fmla="*/ 1563802 h 1575910"/>
              <a:gd name="connsiteX2" fmla="*/ 2164988 w 2202284"/>
              <a:gd name="connsiteY2" fmla="*/ 1575910 h 1575910"/>
              <a:gd name="connsiteX3" fmla="*/ 2143125 w 2202284"/>
              <a:gd name="connsiteY3" fmla="*/ 1519001 h 1575910"/>
              <a:gd name="connsiteX4" fmla="*/ 2079123 w 2202284"/>
              <a:gd name="connsiteY4" fmla="*/ 1269391 h 1575910"/>
              <a:gd name="connsiteX5" fmla="*/ 2108861 w 2202284"/>
              <a:gd name="connsiteY5" fmla="*/ 1327091 h 1575910"/>
              <a:gd name="connsiteX6" fmla="*/ 2072658 w 2202284"/>
              <a:gd name="connsiteY6" fmla="*/ 1345042 h 1575910"/>
              <a:gd name="connsiteX7" fmla="*/ 2044212 w 2202284"/>
              <a:gd name="connsiteY7" fmla="*/ 1286060 h 1575910"/>
              <a:gd name="connsiteX8" fmla="*/ 1942856 w 2202284"/>
              <a:gd name="connsiteY8" fmla="*/ 1049583 h 1575910"/>
              <a:gd name="connsiteX9" fmla="*/ 1977048 w 2202284"/>
              <a:gd name="connsiteY9" fmla="*/ 1106001 h 1575910"/>
              <a:gd name="connsiteX10" fmla="*/ 1945298 w 2202284"/>
              <a:gd name="connsiteY10" fmla="*/ 1125234 h 1575910"/>
              <a:gd name="connsiteX11" fmla="*/ 1912327 w 2202284"/>
              <a:gd name="connsiteY11" fmla="*/ 1071381 h 1575910"/>
              <a:gd name="connsiteX12" fmla="*/ 1792782 w 2202284"/>
              <a:gd name="connsiteY12" fmla="*/ 846259 h 1575910"/>
              <a:gd name="connsiteX13" fmla="*/ 1834141 w 2202284"/>
              <a:gd name="connsiteY13" fmla="*/ 893482 h 1575910"/>
              <a:gd name="connsiteX14" fmla="*/ 1804061 w 2202284"/>
              <a:gd name="connsiteY14" fmla="*/ 916487 h 1575910"/>
              <a:gd name="connsiteX15" fmla="*/ 1763955 w 2202284"/>
              <a:gd name="connsiteY15" fmla="*/ 869265 h 1575910"/>
              <a:gd name="connsiteX16" fmla="*/ 1619033 w 2202284"/>
              <a:gd name="connsiteY16" fmla="*/ 653929 h 1575910"/>
              <a:gd name="connsiteX17" fmla="*/ 1663831 w 2202284"/>
              <a:gd name="connsiteY17" fmla="*/ 697517 h 1575910"/>
              <a:gd name="connsiteX18" fmla="*/ 1637194 w 2202284"/>
              <a:gd name="connsiteY18" fmla="*/ 724154 h 1575910"/>
              <a:gd name="connsiteX19" fmla="*/ 1593606 w 2202284"/>
              <a:gd name="connsiteY19" fmla="*/ 680566 h 1575910"/>
              <a:gd name="connsiteX20" fmla="*/ 1424352 w 2202284"/>
              <a:gd name="connsiteY20" fmla="*/ 489074 h 1575910"/>
              <a:gd name="connsiteX21" fmla="*/ 1476923 w 2202284"/>
              <a:gd name="connsiteY21" fmla="*/ 528619 h 1575910"/>
              <a:gd name="connsiteX22" fmla="*/ 1451279 w 2202284"/>
              <a:gd name="connsiteY22" fmla="*/ 559235 h 1575910"/>
              <a:gd name="connsiteX23" fmla="*/ 1401272 w 2202284"/>
              <a:gd name="connsiteY23" fmla="*/ 518414 h 1575910"/>
              <a:gd name="connsiteX24" fmla="*/ 1212971 w 2202284"/>
              <a:gd name="connsiteY24" fmla="*/ 346199 h 1575910"/>
              <a:gd name="connsiteX25" fmla="*/ 1268106 w 2202284"/>
              <a:gd name="connsiteY25" fmla="*/ 379170 h 1575910"/>
              <a:gd name="connsiteX26" fmla="*/ 1247591 w 2202284"/>
              <a:gd name="connsiteY26" fmla="*/ 410920 h 1575910"/>
              <a:gd name="connsiteX27" fmla="*/ 1192455 w 2202284"/>
              <a:gd name="connsiteY27" fmla="*/ 377949 h 1575910"/>
              <a:gd name="connsiteX28" fmla="*/ 990304 w 2202284"/>
              <a:gd name="connsiteY28" fmla="*/ 225304 h 1575910"/>
              <a:gd name="connsiteX29" fmla="*/ 1048319 w 2202284"/>
              <a:gd name="connsiteY29" fmla="*/ 251900 h 1575910"/>
              <a:gd name="connsiteX30" fmla="*/ 1030662 w 2202284"/>
              <a:gd name="connsiteY30" fmla="*/ 284540 h 1575910"/>
              <a:gd name="connsiteX31" fmla="*/ 972647 w 2202284"/>
              <a:gd name="connsiteY31" fmla="*/ 257945 h 1575910"/>
              <a:gd name="connsiteX32" fmla="*/ 753958 w 2202284"/>
              <a:gd name="connsiteY32" fmla="*/ 126391 h 1575910"/>
              <a:gd name="connsiteX33" fmla="*/ 812077 w 2202284"/>
              <a:gd name="connsiteY33" fmla="*/ 149540 h 1575910"/>
              <a:gd name="connsiteX34" fmla="*/ 799969 w 2202284"/>
              <a:gd name="connsiteY34" fmla="*/ 185550 h 1575910"/>
              <a:gd name="connsiteX35" fmla="*/ 741849 w 2202284"/>
              <a:gd name="connsiteY35" fmla="*/ 163687 h 1575910"/>
              <a:gd name="connsiteX36" fmla="*/ 507581 w 2202284"/>
              <a:gd name="connsiteY36" fmla="*/ 54952 h 1575910"/>
              <a:gd name="connsiteX37" fmla="*/ 570247 w 2202284"/>
              <a:gd name="connsiteY37" fmla="*/ 70288 h 1575910"/>
              <a:gd name="connsiteX38" fmla="*/ 560220 w 2202284"/>
              <a:gd name="connsiteY38" fmla="*/ 108626 h 1575910"/>
              <a:gd name="connsiteX39" fmla="*/ 500061 w 2202284"/>
              <a:gd name="connsiteY39" fmla="*/ 93291 h 1575910"/>
              <a:gd name="connsiteX40" fmla="*/ 251109 w 2202284"/>
              <a:gd name="connsiteY40" fmla="*/ 16487 h 1575910"/>
              <a:gd name="connsiteX41" fmla="*/ 317446 w 2202284"/>
              <a:gd name="connsiteY41" fmla="*/ 24296 h 1575910"/>
              <a:gd name="connsiteX42" fmla="*/ 311067 w 2202284"/>
              <a:gd name="connsiteY42" fmla="*/ 64641 h 1575910"/>
              <a:gd name="connsiteX43" fmla="*/ 247282 w 2202284"/>
              <a:gd name="connsiteY43" fmla="*/ 56832 h 1575910"/>
              <a:gd name="connsiteX44" fmla="*/ 0 w 2202284"/>
              <a:gd name="connsiteY44" fmla="*/ 0 h 1575910"/>
              <a:gd name="connsiteX45" fmla="*/ 64674 w 2202284"/>
              <a:gd name="connsiteY45" fmla="*/ 1202 h 1575910"/>
              <a:gd name="connsiteX46" fmla="*/ 63406 w 2202284"/>
              <a:gd name="connsiteY46" fmla="*/ 37266 h 1575910"/>
              <a:gd name="connsiteX47" fmla="*/ 0 w 2202284"/>
              <a:gd name="connsiteY47" fmla="*/ 37266 h 1575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2202284" h="1575910">
                <a:moveTo>
                  <a:pt x="2179135" y="1505682"/>
                </a:moveTo>
                <a:cubicBezTo>
                  <a:pt x="2188137" y="1523845"/>
                  <a:pt x="2195854" y="1544429"/>
                  <a:pt x="2202284" y="1563802"/>
                </a:cubicBezTo>
                <a:lnTo>
                  <a:pt x="2164988" y="1575910"/>
                </a:lnTo>
                <a:cubicBezTo>
                  <a:pt x="2158558" y="1556537"/>
                  <a:pt x="2150842" y="1537164"/>
                  <a:pt x="2143125" y="1519001"/>
                </a:cubicBezTo>
                <a:close/>
                <a:moveTo>
                  <a:pt x="2079123" y="1269391"/>
                </a:moveTo>
                <a:cubicBezTo>
                  <a:pt x="2089467" y="1288624"/>
                  <a:pt x="2099810" y="1307858"/>
                  <a:pt x="2108861" y="1327091"/>
                </a:cubicBezTo>
                <a:lnTo>
                  <a:pt x="2072658" y="1345042"/>
                </a:lnTo>
                <a:cubicBezTo>
                  <a:pt x="2063607" y="1325809"/>
                  <a:pt x="2054556" y="1305293"/>
                  <a:pt x="2044212" y="1286060"/>
                </a:cubicBezTo>
                <a:close/>
                <a:moveTo>
                  <a:pt x="1942856" y="1049583"/>
                </a:moveTo>
                <a:cubicBezTo>
                  <a:pt x="1955067" y="1067534"/>
                  <a:pt x="1966058" y="1086768"/>
                  <a:pt x="1977048" y="1106001"/>
                </a:cubicBezTo>
                <a:lnTo>
                  <a:pt x="1945298" y="1125234"/>
                </a:lnTo>
                <a:cubicBezTo>
                  <a:pt x="1934308" y="1107283"/>
                  <a:pt x="1923318" y="1089332"/>
                  <a:pt x="1912327" y="1071381"/>
                </a:cubicBezTo>
                <a:close/>
                <a:moveTo>
                  <a:pt x="1792782" y="846259"/>
                </a:moveTo>
                <a:cubicBezTo>
                  <a:pt x="1806568" y="862000"/>
                  <a:pt x="1820354" y="877741"/>
                  <a:pt x="1834141" y="893482"/>
                </a:cubicBezTo>
                <a:lnTo>
                  <a:pt x="1804061" y="916487"/>
                </a:lnTo>
                <a:cubicBezTo>
                  <a:pt x="1790275" y="900747"/>
                  <a:pt x="1777742" y="885006"/>
                  <a:pt x="1763955" y="869265"/>
                </a:cubicBezTo>
                <a:close/>
                <a:moveTo>
                  <a:pt x="1619033" y="653929"/>
                </a:moveTo>
                <a:cubicBezTo>
                  <a:pt x="1633562" y="668459"/>
                  <a:pt x="1648091" y="682988"/>
                  <a:pt x="1663831" y="697517"/>
                </a:cubicBezTo>
                <a:lnTo>
                  <a:pt x="1637194" y="724154"/>
                </a:lnTo>
                <a:cubicBezTo>
                  <a:pt x="1622665" y="708414"/>
                  <a:pt x="1608136" y="695096"/>
                  <a:pt x="1593606" y="680566"/>
                </a:cubicBezTo>
                <a:close/>
                <a:moveTo>
                  <a:pt x="1424352" y="489074"/>
                </a:moveTo>
                <a:cubicBezTo>
                  <a:pt x="1442303" y="501831"/>
                  <a:pt x="1458972" y="515863"/>
                  <a:pt x="1476923" y="528619"/>
                </a:cubicBezTo>
                <a:lnTo>
                  <a:pt x="1451279" y="559235"/>
                </a:lnTo>
                <a:cubicBezTo>
                  <a:pt x="1435892" y="545203"/>
                  <a:pt x="1417941" y="532446"/>
                  <a:pt x="1401272" y="518414"/>
                </a:cubicBezTo>
                <a:close/>
                <a:moveTo>
                  <a:pt x="1212971" y="346199"/>
                </a:moveTo>
                <a:cubicBezTo>
                  <a:pt x="1232204" y="355968"/>
                  <a:pt x="1250155" y="368180"/>
                  <a:pt x="1268106" y="379170"/>
                </a:cubicBezTo>
                <a:lnTo>
                  <a:pt x="1247591" y="410920"/>
                </a:lnTo>
                <a:cubicBezTo>
                  <a:pt x="1229640" y="399930"/>
                  <a:pt x="1211688" y="388939"/>
                  <a:pt x="1192455" y="377949"/>
                </a:cubicBezTo>
                <a:close/>
                <a:moveTo>
                  <a:pt x="990304" y="225304"/>
                </a:moveTo>
                <a:cubicBezTo>
                  <a:pt x="1009222" y="233767"/>
                  <a:pt x="1029401" y="242229"/>
                  <a:pt x="1048319" y="251900"/>
                </a:cubicBezTo>
                <a:lnTo>
                  <a:pt x="1030662" y="284540"/>
                </a:lnTo>
                <a:cubicBezTo>
                  <a:pt x="1011744" y="276078"/>
                  <a:pt x="992826" y="267616"/>
                  <a:pt x="972647" y="257945"/>
                </a:cubicBezTo>
                <a:close/>
                <a:moveTo>
                  <a:pt x="753958" y="126391"/>
                </a:moveTo>
                <a:cubicBezTo>
                  <a:pt x="773331" y="134108"/>
                  <a:pt x="792704" y="140538"/>
                  <a:pt x="812077" y="149540"/>
                </a:cubicBezTo>
                <a:lnTo>
                  <a:pt x="799969" y="185550"/>
                </a:lnTo>
                <a:cubicBezTo>
                  <a:pt x="780596" y="177834"/>
                  <a:pt x="761223" y="171403"/>
                  <a:pt x="741849" y="163687"/>
                </a:cubicBezTo>
                <a:close/>
                <a:moveTo>
                  <a:pt x="507581" y="54952"/>
                </a:moveTo>
                <a:cubicBezTo>
                  <a:pt x="528888" y="58786"/>
                  <a:pt x="548941" y="63898"/>
                  <a:pt x="570247" y="70288"/>
                </a:cubicBezTo>
                <a:lnTo>
                  <a:pt x="560220" y="108626"/>
                </a:lnTo>
                <a:cubicBezTo>
                  <a:pt x="540167" y="102237"/>
                  <a:pt x="518861" y="97125"/>
                  <a:pt x="500061" y="93291"/>
                </a:cubicBezTo>
                <a:close/>
                <a:moveTo>
                  <a:pt x="251109" y="16487"/>
                </a:moveTo>
                <a:cubicBezTo>
                  <a:pt x="272796" y="19090"/>
                  <a:pt x="294483" y="21693"/>
                  <a:pt x="317446" y="24296"/>
                </a:cubicBezTo>
                <a:lnTo>
                  <a:pt x="311067" y="64641"/>
                </a:lnTo>
                <a:cubicBezTo>
                  <a:pt x="289380" y="62038"/>
                  <a:pt x="268969" y="59435"/>
                  <a:pt x="247282" y="56832"/>
                </a:cubicBezTo>
                <a:close/>
                <a:moveTo>
                  <a:pt x="0" y="0"/>
                </a:moveTo>
                <a:cubicBezTo>
                  <a:pt x="21558" y="0"/>
                  <a:pt x="43116" y="0"/>
                  <a:pt x="64674" y="1202"/>
                </a:cubicBezTo>
                <a:lnTo>
                  <a:pt x="63406" y="37266"/>
                </a:lnTo>
                <a:cubicBezTo>
                  <a:pt x="41848" y="37266"/>
                  <a:pt x="20290" y="37266"/>
                  <a:pt x="0" y="3726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900"/>
          </a:p>
        </p:txBody>
      </p:sp>
      <p:sp>
        <p:nvSpPr>
          <p:cNvPr id="101" name="Freeform: Shape 607">
            <a:extLst>
              <a:ext uri="{FF2B5EF4-FFF2-40B4-BE49-F238E27FC236}">
                <a16:creationId xmlns:a16="http://schemas.microsoft.com/office/drawing/2014/main" id="{2A583950-B874-D540-860A-710B2AE19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76697" y="4566451"/>
            <a:ext cx="2517722" cy="905065"/>
          </a:xfrm>
          <a:custGeom>
            <a:avLst/>
            <a:gdLst>
              <a:gd name="connsiteX0" fmla="*/ 2181590 w 4383905"/>
              <a:gd name="connsiteY0" fmla="*/ 1538654 h 1575917"/>
              <a:gd name="connsiteX1" fmla="*/ 2244996 w 4383905"/>
              <a:gd name="connsiteY1" fmla="*/ 1538654 h 1575917"/>
              <a:gd name="connsiteX2" fmla="*/ 2246264 w 4383905"/>
              <a:gd name="connsiteY2" fmla="*/ 1574715 h 1575917"/>
              <a:gd name="connsiteX3" fmla="*/ 2181590 w 4383905"/>
              <a:gd name="connsiteY3" fmla="*/ 1575917 h 1575917"/>
              <a:gd name="connsiteX4" fmla="*/ 1926914 w 4383905"/>
              <a:gd name="connsiteY4" fmla="*/ 1527663 h 1575917"/>
              <a:gd name="connsiteX5" fmla="*/ 1988060 w 4383905"/>
              <a:gd name="connsiteY5" fmla="*/ 1532548 h 1575917"/>
              <a:gd name="connsiteX6" fmla="*/ 1984463 w 4383905"/>
              <a:gd name="connsiteY6" fmla="*/ 1570404 h 1575917"/>
              <a:gd name="connsiteX7" fmla="*/ 1923317 w 4383905"/>
              <a:gd name="connsiteY7" fmla="*/ 1564298 h 1575917"/>
              <a:gd name="connsiteX8" fmla="*/ 2488822 w 4383905"/>
              <a:gd name="connsiteY8" fmla="*/ 1516673 h 1575917"/>
              <a:gd name="connsiteX9" fmla="*/ 2493618 w 4383905"/>
              <a:gd name="connsiteY9" fmla="*/ 1557018 h 1575917"/>
              <a:gd name="connsiteX10" fmla="*/ 2432472 w 4383905"/>
              <a:gd name="connsiteY10" fmla="*/ 1564827 h 1575917"/>
              <a:gd name="connsiteX11" fmla="*/ 2428875 w 4383905"/>
              <a:gd name="connsiteY11" fmla="*/ 1525783 h 1575917"/>
              <a:gd name="connsiteX12" fmla="*/ 2488822 w 4383905"/>
              <a:gd name="connsiteY12" fmla="*/ 1516673 h 1575917"/>
              <a:gd name="connsiteX13" fmla="*/ 1679312 w 4383905"/>
              <a:gd name="connsiteY13" fmla="*/ 1483702 h 1575917"/>
              <a:gd name="connsiteX14" fmla="*/ 1740722 w 4383905"/>
              <a:gd name="connsiteY14" fmla="*/ 1495764 h 1575917"/>
              <a:gd name="connsiteX15" fmla="*/ 1733202 w 4383905"/>
              <a:gd name="connsiteY15" fmla="*/ 1531951 h 1575917"/>
              <a:gd name="connsiteX16" fmla="*/ 1670539 w 4383905"/>
              <a:gd name="connsiteY16" fmla="*/ 1519889 h 1575917"/>
              <a:gd name="connsiteX17" fmla="*/ 2742005 w 4383905"/>
              <a:gd name="connsiteY17" fmla="*/ 1467214 h 1575917"/>
              <a:gd name="connsiteX18" fmla="*/ 2751858 w 4383905"/>
              <a:gd name="connsiteY18" fmla="*/ 1505553 h 1575917"/>
              <a:gd name="connsiteX19" fmla="*/ 2689044 w 4383905"/>
              <a:gd name="connsiteY19" fmla="*/ 1520888 h 1575917"/>
              <a:gd name="connsiteX20" fmla="*/ 2681654 w 4383905"/>
              <a:gd name="connsiteY20" fmla="*/ 1482549 h 1575917"/>
              <a:gd name="connsiteX21" fmla="*/ 2742005 w 4383905"/>
              <a:gd name="connsiteY21" fmla="*/ 1467214 h 1575917"/>
              <a:gd name="connsiteX22" fmla="*/ 1436572 w 4383905"/>
              <a:gd name="connsiteY22" fmla="*/ 1417759 h 1575917"/>
              <a:gd name="connsiteX23" fmla="*/ 1493481 w 4383905"/>
              <a:gd name="connsiteY23" fmla="*/ 1436076 h 1575917"/>
              <a:gd name="connsiteX24" fmla="*/ 1482584 w 4383905"/>
              <a:gd name="connsiteY24" fmla="*/ 1471490 h 1575917"/>
              <a:gd name="connsiteX25" fmla="*/ 1423253 w 4383905"/>
              <a:gd name="connsiteY25" fmla="*/ 1451951 h 1575917"/>
              <a:gd name="connsiteX26" fmla="*/ 2980350 w 4383905"/>
              <a:gd name="connsiteY26" fmla="*/ 1395779 h 1575917"/>
              <a:gd name="connsiteX27" fmla="*/ 2993668 w 4383905"/>
              <a:gd name="connsiteY27" fmla="*/ 1433075 h 1575917"/>
              <a:gd name="connsiteX28" fmla="*/ 2935551 w 4383905"/>
              <a:gd name="connsiteY28" fmla="*/ 1454938 h 1575917"/>
              <a:gd name="connsiteX29" fmla="*/ 2923443 w 4383905"/>
              <a:gd name="connsiteY29" fmla="*/ 1417642 h 1575917"/>
              <a:gd name="connsiteX30" fmla="*/ 2980350 w 4383905"/>
              <a:gd name="connsiteY30" fmla="*/ 1395779 h 1575917"/>
              <a:gd name="connsiteX31" fmla="*/ 1203631 w 4383905"/>
              <a:gd name="connsiteY31" fmla="*/ 1324339 h 1575917"/>
              <a:gd name="connsiteX32" fmla="*/ 1262613 w 4383905"/>
              <a:gd name="connsiteY32" fmla="*/ 1348519 h 1575917"/>
              <a:gd name="connsiteX33" fmla="*/ 1247226 w 4383905"/>
              <a:gd name="connsiteY33" fmla="*/ 1383579 h 1575917"/>
              <a:gd name="connsiteX34" fmla="*/ 1186962 w 4383905"/>
              <a:gd name="connsiteY34" fmla="*/ 1356981 h 1575917"/>
              <a:gd name="connsiteX35" fmla="*/ 3211941 w 4383905"/>
              <a:gd name="connsiteY35" fmla="*/ 1296865 h 1575917"/>
              <a:gd name="connsiteX36" fmla="*/ 3229892 w 4383905"/>
              <a:gd name="connsiteY36" fmla="*/ 1328296 h 1575917"/>
              <a:gd name="connsiteX37" fmla="*/ 3170910 w 4383905"/>
              <a:gd name="connsiteY37" fmla="*/ 1356101 h 1575917"/>
              <a:gd name="connsiteX38" fmla="*/ 3154241 w 4383905"/>
              <a:gd name="connsiteY38" fmla="*/ 1323461 h 1575917"/>
              <a:gd name="connsiteX39" fmla="*/ 3211941 w 4383905"/>
              <a:gd name="connsiteY39" fmla="*/ 1296865 h 1575917"/>
              <a:gd name="connsiteX40" fmla="*/ 982172 w 4383905"/>
              <a:gd name="connsiteY40" fmla="*/ 1203445 h 1575917"/>
              <a:gd name="connsiteX41" fmla="*/ 1037308 w 4383905"/>
              <a:gd name="connsiteY41" fmla="*/ 1234550 h 1575917"/>
              <a:gd name="connsiteX42" fmla="*/ 1018075 w 4383905"/>
              <a:gd name="connsiteY42" fmla="*/ 1268143 h 1575917"/>
              <a:gd name="connsiteX43" fmla="*/ 961657 w 4383905"/>
              <a:gd name="connsiteY43" fmla="*/ 1235794 h 1575917"/>
              <a:gd name="connsiteX44" fmla="*/ 3428279 w 4383905"/>
              <a:gd name="connsiteY44" fmla="*/ 1170474 h 1575917"/>
              <a:gd name="connsiteX45" fmla="*/ 3449720 w 4383905"/>
              <a:gd name="connsiteY45" fmla="*/ 1201003 h 1575917"/>
              <a:gd name="connsiteX46" fmla="*/ 3394227 w 4383905"/>
              <a:gd name="connsiteY46" fmla="*/ 1235195 h 1575917"/>
              <a:gd name="connsiteX47" fmla="*/ 3374048 w 4383905"/>
              <a:gd name="connsiteY47" fmla="*/ 1203445 h 1575917"/>
              <a:gd name="connsiteX48" fmla="*/ 3428279 w 4383905"/>
              <a:gd name="connsiteY48" fmla="*/ 1170474 h 1575917"/>
              <a:gd name="connsiteX49" fmla="*/ 775920 w 4383905"/>
              <a:gd name="connsiteY49" fmla="*/ 1060570 h 1575917"/>
              <a:gd name="connsiteX50" fmla="*/ 828491 w 4383905"/>
              <a:gd name="connsiteY50" fmla="*/ 1098841 h 1575917"/>
              <a:gd name="connsiteX51" fmla="*/ 805411 w 4383905"/>
              <a:gd name="connsiteY51" fmla="*/ 1130733 h 1575917"/>
              <a:gd name="connsiteX52" fmla="*/ 752840 w 4383905"/>
              <a:gd name="connsiteY52" fmla="*/ 1091187 h 1575917"/>
              <a:gd name="connsiteX53" fmla="*/ 3630086 w 4383905"/>
              <a:gd name="connsiteY53" fmla="*/ 1016609 h 1575917"/>
              <a:gd name="connsiteX54" fmla="*/ 3653091 w 4383905"/>
              <a:gd name="connsiteY54" fmla="*/ 1046689 h 1575917"/>
              <a:gd name="connsiteX55" fmla="*/ 3605871 w 4383905"/>
              <a:gd name="connsiteY55" fmla="*/ 1086795 h 1575917"/>
              <a:gd name="connsiteX56" fmla="*/ 3582866 w 4383905"/>
              <a:gd name="connsiteY56" fmla="*/ 1056715 h 1575917"/>
              <a:gd name="connsiteX57" fmla="*/ 3630086 w 4383905"/>
              <a:gd name="connsiteY57" fmla="*/ 1016609 h 1575917"/>
              <a:gd name="connsiteX58" fmla="*/ 580440 w 4383905"/>
              <a:gd name="connsiteY58" fmla="*/ 895714 h 1575917"/>
              <a:gd name="connsiteX59" fmla="*/ 625241 w 4383905"/>
              <a:gd name="connsiteY59" fmla="*/ 938824 h 1575917"/>
              <a:gd name="connsiteX60" fmla="*/ 601024 w 4383905"/>
              <a:gd name="connsiteY60" fmla="*/ 965922 h 1575917"/>
              <a:gd name="connsiteX61" fmla="*/ 555013 w 4383905"/>
              <a:gd name="connsiteY61" fmla="*/ 922812 h 1575917"/>
              <a:gd name="connsiteX62" fmla="*/ 3819997 w 4383905"/>
              <a:gd name="connsiteY62" fmla="*/ 851753 h 1575917"/>
              <a:gd name="connsiteX63" fmla="*/ 3845424 w 4383905"/>
              <a:gd name="connsiteY63" fmla="*/ 877181 h 1575917"/>
              <a:gd name="connsiteX64" fmla="*/ 3801834 w 4383905"/>
              <a:gd name="connsiteY64" fmla="*/ 921981 h 1575917"/>
              <a:gd name="connsiteX65" fmla="*/ 3775196 w 4383905"/>
              <a:gd name="connsiteY65" fmla="*/ 895343 h 1575917"/>
              <a:gd name="connsiteX66" fmla="*/ 3819997 w 4383905"/>
              <a:gd name="connsiteY66" fmla="*/ 851753 h 1575917"/>
              <a:gd name="connsiteX67" fmla="*/ 413488 w 4383905"/>
              <a:gd name="connsiteY67" fmla="*/ 708878 h 1575917"/>
              <a:gd name="connsiteX68" fmla="*/ 454845 w 4383905"/>
              <a:gd name="connsiteY68" fmla="*/ 754890 h 1575917"/>
              <a:gd name="connsiteX69" fmla="*/ 426020 w 4383905"/>
              <a:gd name="connsiteY69" fmla="*/ 779106 h 1575917"/>
              <a:gd name="connsiteX70" fmla="*/ 384663 w 4383905"/>
              <a:gd name="connsiteY70" fmla="*/ 731884 h 1575917"/>
              <a:gd name="connsiteX71" fmla="*/ 3985652 w 4383905"/>
              <a:gd name="connsiteY71" fmla="*/ 659423 h 1575917"/>
              <a:gd name="connsiteX72" fmla="*/ 4015731 w 4383905"/>
              <a:gd name="connsiteY72" fmla="*/ 683785 h 1575917"/>
              <a:gd name="connsiteX73" fmla="*/ 3974373 w 4383905"/>
              <a:gd name="connsiteY73" fmla="*/ 735074 h 1575917"/>
              <a:gd name="connsiteX74" fmla="*/ 3945548 w 4383905"/>
              <a:gd name="connsiteY74" fmla="*/ 710712 h 1575917"/>
              <a:gd name="connsiteX75" fmla="*/ 3985652 w 4383905"/>
              <a:gd name="connsiteY75" fmla="*/ 659423 h 1575917"/>
              <a:gd name="connsiteX76" fmla="*/ 260771 w 4383905"/>
              <a:gd name="connsiteY76" fmla="*/ 511051 h 1575917"/>
              <a:gd name="connsiteX77" fmla="*/ 295541 w 4383905"/>
              <a:gd name="connsiteY77" fmla="*/ 563622 h 1575917"/>
              <a:gd name="connsiteX78" fmla="*/ 265567 w 4383905"/>
              <a:gd name="connsiteY78" fmla="*/ 586702 h 1575917"/>
              <a:gd name="connsiteX79" fmla="*/ 230798 w 4383905"/>
              <a:gd name="connsiteY79" fmla="*/ 532849 h 1575917"/>
              <a:gd name="connsiteX80" fmla="*/ 4126888 w 4383905"/>
              <a:gd name="connsiteY80" fmla="*/ 456099 h 1575917"/>
              <a:gd name="connsiteX81" fmla="*/ 4158638 w 4383905"/>
              <a:gd name="connsiteY81" fmla="*/ 476278 h 1575917"/>
              <a:gd name="connsiteX82" fmla="*/ 4124446 w 4383905"/>
              <a:gd name="connsiteY82" fmla="*/ 531771 h 1575917"/>
              <a:gd name="connsiteX83" fmla="*/ 4093917 w 4383905"/>
              <a:gd name="connsiteY83" fmla="*/ 510331 h 1575917"/>
              <a:gd name="connsiteX84" fmla="*/ 4126888 w 4383905"/>
              <a:gd name="connsiteY84" fmla="*/ 456099 h 1575917"/>
              <a:gd name="connsiteX85" fmla="*/ 133152 w 4383905"/>
              <a:gd name="connsiteY85" fmla="*/ 291243 h 1575917"/>
              <a:gd name="connsiteX86" fmla="*/ 163587 w 4383905"/>
              <a:gd name="connsiteY86" fmla="*/ 347997 h 1575917"/>
              <a:gd name="connsiteX87" fmla="*/ 129348 w 4383905"/>
              <a:gd name="connsiteY87" fmla="*/ 366915 h 1575917"/>
              <a:gd name="connsiteX88" fmla="*/ 98913 w 4383905"/>
              <a:gd name="connsiteY88" fmla="*/ 308900 h 1575917"/>
              <a:gd name="connsiteX89" fmla="*/ 4254248 w 4383905"/>
              <a:gd name="connsiteY89" fmla="*/ 236291 h 1575917"/>
              <a:gd name="connsiteX90" fmla="*/ 4290451 w 4383905"/>
              <a:gd name="connsiteY90" fmla="*/ 252960 h 1575917"/>
              <a:gd name="connsiteX91" fmla="*/ 4260712 w 4383905"/>
              <a:gd name="connsiteY91" fmla="*/ 311942 h 1575917"/>
              <a:gd name="connsiteX92" fmla="*/ 4225802 w 4383905"/>
              <a:gd name="connsiteY92" fmla="*/ 293991 h 1575917"/>
              <a:gd name="connsiteX93" fmla="*/ 4254248 w 4383905"/>
              <a:gd name="connsiteY93" fmla="*/ 236291 h 1575917"/>
              <a:gd name="connsiteX94" fmla="*/ 35259 w 4383905"/>
              <a:gd name="connsiteY94" fmla="*/ 60445 h 1575917"/>
              <a:gd name="connsiteX95" fmla="*/ 59185 w 4383905"/>
              <a:gd name="connsiteY95" fmla="*/ 120709 h 1575917"/>
              <a:gd name="connsiteX96" fmla="*/ 23926 w 4383905"/>
              <a:gd name="connsiteY96" fmla="*/ 136096 h 1575917"/>
              <a:gd name="connsiteX97" fmla="*/ 0 w 4383905"/>
              <a:gd name="connsiteY97" fmla="*/ 74550 h 1575917"/>
              <a:gd name="connsiteX98" fmla="*/ 4346124 w 4383905"/>
              <a:gd name="connsiteY98" fmla="*/ 0 h 1575917"/>
              <a:gd name="connsiteX99" fmla="*/ 4383905 w 4383905"/>
              <a:gd name="connsiteY99" fmla="*/ 12108 h 1575917"/>
              <a:gd name="connsiteX100" fmla="*/ 4361236 w 4383905"/>
              <a:gd name="connsiteY100" fmla="*/ 70225 h 1575917"/>
              <a:gd name="connsiteX101" fmla="*/ 4324715 w 4383905"/>
              <a:gd name="connsiteY101" fmla="*/ 56907 h 1575917"/>
              <a:gd name="connsiteX102" fmla="*/ 4346124 w 4383905"/>
              <a:gd name="connsiteY102" fmla="*/ 0 h 15759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4383905" h="1575917">
                <a:moveTo>
                  <a:pt x="2181590" y="1538654"/>
                </a:moveTo>
                <a:cubicBezTo>
                  <a:pt x="2203148" y="1538654"/>
                  <a:pt x="2224706" y="1538654"/>
                  <a:pt x="2244996" y="1538654"/>
                </a:cubicBezTo>
                <a:lnTo>
                  <a:pt x="2246264" y="1574715"/>
                </a:lnTo>
                <a:cubicBezTo>
                  <a:pt x="2224706" y="1575917"/>
                  <a:pt x="2203148" y="1575917"/>
                  <a:pt x="2181590" y="1575917"/>
                </a:cubicBezTo>
                <a:close/>
                <a:moveTo>
                  <a:pt x="1926914" y="1527663"/>
                </a:moveTo>
                <a:cubicBezTo>
                  <a:pt x="1947296" y="1530105"/>
                  <a:pt x="1966479" y="1531327"/>
                  <a:pt x="1988060" y="1532548"/>
                </a:cubicBezTo>
                <a:lnTo>
                  <a:pt x="1984463" y="1570404"/>
                </a:lnTo>
                <a:cubicBezTo>
                  <a:pt x="1964081" y="1569183"/>
                  <a:pt x="1943699" y="1566740"/>
                  <a:pt x="1923317" y="1564298"/>
                </a:cubicBezTo>
                <a:close/>
                <a:moveTo>
                  <a:pt x="2488822" y="1516673"/>
                </a:moveTo>
                <a:lnTo>
                  <a:pt x="2493618" y="1557018"/>
                </a:lnTo>
                <a:cubicBezTo>
                  <a:pt x="2473236" y="1559621"/>
                  <a:pt x="2452854" y="1562224"/>
                  <a:pt x="2432472" y="1564827"/>
                </a:cubicBezTo>
                <a:lnTo>
                  <a:pt x="2428875" y="1525783"/>
                </a:lnTo>
                <a:cubicBezTo>
                  <a:pt x="2448058" y="1523180"/>
                  <a:pt x="2468440" y="1520577"/>
                  <a:pt x="2488822" y="1516673"/>
                </a:cubicBezTo>
                <a:close/>
                <a:moveTo>
                  <a:pt x="1679312" y="1483702"/>
                </a:moveTo>
                <a:cubicBezTo>
                  <a:pt x="1699364" y="1488527"/>
                  <a:pt x="1720670" y="1492146"/>
                  <a:pt x="1740722" y="1495764"/>
                </a:cubicBezTo>
                <a:lnTo>
                  <a:pt x="1733202" y="1531951"/>
                </a:lnTo>
                <a:cubicBezTo>
                  <a:pt x="1713150" y="1528332"/>
                  <a:pt x="1691844" y="1524713"/>
                  <a:pt x="1670539" y="1519889"/>
                </a:cubicBezTo>
                <a:close/>
                <a:moveTo>
                  <a:pt x="2742005" y="1467214"/>
                </a:moveTo>
                <a:lnTo>
                  <a:pt x="2751858" y="1505553"/>
                </a:lnTo>
                <a:cubicBezTo>
                  <a:pt x="2730920" y="1510664"/>
                  <a:pt x="2709982" y="1515776"/>
                  <a:pt x="2689044" y="1520888"/>
                </a:cubicBezTo>
                <a:lnTo>
                  <a:pt x="2681654" y="1482549"/>
                </a:lnTo>
                <a:cubicBezTo>
                  <a:pt x="2701360" y="1477438"/>
                  <a:pt x="2722299" y="1472326"/>
                  <a:pt x="2742005" y="1467214"/>
                </a:cubicBezTo>
                <a:close/>
                <a:moveTo>
                  <a:pt x="1436572" y="1417759"/>
                </a:moveTo>
                <a:cubicBezTo>
                  <a:pt x="1454735" y="1423865"/>
                  <a:pt x="1474108" y="1429971"/>
                  <a:pt x="1493481" y="1436076"/>
                </a:cubicBezTo>
                <a:lnTo>
                  <a:pt x="1482584" y="1471490"/>
                </a:lnTo>
                <a:cubicBezTo>
                  <a:pt x="1463210" y="1465384"/>
                  <a:pt x="1443837" y="1459278"/>
                  <a:pt x="1423253" y="1451951"/>
                </a:cubicBezTo>
                <a:close/>
                <a:moveTo>
                  <a:pt x="2980350" y="1395779"/>
                </a:moveTo>
                <a:lnTo>
                  <a:pt x="2993668" y="1433075"/>
                </a:lnTo>
                <a:cubicBezTo>
                  <a:pt x="2974296" y="1440791"/>
                  <a:pt x="2954923" y="1448508"/>
                  <a:pt x="2935551" y="1454938"/>
                </a:cubicBezTo>
                <a:lnTo>
                  <a:pt x="2923443" y="1417642"/>
                </a:lnTo>
                <a:cubicBezTo>
                  <a:pt x="2942815" y="1411212"/>
                  <a:pt x="2962188" y="1403495"/>
                  <a:pt x="2980350" y="1395779"/>
                </a:cubicBezTo>
                <a:close/>
                <a:moveTo>
                  <a:pt x="1203631" y="1324339"/>
                </a:moveTo>
                <a:cubicBezTo>
                  <a:pt x="1222864" y="1332802"/>
                  <a:pt x="1242097" y="1341265"/>
                  <a:pt x="1262613" y="1348519"/>
                </a:cubicBezTo>
                <a:lnTo>
                  <a:pt x="1247226" y="1383579"/>
                </a:lnTo>
                <a:cubicBezTo>
                  <a:pt x="1226711" y="1375116"/>
                  <a:pt x="1206195" y="1365444"/>
                  <a:pt x="1186962" y="1356981"/>
                </a:cubicBezTo>
                <a:close/>
                <a:moveTo>
                  <a:pt x="3211941" y="1296865"/>
                </a:moveTo>
                <a:lnTo>
                  <a:pt x="3229892" y="1328296"/>
                </a:lnTo>
                <a:cubicBezTo>
                  <a:pt x="3209376" y="1339177"/>
                  <a:pt x="3190143" y="1347639"/>
                  <a:pt x="3170910" y="1356101"/>
                </a:cubicBezTo>
                <a:lnTo>
                  <a:pt x="3154241" y="1323461"/>
                </a:lnTo>
                <a:cubicBezTo>
                  <a:pt x="3173474" y="1313790"/>
                  <a:pt x="3192708" y="1305327"/>
                  <a:pt x="3211941" y="1296865"/>
                </a:cubicBezTo>
                <a:close/>
                <a:moveTo>
                  <a:pt x="982172" y="1203445"/>
                </a:moveTo>
                <a:cubicBezTo>
                  <a:pt x="1000124" y="1213399"/>
                  <a:pt x="1019357" y="1224596"/>
                  <a:pt x="1037308" y="1234550"/>
                </a:cubicBezTo>
                <a:lnTo>
                  <a:pt x="1018075" y="1268143"/>
                </a:lnTo>
                <a:cubicBezTo>
                  <a:pt x="998841" y="1258189"/>
                  <a:pt x="980890" y="1246992"/>
                  <a:pt x="961657" y="1235794"/>
                </a:cubicBezTo>
                <a:close/>
                <a:moveTo>
                  <a:pt x="3428279" y="1170474"/>
                </a:moveTo>
                <a:lnTo>
                  <a:pt x="3449720" y="1201003"/>
                </a:lnTo>
                <a:cubicBezTo>
                  <a:pt x="3432063" y="1213214"/>
                  <a:pt x="3413145" y="1224205"/>
                  <a:pt x="3394227" y="1235195"/>
                </a:cubicBezTo>
                <a:lnTo>
                  <a:pt x="3374048" y="1203445"/>
                </a:lnTo>
                <a:cubicBezTo>
                  <a:pt x="3391705" y="1192455"/>
                  <a:pt x="3410623" y="1181464"/>
                  <a:pt x="3428279" y="1170474"/>
                </a:cubicBezTo>
                <a:close/>
                <a:moveTo>
                  <a:pt x="775920" y="1060570"/>
                </a:moveTo>
                <a:cubicBezTo>
                  <a:pt x="793871" y="1073327"/>
                  <a:pt x="810540" y="1086084"/>
                  <a:pt x="828491" y="1098841"/>
                </a:cubicBezTo>
                <a:lnTo>
                  <a:pt x="805411" y="1130733"/>
                </a:lnTo>
                <a:cubicBezTo>
                  <a:pt x="787460" y="1117977"/>
                  <a:pt x="770791" y="1105220"/>
                  <a:pt x="752840" y="1091187"/>
                </a:cubicBezTo>
                <a:close/>
                <a:moveTo>
                  <a:pt x="3630086" y="1016609"/>
                </a:moveTo>
                <a:lnTo>
                  <a:pt x="3653091" y="1046689"/>
                </a:lnTo>
                <a:cubicBezTo>
                  <a:pt x="3638562" y="1060475"/>
                  <a:pt x="3621611" y="1074262"/>
                  <a:pt x="3605871" y="1086795"/>
                </a:cubicBezTo>
                <a:lnTo>
                  <a:pt x="3582866" y="1056715"/>
                </a:lnTo>
                <a:cubicBezTo>
                  <a:pt x="3598606" y="1044182"/>
                  <a:pt x="3614346" y="1030396"/>
                  <a:pt x="3630086" y="1016609"/>
                </a:cubicBezTo>
                <a:close/>
                <a:moveTo>
                  <a:pt x="580440" y="895714"/>
                </a:moveTo>
                <a:cubicBezTo>
                  <a:pt x="596181" y="909263"/>
                  <a:pt x="610711" y="924044"/>
                  <a:pt x="625241" y="938824"/>
                </a:cubicBezTo>
                <a:lnTo>
                  <a:pt x="601024" y="965922"/>
                </a:lnTo>
                <a:cubicBezTo>
                  <a:pt x="585284" y="952373"/>
                  <a:pt x="569543" y="936361"/>
                  <a:pt x="555013" y="922812"/>
                </a:cubicBezTo>
                <a:close/>
                <a:moveTo>
                  <a:pt x="3819997" y="851753"/>
                </a:moveTo>
                <a:lnTo>
                  <a:pt x="3845424" y="877181"/>
                </a:lnTo>
                <a:cubicBezTo>
                  <a:pt x="3830894" y="892921"/>
                  <a:pt x="3816364" y="907451"/>
                  <a:pt x="3801834" y="921981"/>
                </a:cubicBezTo>
                <a:lnTo>
                  <a:pt x="3775196" y="895343"/>
                </a:lnTo>
                <a:cubicBezTo>
                  <a:pt x="3790937" y="882024"/>
                  <a:pt x="3804256" y="866283"/>
                  <a:pt x="3819997" y="851753"/>
                </a:cubicBezTo>
                <a:close/>
                <a:moveTo>
                  <a:pt x="413488" y="708878"/>
                </a:moveTo>
                <a:cubicBezTo>
                  <a:pt x="427274" y="723408"/>
                  <a:pt x="441060" y="739149"/>
                  <a:pt x="454845" y="754890"/>
                </a:cubicBezTo>
                <a:lnTo>
                  <a:pt x="426020" y="779106"/>
                </a:lnTo>
                <a:cubicBezTo>
                  <a:pt x="412235" y="763366"/>
                  <a:pt x="398449" y="747625"/>
                  <a:pt x="384663" y="731884"/>
                </a:cubicBezTo>
                <a:close/>
                <a:moveTo>
                  <a:pt x="3985652" y="659423"/>
                </a:moveTo>
                <a:lnTo>
                  <a:pt x="4015731" y="683785"/>
                </a:lnTo>
                <a:cubicBezTo>
                  <a:pt x="4001945" y="701736"/>
                  <a:pt x="3988159" y="718405"/>
                  <a:pt x="3974373" y="735074"/>
                </a:cubicBezTo>
                <a:lnTo>
                  <a:pt x="3945548" y="710712"/>
                </a:lnTo>
                <a:cubicBezTo>
                  <a:pt x="3959334" y="694043"/>
                  <a:pt x="3973120" y="677374"/>
                  <a:pt x="3985652" y="659423"/>
                </a:cubicBezTo>
                <a:close/>
                <a:moveTo>
                  <a:pt x="260771" y="511051"/>
                </a:moveTo>
                <a:cubicBezTo>
                  <a:pt x="272761" y="527720"/>
                  <a:pt x="283551" y="546953"/>
                  <a:pt x="295541" y="563622"/>
                </a:cubicBezTo>
                <a:lnTo>
                  <a:pt x="265567" y="586702"/>
                </a:lnTo>
                <a:cubicBezTo>
                  <a:pt x="253578" y="568751"/>
                  <a:pt x="242787" y="550800"/>
                  <a:pt x="230798" y="532849"/>
                </a:cubicBezTo>
                <a:close/>
                <a:moveTo>
                  <a:pt x="4126888" y="456099"/>
                </a:moveTo>
                <a:lnTo>
                  <a:pt x="4158638" y="476278"/>
                </a:lnTo>
                <a:cubicBezTo>
                  <a:pt x="4147648" y="495196"/>
                  <a:pt x="4135436" y="512853"/>
                  <a:pt x="4124446" y="531771"/>
                </a:cubicBezTo>
                <a:lnTo>
                  <a:pt x="4093917" y="510331"/>
                </a:lnTo>
                <a:cubicBezTo>
                  <a:pt x="4104907" y="491413"/>
                  <a:pt x="4115898" y="473756"/>
                  <a:pt x="4126888" y="456099"/>
                </a:cubicBezTo>
                <a:close/>
                <a:moveTo>
                  <a:pt x="133152" y="291243"/>
                </a:moveTo>
                <a:cubicBezTo>
                  <a:pt x="143297" y="310161"/>
                  <a:pt x="153442" y="329079"/>
                  <a:pt x="163587" y="347997"/>
                </a:cubicBezTo>
                <a:lnTo>
                  <a:pt x="129348" y="366915"/>
                </a:lnTo>
                <a:cubicBezTo>
                  <a:pt x="119203" y="347997"/>
                  <a:pt x="109058" y="329079"/>
                  <a:pt x="98913" y="308900"/>
                </a:cubicBezTo>
                <a:close/>
                <a:moveTo>
                  <a:pt x="4254248" y="236291"/>
                </a:moveTo>
                <a:lnTo>
                  <a:pt x="4290451" y="252960"/>
                </a:lnTo>
                <a:cubicBezTo>
                  <a:pt x="4281400" y="273476"/>
                  <a:pt x="4271056" y="292709"/>
                  <a:pt x="4260712" y="311942"/>
                </a:cubicBezTo>
                <a:lnTo>
                  <a:pt x="4225802" y="293991"/>
                </a:lnTo>
                <a:cubicBezTo>
                  <a:pt x="4236146" y="276040"/>
                  <a:pt x="4245197" y="255524"/>
                  <a:pt x="4254248" y="236291"/>
                </a:cubicBezTo>
                <a:close/>
                <a:moveTo>
                  <a:pt x="35259" y="60445"/>
                </a:moveTo>
                <a:cubicBezTo>
                  <a:pt x="42815" y="79678"/>
                  <a:pt x="51630" y="100194"/>
                  <a:pt x="59185" y="120709"/>
                </a:cubicBezTo>
                <a:lnTo>
                  <a:pt x="23926" y="136096"/>
                </a:lnTo>
                <a:cubicBezTo>
                  <a:pt x="15111" y="115581"/>
                  <a:pt x="7555" y="95065"/>
                  <a:pt x="0" y="74550"/>
                </a:cubicBezTo>
                <a:close/>
                <a:moveTo>
                  <a:pt x="4346124" y="0"/>
                </a:moveTo>
                <a:lnTo>
                  <a:pt x="4383905" y="12108"/>
                </a:lnTo>
                <a:cubicBezTo>
                  <a:pt x="4376349" y="32691"/>
                  <a:pt x="4368792" y="52064"/>
                  <a:pt x="4361236" y="70225"/>
                </a:cubicBezTo>
                <a:lnTo>
                  <a:pt x="4324715" y="56907"/>
                </a:lnTo>
                <a:cubicBezTo>
                  <a:pt x="4332271" y="38745"/>
                  <a:pt x="4339827" y="19373"/>
                  <a:pt x="43461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sz="900"/>
          </a:p>
        </p:txBody>
      </p:sp>
      <p:sp>
        <p:nvSpPr>
          <p:cNvPr id="102" name="Freeform 123">
            <a:extLst>
              <a:ext uri="{FF2B5EF4-FFF2-40B4-BE49-F238E27FC236}">
                <a16:creationId xmlns:a16="http://schemas.microsoft.com/office/drawing/2014/main" id="{A967C3A0-F00F-3949-8709-B9619765E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400" y="2783341"/>
            <a:ext cx="2698333" cy="2695177"/>
          </a:xfrm>
          <a:custGeom>
            <a:avLst/>
            <a:gdLst>
              <a:gd name="T0" fmla="*/ 1885 w 3770"/>
              <a:gd name="T1" fmla="*/ 3767 h 3768"/>
              <a:gd name="T2" fmla="*/ 1885 w 3770"/>
              <a:gd name="T3" fmla="*/ 3767 h 3768"/>
              <a:gd name="T4" fmla="*/ 0 w 3770"/>
              <a:gd name="T5" fmla="*/ 1884 h 3768"/>
              <a:gd name="T6" fmla="*/ 0 w 3770"/>
              <a:gd name="T7" fmla="*/ 1884 h 3768"/>
              <a:gd name="T8" fmla="*/ 1885 w 3770"/>
              <a:gd name="T9" fmla="*/ 0 h 3768"/>
              <a:gd name="T10" fmla="*/ 1885 w 3770"/>
              <a:gd name="T11" fmla="*/ 51 h 3768"/>
              <a:gd name="T12" fmla="*/ 1885 w 3770"/>
              <a:gd name="T13" fmla="*/ 51 h 3768"/>
              <a:gd name="T14" fmla="*/ 51 w 3770"/>
              <a:gd name="T15" fmla="*/ 1884 h 3768"/>
              <a:gd name="T16" fmla="*/ 51 w 3770"/>
              <a:gd name="T17" fmla="*/ 1884 h 3768"/>
              <a:gd name="T18" fmla="*/ 1885 w 3770"/>
              <a:gd name="T19" fmla="*/ 3717 h 3768"/>
              <a:gd name="T20" fmla="*/ 1885 w 3770"/>
              <a:gd name="T21" fmla="*/ 3717 h 3768"/>
              <a:gd name="T22" fmla="*/ 3717 w 3770"/>
              <a:gd name="T23" fmla="*/ 1884 h 3768"/>
              <a:gd name="T24" fmla="*/ 3769 w 3770"/>
              <a:gd name="T25" fmla="*/ 1884 h 3768"/>
              <a:gd name="T26" fmla="*/ 3769 w 3770"/>
              <a:gd name="T27" fmla="*/ 1884 h 3768"/>
              <a:gd name="T28" fmla="*/ 1885 w 3770"/>
              <a:gd name="T29" fmla="*/ 3767 h 3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3770" h="3768">
                <a:moveTo>
                  <a:pt x="1885" y="3767"/>
                </a:moveTo>
                <a:lnTo>
                  <a:pt x="1885" y="3767"/>
                </a:lnTo>
                <a:cubicBezTo>
                  <a:pt x="846" y="3767"/>
                  <a:pt x="0" y="2922"/>
                  <a:pt x="0" y="1884"/>
                </a:cubicBezTo>
                <a:lnTo>
                  <a:pt x="0" y="1884"/>
                </a:lnTo>
                <a:cubicBezTo>
                  <a:pt x="0" y="845"/>
                  <a:pt x="846" y="0"/>
                  <a:pt x="1885" y="0"/>
                </a:cubicBezTo>
                <a:lnTo>
                  <a:pt x="1885" y="51"/>
                </a:lnTo>
                <a:lnTo>
                  <a:pt x="1885" y="51"/>
                </a:lnTo>
                <a:cubicBezTo>
                  <a:pt x="874" y="51"/>
                  <a:pt x="51" y="873"/>
                  <a:pt x="51" y="1884"/>
                </a:cubicBezTo>
                <a:lnTo>
                  <a:pt x="51" y="1884"/>
                </a:lnTo>
                <a:cubicBezTo>
                  <a:pt x="51" y="2894"/>
                  <a:pt x="874" y="3717"/>
                  <a:pt x="1885" y="3717"/>
                </a:cubicBezTo>
                <a:lnTo>
                  <a:pt x="1885" y="3717"/>
                </a:lnTo>
                <a:cubicBezTo>
                  <a:pt x="2895" y="3717"/>
                  <a:pt x="3717" y="2894"/>
                  <a:pt x="3717" y="1884"/>
                </a:cubicBezTo>
                <a:lnTo>
                  <a:pt x="3769" y="1884"/>
                </a:lnTo>
                <a:lnTo>
                  <a:pt x="3769" y="1884"/>
                </a:lnTo>
                <a:cubicBezTo>
                  <a:pt x="3769" y="2922"/>
                  <a:pt x="2924" y="3767"/>
                  <a:pt x="1885" y="3767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/>
          </a:p>
        </p:txBody>
      </p:sp>
      <p:sp>
        <p:nvSpPr>
          <p:cNvPr id="103" name="Freeform 124">
            <a:extLst>
              <a:ext uri="{FF2B5EF4-FFF2-40B4-BE49-F238E27FC236}">
                <a16:creationId xmlns:a16="http://schemas.microsoft.com/office/drawing/2014/main" id="{A868A8DA-7C6B-C74B-B537-B1EFC6B15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8862" y="2783341"/>
            <a:ext cx="2698335" cy="1347590"/>
          </a:xfrm>
          <a:custGeom>
            <a:avLst/>
            <a:gdLst>
              <a:gd name="T0" fmla="*/ 3768 w 3769"/>
              <a:gd name="T1" fmla="*/ 1884 h 1885"/>
              <a:gd name="T2" fmla="*/ 3718 w 3769"/>
              <a:gd name="T3" fmla="*/ 1884 h 1885"/>
              <a:gd name="T4" fmla="*/ 3718 w 3769"/>
              <a:gd name="T5" fmla="*/ 1884 h 1885"/>
              <a:gd name="T6" fmla="*/ 1884 w 3769"/>
              <a:gd name="T7" fmla="*/ 51 h 1885"/>
              <a:gd name="T8" fmla="*/ 1884 w 3769"/>
              <a:gd name="T9" fmla="*/ 51 h 1885"/>
              <a:gd name="T10" fmla="*/ 52 w 3769"/>
              <a:gd name="T11" fmla="*/ 1884 h 1885"/>
              <a:gd name="T12" fmla="*/ 0 w 3769"/>
              <a:gd name="T13" fmla="*/ 1884 h 1885"/>
              <a:gd name="T14" fmla="*/ 0 w 3769"/>
              <a:gd name="T15" fmla="*/ 1884 h 1885"/>
              <a:gd name="T16" fmla="*/ 1884 w 3769"/>
              <a:gd name="T17" fmla="*/ 0 h 1885"/>
              <a:gd name="T18" fmla="*/ 1884 w 3769"/>
              <a:gd name="T19" fmla="*/ 0 h 1885"/>
              <a:gd name="T20" fmla="*/ 3768 w 3769"/>
              <a:gd name="T21" fmla="*/ 1884 h 18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769" h="1885">
                <a:moveTo>
                  <a:pt x="3768" y="1884"/>
                </a:moveTo>
                <a:lnTo>
                  <a:pt x="3718" y="1884"/>
                </a:lnTo>
                <a:lnTo>
                  <a:pt x="3718" y="1884"/>
                </a:lnTo>
                <a:cubicBezTo>
                  <a:pt x="3718" y="873"/>
                  <a:pt x="2895" y="51"/>
                  <a:pt x="1884" y="51"/>
                </a:cubicBezTo>
                <a:lnTo>
                  <a:pt x="1884" y="51"/>
                </a:lnTo>
                <a:cubicBezTo>
                  <a:pt x="874" y="51"/>
                  <a:pt x="52" y="873"/>
                  <a:pt x="52" y="1884"/>
                </a:cubicBezTo>
                <a:lnTo>
                  <a:pt x="0" y="1884"/>
                </a:lnTo>
                <a:lnTo>
                  <a:pt x="0" y="1884"/>
                </a:lnTo>
                <a:cubicBezTo>
                  <a:pt x="0" y="845"/>
                  <a:pt x="845" y="0"/>
                  <a:pt x="1884" y="0"/>
                </a:cubicBezTo>
                <a:lnTo>
                  <a:pt x="1884" y="0"/>
                </a:lnTo>
                <a:cubicBezTo>
                  <a:pt x="2923" y="0"/>
                  <a:pt x="3768" y="845"/>
                  <a:pt x="3768" y="1884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/>
          </a:p>
        </p:txBody>
      </p:sp>
      <p:sp>
        <p:nvSpPr>
          <p:cNvPr id="104" name="Freeform 150">
            <a:extLst>
              <a:ext uri="{FF2B5EF4-FFF2-40B4-BE49-F238E27FC236}">
                <a16:creationId xmlns:a16="http://schemas.microsoft.com/office/drawing/2014/main" id="{88E461D6-3462-C740-A57C-49CA22A66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7844" y="2350978"/>
            <a:ext cx="902601" cy="902601"/>
          </a:xfrm>
          <a:custGeom>
            <a:avLst/>
            <a:gdLst>
              <a:gd name="T0" fmla="*/ 631 w 1262"/>
              <a:gd name="T1" fmla="*/ 0 h 1262"/>
              <a:gd name="T2" fmla="*/ 631 w 1262"/>
              <a:gd name="T3" fmla="*/ 0 h 1262"/>
              <a:gd name="T4" fmla="*/ 0 w 1262"/>
              <a:gd name="T5" fmla="*/ 630 h 1262"/>
              <a:gd name="T6" fmla="*/ 0 w 1262"/>
              <a:gd name="T7" fmla="*/ 630 h 1262"/>
              <a:gd name="T8" fmla="*/ 631 w 1262"/>
              <a:gd name="T9" fmla="*/ 1261 h 1262"/>
              <a:gd name="T10" fmla="*/ 631 w 1262"/>
              <a:gd name="T11" fmla="*/ 1261 h 1262"/>
              <a:gd name="T12" fmla="*/ 1261 w 1262"/>
              <a:gd name="T13" fmla="*/ 630 h 1262"/>
              <a:gd name="T14" fmla="*/ 1261 w 1262"/>
              <a:gd name="T15" fmla="*/ 630 h 1262"/>
              <a:gd name="T16" fmla="*/ 631 w 1262"/>
              <a:gd name="T17" fmla="*/ 0 h 1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2" h="1262">
                <a:moveTo>
                  <a:pt x="631" y="0"/>
                </a:moveTo>
                <a:lnTo>
                  <a:pt x="631" y="0"/>
                </a:lnTo>
                <a:cubicBezTo>
                  <a:pt x="282" y="0"/>
                  <a:pt x="0" y="283"/>
                  <a:pt x="0" y="630"/>
                </a:cubicBezTo>
                <a:lnTo>
                  <a:pt x="0" y="630"/>
                </a:lnTo>
                <a:cubicBezTo>
                  <a:pt x="0" y="979"/>
                  <a:pt x="282" y="1261"/>
                  <a:pt x="631" y="1261"/>
                </a:cubicBezTo>
                <a:lnTo>
                  <a:pt x="631" y="1261"/>
                </a:lnTo>
                <a:cubicBezTo>
                  <a:pt x="978" y="1261"/>
                  <a:pt x="1261" y="979"/>
                  <a:pt x="1261" y="630"/>
                </a:cubicBezTo>
                <a:lnTo>
                  <a:pt x="1261" y="630"/>
                </a:lnTo>
                <a:cubicBezTo>
                  <a:pt x="1261" y="283"/>
                  <a:pt x="978" y="0"/>
                  <a:pt x="631" y="0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/>
          </a:p>
        </p:txBody>
      </p:sp>
      <p:sp>
        <p:nvSpPr>
          <p:cNvPr id="105" name="Freeform 153">
            <a:extLst>
              <a:ext uri="{FF2B5EF4-FFF2-40B4-BE49-F238E27FC236}">
                <a16:creationId xmlns:a16="http://schemas.microsoft.com/office/drawing/2014/main" id="{5D092F4C-F4DE-8644-A7BB-78BEA3025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8307" y="5008283"/>
            <a:ext cx="902601" cy="902601"/>
          </a:xfrm>
          <a:custGeom>
            <a:avLst/>
            <a:gdLst>
              <a:gd name="T0" fmla="*/ 630 w 1262"/>
              <a:gd name="T1" fmla="*/ 0 h 1262"/>
              <a:gd name="T2" fmla="*/ 630 w 1262"/>
              <a:gd name="T3" fmla="*/ 0 h 1262"/>
              <a:gd name="T4" fmla="*/ 0 w 1262"/>
              <a:gd name="T5" fmla="*/ 630 h 1262"/>
              <a:gd name="T6" fmla="*/ 0 w 1262"/>
              <a:gd name="T7" fmla="*/ 630 h 1262"/>
              <a:gd name="T8" fmla="*/ 630 w 1262"/>
              <a:gd name="T9" fmla="*/ 1261 h 1262"/>
              <a:gd name="T10" fmla="*/ 630 w 1262"/>
              <a:gd name="T11" fmla="*/ 1261 h 1262"/>
              <a:gd name="T12" fmla="*/ 1261 w 1262"/>
              <a:gd name="T13" fmla="*/ 630 h 1262"/>
              <a:gd name="T14" fmla="*/ 1261 w 1262"/>
              <a:gd name="T15" fmla="*/ 630 h 1262"/>
              <a:gd name="T16" fmla="*/ 630 w 1262"/>
              <a:gd name="T17" fmla="*/ 0 h 12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62" h="1262">
                <a:moveTo>
                  <a:pt x="630" y="0"/>
                </a:moveTo>
                <a:lnTo>
                  <a:pt x="630" y="0"/>
                </a:lnTo>
                <a:cubicBezTo>
                  <a:pt x="283" y="0"/>
                  <a:pt x="0" y="283"/>
                  <a:pt x="0" y="630"/>
                </a:cubicBezTo>
                <a:lnTo>
                  <a:pt x="0" y="630"/>
                </a:lnTo>
                <a:cubicBezTo>
                  <a:pt x="0" y="979"/>
                  <a:pt x="283" y="1261"/>
                  <a:pt x="630" y="1261"/>
                </a:cubicBezTo>
                <a:lnTo>
                  <a:pt x="630" y="1261"/>
                </a:lnTo>
                <a:cubicBezTo>
                  <a:pt x="979" y="1261"/>
                  <a:pt x="1261" y="979"/>
                  <a:pt x="1261" y="630"/>
                </a:cubicBezTo>
                <a:lnTo>
                  <a:pt x="1261" y="630"/>
                </a:lnTo>
                <a:cubicBezTo>
                  <a:pt x="1261" y="283"/>
                  <a:pt x="979" y="0"/>
                  <a:pt x="630" y="0"/>
                </a:cubicBezTo>
              </a:path>
            </a:pathLst>
          </a:cu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900"/>
          </a:p>
        </p:txBody>
      </p:sp>
      <p:sp>
        <p:nvSpPr>
          <p:cNvPr id="106" name="TextBox 23">
            <a:extLst>
              <a:ext uri="{FF2B5EF4-FFF2-40B4-BE49-F238E27FC236}">
                <a16:creationId xmlns:a16="http://schemas.microsoft.com/office/drawing/2014/main" id="{BAF1F472-A764-8748-9313-0B8CD5AD2DA2}"/>
              </a:ext>
            </a:extLst>
          </p:cNvPr>
          <p:cNvSpPr txBox="1"/>
          <p:nvPr/>
        </p:nvSpPr>
        <p:spPr>
          <a:xfrm>
            <a:off x="7064627" y="2525278"/>
            <a:ext cx="405881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1</a:t>
            </a:r>
          </a:p>
        </p:txBody>
      </p:sp>
      <p:sp>
        <p:nvSpPr>
          <p:cNvPr id="107" name="TextBox 24">
            <a:extLst>
              <a:ext uri="{FF2B5EF4-FFF2-40B4-BE49-F238E27FC236}">
                <a16:creationId xmlns:a16="http://schemas.microsoft.com/office/drawing/2014/main" id="{231EFA60-98A2-1542-908E-78DB204AF207}"/>
              </a:ext>
            </a:extLst>
          </p:cNvPr>
          <p:cNvSpPr txBox="1"/>
          <p:nvPr/>
        </p:nvSpPr>
        <p:spPr>
          <a:xfrm>
            <a:off x="9725088" y="5201519"/>
            <a:ext cx="405881" cy="553998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2</a:t>
            </a:r>
          </a:p>
        </p:txBody>
      </p:sp>
      <p:sp>
        <p:nvSpPr>
          <p:cNvPr id="108" name="Subtitle 2">
            <a:extLst>
              <a:ext uri="{FF2B5EF4-FFF2-40B4-BE49-F238E27FC236}">
                <a16:creationId xmlns:a16="http://schemas.microsoft.com/office/drawing/2014/main" id="{42DC4A65-206D-3D49-BDEE-3485746460E6}"/>
              </a:ext>
            </a:extLst>
          </p:cNvPr>
          <p:cNvSpPr txBox="1">
            <a:spLocks/>
          </p:cNvSpPr>
          <p:nvPr/>
        </p:nvSpPr>
        <p:spPr>
          <a:xfrm>
            <a:off x="6195259" y="3805536"/>
            <a:ext cx="2150854" cy="1237262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Envío del Reporte Semanal (</a:t>
            </a:r>
            <a:r>
              <a:rPr lang="es-ES" sz="1200" dirty="0" err="1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Ej</a:t>
            </a:r>
            <a:r>
              <a:rPr lang="es-ES" sz="12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: MEIA / Proyectos)</a:t>
            </a:r>
          </a:p>
          <a:p>
            <a:pPr marL="171450" indent="-1714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Requerimiento específico de información (</a:t>
            </a:r>
            <a:r>
              <a:rPr lang="es-ES" sz="1200" dirty="0" err="1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Ej</a:t>
            </a:r>
            <a:r>
              <a:rPr lang="es-ES" sz="12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: área de Permisos)</a:t>
            </a:r>
            <a:endParaRPr lang="en-US" sz="1200" dirty="0">
              <a:solidFill>
                <a:schemeClr val="tx1"/>
              </a:solidFill>
              <a:latin typeface="Lato Light" panose="020F0502020204030203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109" name="TextBox 29">
            <a:extLst>
              <a:ext uri="{FF2B5EF4-FFF2-40B4-BE49-F238E27FC236}">
                <a16:creationId xmlns:a16="http://schemas.microsoft.com/office/drawing/2014/main" id="{C5D7CFAD-1371-DB47-AE0F-FC85117FB81C}"/>
              </a:ext>
            </a:extLst>
          </p:cNvPr>
          <p:cNvSpPr txBox="1"/>
          <p:nvPr/>
        </p:nvSpPr>
        <p:spPr>
          <a:xfrm>
            <a:off x="6904239" y="3468404"/>
            <a:ext cx="732894" cy="338554"/>
          </a:xfrm>
          <a:prstGeom prst="rect">
            <a:avLst/>
          </a:prstGeom>
          <a:noFill/>
        </p:spPr>
        <p:txBody>
          <a:bodyPr wrap="none" rtlCol="0" anchor="b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PUSH</a:t>
            </a:r>
          </a:p>
        </p:txBody>
      </p:sp>
      <p:sp>
        <p:nvSpPr>
          <p:cNvPr id="110" name="Subtitle 2">
            <a:extLst>
              <a:ext uri="{FF2B5EF4-FFF2-40B4-BE49-F238E27FC236}">
                <a16:creationId xmlns:a16="http://schemas.microsoft.com/office/drawing/2014/main" id="{75D78690-1AEF-7A4C-8AEB-CE2146090DA3}"/>
              </a:ext>
            </a:extLst>
          </p:cNvPr>
          <p:cNvSpPr txBox="1">
            <a:spLocks/>
          </p:cNvSpPr>
          <p:nvPr/>
        </p:nvSpPr>
        <p:spPr>
          <a:xfrm>
            <a:off x="8855648" y="3928368"/>
            <a:ext cx="2150854" cy="721608"/>
          </a:xfrm>
          <a:prstGeom prst="rect">
            <a:avLst/>
          </a:prstGeom>
        </p:spPr>
        <p:txBody>
          <a:bodyPr vert="horz" wrap="square" lIns="45720" tIns="22860" rIns="45720" bIns="22860" rtlCol="0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ts val="1750"/>
              </a:lnSpc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Mukta ExtraLight" panose="020B0000000000000000" pitchFamily="34" charset="77"/>
              </a:rPr>
              <a:t>El Reporte se comparte a través de un repositorio de información (masivo).</a:t>
            </a:r>
            <a:endParaRPr lang="en-US" sz="1200" dirty="0">
              <a:solidFill>
                <a:schemeClr val="tx1"/>
              </a:solidFill>
              <a:latin typeface="Lato Light" panose="020F0502020204030203" pitchFamily="34" charset="0"/>
              <a:ea typeface="Lato Light" panose="020F0502020204030203" pitchFamily="34" charset="0"/>
              <a:cs typeface="Mukta ExtraLight" panose="020B0000000000000000" pitchFamily="34" charset="77"/>
            </a:endParaRPr>
          </a:p>
        </p:txBody>
      </p:sp>
      <p:sp>
        <p:nvSpPr>
          <p:cNvPr id="111" name="TextBox 33">
            <a:extLst>
              <a:ext uri="{FF2B5EF4-FFF2-40B4-BE49-F238E27FC236}">
                <a16:creationId xmlns:a16="http://schemas.microsoft.com/office/drawing/2014/main" id="{135FF297-A2F2-4644-AC5A-4CB1DC9074DF}"/>
              </a:ext>
            </a:extLst>
          </p:cNvPr>
          <p:cNvSpPr txBox="1"/>
          <p:nvPr/>
        </p:nvSpPr>
        <p:spPr>
          <a:xfrm>
            <a:off x="8532096" y="3547504"/>
            <a:ext cx="2719880" cy="338554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algn="ctr"/>
            <a:r>
              <a:rPr lang="en-US" sz="1600" b="1" dirty="0">
                <a:solidFill>
                  <a:schemeClr val="tx2"/>
                </a:solidFill>
                <a:latin typeface="Poppins" pitchFamily="2" charset="77"/>
                <a:ea typeface="League Spartan" charset="0"/>
                <a:cs typeface="Poppins" pitchFamily="2" charset="77"/>
              </a:rPr>
              <a:t>PULL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A667A33-60B8-CDC1-0600-8EB2A5D9A55B}"/>
              </a:ext>
            </a:extLst>
          </p:cNvPr>
          <p:cNvSpPr txBox="1">
            <a:spLocks/>
          </p:cNvSpPr>
          <p:nvPr/>
        </p:nvSpPr>
        <p:spPr>
          <a:xfrm>
            <a:off x="292288" y="377264"/>
            <a:ext cx="9083723" cy="72025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/>
              <a:t>02. GESTIONAR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96529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646" y="2376993"/>
            <a:ext cx="8444707" cy="3419649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F7066E9B-085C-C7E5-00AB-E39235007495}"/>
              </a:ext>
            </a:extLst>
          </p:cNvPr>
          <p:cNvSpPr txBox="1">
            <a:spLocks/>
          </p:cNvSpPr>
          <p:nvPr/>
        </p:nvSpPr>
        <p:spPr>
          <a:xfrm>
            <a:off x="292288" y="377264"/>
            <a:ext cx="9083723" cy="72025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/>
              <a:t>02. GESTIONAR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9883566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E67A7AB4-1E04-944B-BD4F-5CEF5019F2D9}"/>
              </a:ext>
            </a:extLst>
          </p:cNvPr>
          <p:cNvSpPr/>
          <p:nvPr/>
        </p:nvSpPr>
        <p:spPr>
          <a:xfrm>
            <a:off x="2037516" y="1965651"/>
            <a:ext cx="3062288" cy="1769441"/>
          </a:xfrm>
          <a:prstGeom prst="roundRect">
            <a:avLst>
              <a:gd name="adj" fmla="val 16522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6" name="Rounded Rectangle 24">
            <a:extLst>
              <a:ext uri="{FF2B5EF4-FFF2-40B4-BE49-F238E27FC236}">
                <a16:creationId xmlns:a16="http://schemas.microsoft.com/office/drawing/2014/main" id="{88116CA4-96D1-844C-9566-CCE42766F368}"/>
              </a:ext>
            </a:extLst>
          </p:cNvPr>
          <p:cNvSpPr/>
          <p:nvPr/>
        </p:nvSpPr>
        <p:spPr>
          <a:xfrm>
            <a:off x="8548520" y="4260368"/>
            <a:ext cx="3062288" cy="1769441"/>
          </a:xfrm>
          <a:prstGeom prst="roundRect">
            <a:avLst>
              <a:gd name="adj" fmla="val 16522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9" name="Rounded Rectangle 28">
            <a:extLst>
              <a:ext uri="{FF2B5EF4-FFF2-40B4-BE49-F238E27FC236}">
                <a16:creationId xmlns:a16="http://schemas.microsoft.com/office/drawing/2014/main" id="{BAC87F29-AD40-5B46-BAEB-791F7D813AB4}"/>
              </a:ext>
            </a:extLst>
          </p:cNvPr>
          <p:cNvSpPr/>
          <p:nvPr/>
        </p:nvSpPr>
        <p:spPr>
          <a:xfrm>
            <a:off x="6014400" y="1981891"/>
            <a:ext cx="3062288" cy="1769441"/>
          </a:xfrm>
          <a:prstGeom prst="roundRect">
            <a:avLst>
              <a:gd name="adj" fmla="val 16522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2" name="Rounded Rectangle 38">
            <a:extLst>
              <a:ext uri="{FF2B5EF4-FFF2-40B4-BE49-F238E27FC236}">
                <a16:creationId xmlns:a16="http://schemas.microsoft.com/office/drawing/2014/main" id="{F780E226-0A88-8C4F-8DC6-6A59E7D045C0}"/>
              </a:ext>
            </a:extLst>
          </p:cNvPr>
          <p:cNvSpPr/>
          <p:nvPr/>
        </p:nvSpPr>
        <p:spPr>
          <a:xfrm>
            <a:off x="3720547" y="4260368"/>
            <a:ext cx="3062288" cy="1898788"/>
          </a:xfrm>
          <a:prstGeom prst="roundRect">
            <a:avLst>
              <a:gd name="adj" fmla="val 1652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dirty="0">
              <a:latin typeface="Lato Light" panose="020F0502020204030203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68484AF0-C3D0-B94C-9CB4-A0651F55CC7C}"/>
              </a:ext>
            </a:extLst>
          </p:cNvPr>
          <p:cNvSpPr txBox="1">
            <a:spLocks/>
          </p:cNvSpPr>
          <p:nvPr/>
        </p:nvSpPr>
        <p:spPr>
          <a:xfrm>
            <a:off x="2396329" y="2464467"/>
            <a:ext cx="2425700" cy="741870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0"/>
              </a:lnSpc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Definen y priorizan los requerimientos del alcance.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C96A6D87-4009-4444-9774-CFFFBEBEFBD5}"/>
              </a:ext>
            </a:extLst>
          </p:cNvPr>
          <p:cNvSpPr txBox="1">
            <a:spLocks/>
          </p:cNvSpPr>
          <p:nvPr/>
        </p:nvSpPr>
        <p:spPr>
          <a:xfrm>
            <a:off x="8866814" y="4905745"/>
            <a:ext cx="2425700" cy="507831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0"/>
              </a:lnSpc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Participación en el Planeamiento.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9DEE34F2-1130-0C40-A624-AA3F3A91F204}"/>
              </a:ext>
            </a:extLst>
          </p:cNvPr>
          <p:cNvSpPr txBox="1">
            <a:spLocks/>
          </p:cNvSpPr>
          <p:nvPr/>
        </p:nvSpPr>
        <p:spPr>
          <a:xfrm>
            <a:off x="6332694" y="2495676"/>
            <a:ext cx="2425700" cy="741870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0"/>
              </a:lnSpc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Determinan los criterios de aceptación y de calidad.</a:t>
            </a:r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99B1584F-5E50-0F4D-8A35-7EAEDD0EB57F}"/>
              </a:ext>
            </a:extLst>
          </p:cNvPr>
          <p:cNvSpPr txBox="1">
            <a:spLocks/>
          </p:cNvSpPr>
          <p:nvPr/>
        </p:nvSpPr>
        <p:spPr>
          <a:xfrm>
            <a:off x="4038841" y="4828603"/>
            <a:ext cx="2425700" cy="738664"/>
          </a:xfrm>
          <a:prstGeom prst="rect">
            <a:avLst/>
          </a:prstGeom>
        </p:spPr>
        <p:txBody>
          <a:bodyPr vert="horz" wrap="square" lIns="45720" tIns="22860" rIns="45720" bIns="2286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750"/>
              </a:lnSpc>
            </a:pPr>
            <a:r>
              <a:rPr lang="en-US" sz="1800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Influencian en la aceleración de los resultados.</a:t>
            </a:r>
          </a:p>
        </p:txBody>
      </p:sp>
      <p:sp>
        <p:nvSpPr>
          <p:cNvPr id="24" name="Flecha arriba y abajo 23"/>
          <p:cNvSpPr/>
          <p:nvPr/>
        </p:nvSpPr>
        <p:spPr>
          <a:xfrm>
            <a:off x="665747" y="1965651"/>
            <a:ext cx="631200" cy="4764673"/>
          </a:xfrm>
          <a:prstGeom prst="up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dirty="0"/>
              <a:t>ENGAGEMENT</a:t>
            </a:r>
            <a:endParaRPr lang="en-US" b="1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111E70FE-6248-F9D3-EBFF-E99BC810BBE0}"/>
              </a:ext>
            </a:extLst>
          </p:cNvPr>
          <p:cNvSpPr txBox="1">
            <a:spLocks/>
          </p:cNvSpPr>
          <p:nvPr/>
        </p:nvSpPr>
        <p:spPr>
          <a:xfrm>
            <a:off x="292288" y="377264"/>
            <a:ext cx="9083723" cy="72025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/>
              <a:t>03. MONITOREAR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4830654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1">
            <a:extLst>
              <a:ext uri="{FF2B5EF4-FFF2-40B4-BE49-F238E27FC236}">
                <a16:creationId xmlns:a16="http://schemas.microsoft.com/office/drawing/2014/main" id="{5E478663-3247-9246-B5AF-E9516385C90D}"/>
              </a:ext>
            </a:extLst>
          </p:cNvPr>
          <p:cNvGrpSpPr/>
          <p:nvPr/>
        </p:nvGrpSpPr>
        <p:grpSpPr>
          <a:xfrm>
            <a:off x="828268" y="2096051"/>
            <a:ext cx="5267732" cy="4449888"/>
            <a:chOff x="4829352" y="5960757"/>
            <a:chExt cx="6601289" cy="5576404"/>
          </a:xfrm>
        </p:grpSpPr>
        <p:sp>
          <p:nvSpPr>
            <p:cNvPr id="27" name="Shape 48162"/>
            <p:cNvSpPr/>
            <p:nvPr/>
          </p:nvSpPr>
          <p:spPr>
            <a:xfrm>
              <a:off x="4830760" y="9610978"/>
              <a:ext cx="3301712" cy="1926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9657"/>
                  </a:lnTo>
                  <a:lnTo>
                    <a:pt x="21600" y="21600"/>
                  </a:lnTo>
                  <a:lnTo>
                    <a:pt x="0" y="119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Lato Light" panose="020F0502020204030203" pitchFamily="34" charset="0"/>
              </a:endParaRPr>
            </a:p>
          </p:txBody>
        </p:sp>
        <p:sp>
          <p:nvSpPr>
            <p:cNvPr id="28" name="Shape 48163"/>
            <p:cNvSpPr/>
            <p:nvPr/>
          </p:nvSpPr>
          <p:spPr>
            <a:xfrm>
              <a:off x="8128929" y="9610978"/>
              <a:ext cx="3301712" cy="192618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9657"/>
                  </a:lnTo>
                  <a:lnTo>
                    <a:pt x="0" y="21600"/>
                  </a:lnTo>
                  <a:lnTo>
                    <a:pt x="21600" y="11943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3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10780">
                <a:defRPr sz="42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pPr>
              <a:endParaRPr sz="2953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29" name="Shape 48164"/>
            <p:cNvSpPr/>
            <p:nvPr/>
          </p:nvSpPr>
          <p:spPr>
            <a:xfrm>
              <a:off x="4829352" y="8924619"/>
              <a:ext cx="6600500" cy="15602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549"/>
                  </a:moveTo>
                  <a:lnTo>
                    <a:pt x="10837" y="0"/>
                  </a:lnTo>
                  <a:lnTo>
                    <a:pt x="21600" y="9530"/>
                  </a:lnTo>
                  <a:lnTo>
                    <a:pt x="10798" y="21600"/>
                  </a:lnTo>
                  <a:lnTo>
                    <a:pt x="0" y="9549"/>
                  </a:lnTo>
                  <a:close/>
                </a:path>
              </a:pathLst>
            </a:cu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Lato Light" panose="020F0502020204030203" pitchFamily="34" charset="0"/>
              </a:endParaRPr>
            </a:p>
          </p:txBody>
        </p:sp>
        <p:sp>
          <p:nvSpPr>
            <p:cNvPr id="30" name="Shape 48165"/>
            <p:cNvSpPr/>
            <p:nvPr/>
          </p:nvSpPr>
          <p:spPr>
            <a:xfrm>
              <a:off x="5264054" y="7935330"/>
              <a:ext cx="2872263" cy="1675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9657"/>
                  </a:lnTo>
                  <a:lnTo>
                    <a:pt x="21600" y="21600"/>
                  </a:lnTo>
                  <a:lnTo>
                    <a:pt x="0" y="119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Lato Light" panose="020F0502020204030203" pitchFamily="34" charset="0"/>
              </a:endParaRPr>
            </a:p>
          </p:txBody>
        </p:sp>
        <p:sp>
          <p:nvSpPr>
            <p:cNvPr id="31" name="Shape 48166"/>
            <p:cNvSpPr/>
            <p:nvPr/>
          </p:nvSpPr>
          <p:spPr>
            <a:xfrm>
              <a:off x="8133235" y="7935330"/>
              <a:ext cx="2872263" cy="16756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9657"/>
                  </a:lnTo>
                  <a:lnTo>
                    <a:pt x="0" y="21600"/>
                  </a:lnTo>
                  <a:lnTo>
                    <a:pt x="21600" y="11943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spcBef>
                  <a:spcPts val="1055"/>
                </a:spcBef>
                <a:defRPr sz="1800" spc="-18">
                  <a:solidFill>
                    <a:srgbClr val="FFFFFF"/>
                  </a:solidFill>
                  <a:latin typeface="Avenir Medium"/>
                  <a:ea typeface="Avenir Medium"/>
                  <a:cs typeface="Avenir Medium"/>
                  <a:sym typeface="Avenir Medium"/>
                </a:defRPr>
              </a:pPr>
              <a:endParaRPr sz="1266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32" name="Shape 48167"/>
            <p:cNvSpPr/>
            <p:nvPr/>
          </p:nvSpPr>
          <p:spPr>
            <a:xfrm>
              <a:off x="5265263" y="7338245"/>
              <a:ext cx="5738957" cy="13573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583"/>
                  </a:moveTo>
                  <a:lnTo>
                    <a:pt x="10834" y="0"/>
                  </a:lnTo>
                  <a:lnTo>
                    <a:pt x="21600" y="9562"/>
                  </a:lnTo>
                  <a:lnTo>
                    <a:pt x="10794" y="21600"/>
                  </a:lnTo>
                  <a:lnTo>
                    <a:pt x="0" y="9583"/>
                  </a:lnTo>
                  <a:close/>
                </a:path>
              </a:pathLst>
            </a:cu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10780">
                <a:defRPr sz="42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pPr>
              <a:endParaRPr sz="2953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33" name="Shape 48168"/>
            <p:cNvSpPr/>
            <p:nvPr/>
          </p:nvSpPr>
          <p:spPr>
            <a:xfrm>
              <a:off x="5789350" y="6447629"/>
              <a:ext cx="2342092" cy="1366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9657"/>
                  </a:lnTo>
                  <a:lnTo>
                    <a:pt x="21600" y="21600"/>
                  </a:lnTo>
                  <a:lnTo>
                    <a:pt x="0" y="119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endParaRPr sz="2532" dirty="0">
                <a:latin typeface="Lato Light" panose="020F0502020204030203" pitchFamily="34" charset="0"/>
              </a:endParaRPr>
            </a:p>
          </p:txBody>
        </p:sp>
        <p:sp>
          <p:nvSpPr>
            <p:cNvPr id="34" name="Shape 48169"/>
            <p:cNvSpPr/>
            <p:nvPr/>
          </p:nvSpPr>
          <p:spPr>
            <a:xfrm>
              <a:off x="8128929" y="6447629"/>
              <a:ext cx="2342092" cy="13663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0"/>
                  </a:moveTo>
                  <a:lnTo>
                    <a:pt x="0" y="9657"/>
                  </a:lnTo>
                  <a:lnTo>
                    <a:pt x="0" y="21600"/>
                  </a:lnTo>
                  <a:lnTo>
                    <a:pt x="21600" y="11943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10780">
                <a:defRPr sz="42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pPr>
              <a:endParaRPr sz="2953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35" name="Shape 48170"/>
            <p:cNvSpPr/>
            <p:nvPr/>
          </p:nvSpPr>
          <p:spPr>
            <a:xfrm>
              <a:off x="5788587" y="5960757"/>
              <a:ext cx="4676221" cy="1106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622"/>
                  </a:moveTo>
                  <a:lnTo>
                    <a:pt x="10850" y="0"/>
                  </a:lnTo>
                  <a:lnTo>
                    <a:pt x="21600" y="9553"/>
                  </a:lnTo>
                  <a:lnTo>
                    <a:pt x="10810" y="21600"/>
                  </a:lnTo>
                  <a:lnTo>
                    <a:pt x="0" y="9622"/>
                  </a:ln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defTabSz="410780">
                <a:defRPr sz="4200">
                  <a:solidFill>
                    <a:srgbClr val="000000"/>
                  </a:solidFill>
                  <a:latin typeface="Gill Sans"/>
                  <a:ea typeface="Gill Sans"/>
                  <a:cs typeface="Gill Sans"/>
                  <a:sym typeface="Gill Sans"/>
                </a:defRPr>
              </a:pPr>
              <a:endParaRPr sz="2953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sp>
        <p:nvSpPr>
          <p:cNvPr id="36" name="Freeform 8">
            <a:extLst>
              <a:ext uri="{FF2B5EF4-FFF2-40B4-BE49-F238E27FC236}">
                <a16:creationId xmlns:a16="http://schemas.microsoft.com/office/drawing/2014/main" id="{8E1E354D-A356-D048-9533-38BAAAAD2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1132" y="3045752"/>
            <a:ext cx="5326969" cy="2254667"/>
          </a:xfrm>
          <a:custGeom>
            <a:avLst/>
            <a:gdLst>
              <a:gd name="T0" fmla="*/ 13832 w 14933"/>
              <a:gd name="T1" fmla="*/ 2198 h 2199"/>
              <a:gd name="T2" fmla="*/ 1099 w 14933"/>
              <a:gd name="T3" fmla="*/ 2198 h 2199"/>
              <a:gd name="T4" fmla="*/ 1099 w 14933"/>
              <a:gd name="T5" fmla="*/ 2198 h 2199"/>
              <a:gd name="T6" fmla="*/ 0 w 14933"/>
              <a:gd name="T7" fmla="*/ 1099 h 2199"/>
              <a:gd name="T8" fmla="*/ 0 w 14933"/>
              <a:gd name="T9" fmla="*/ 1099 h 2199"/>
              <a:gd name="T10" fmla="*/ 1099 w 14933"/>
              <a:gd name="T11" fmla="*/ 0 h 2199"/>
              <a:gd name="T12" fmla="*/ 13832 w 14933"/>
              <a:gd name="T13" fmla="*/ 0 h 2199"/>
              <a:gd name="T14" fmla="*/ 13832 w 14933"/>
              <a:gd name="T15" fmla="*/ 0 h 2199"/>
              <a:gd name="T16" fmla="*/ 14932 w 14933"/>
              <a:gd name="T17" fmla="*/ 1099 h 2199"/>
              <a:gd name="T18" fmla="*/ 14932 w 14933"/>
              <a:gd name="T19" fmla="*/ 1099 h 2199"/>
              <a:gd name="T20" fmla="*/ 13832 w 14933"/>
              <a:gd name="T21" fmla="*/ 2198 h 2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933" h="2199">
                <a:moveTo>
                  <a:pt x="13832" y="2198"/>
                </a:moveTo>
                <a:lnTo>
                  <a:pt x="1099" y="2198"/>
                </a:lnTo>
                <a:lnTo>
                  <a:pt x="1099" y="2198"/>
                </a:lnTo>
                <a:cubicBezTo>
                  <a:pt x="492" y="2198"/>
                  <a:pt x="0" y="1706"/>
                  <a:pt x="0" y="1099"/>
                </a:cubicBezTo>
                <a:lnTo>
                  <a:pt x="0" y="1099"/>
                </a:lnTo>
                <a:cubicBezTo>
                  <a:pt x="0" y="492"/>
                  <a:pt x="492" y="0"/>
                  <a:pt x="1099" y="0"/>
                </a:cubicBezTo>
                <a:lnTo>
                  <a:pt x="13832" y="0"/>
                </a:lnTo>
                <a:lnTo>
                  <a:pt x="13832" y="0"/>
                </a:lnTo>
                <a:cubicBezTo>
                  <a:pt x="14439" y="0"/>
                  <a:pt x="14932" y="492"/>
                  <a:pt x="14932" y="1099"/>
                </a:cubicBezTo>
                <a:lnTo>
                  <a:pt x="14932" y="1099"/>
                </a:lnTo>
                <a:cubicBezTo>
                  <a:pt x="14932" y="1706"/>
                  <a:pt x="14439" y="2198"/>
                  <a:pt x="13832" y="2198"/>
                </a:cubicBezTo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6" dirty="0">
              <a:latin typeface="Lato Light" panose="020F0502020204030203" pitchFamily="34" charset="0"/>
            </a:endParaRPr>
          </a:p>
        </p:txBody>
      </p:sp>
      <p:sp>
        <p:nvSpPr>
          <p:cNvPr id="37" name="Subtitle 2">
            <a:extLst>
              <a:ext uri="{FF2B5EF4-FFF2-40B4-BE49-F238E27FC236}">
                <a16:creationId xmlns:a16="http://schemas.microsoft.com/office/drawing/2014/main" id="{D91B926E-99AB-1444-9D7D-D2AB5157DC58}"/>
              </a:ext>
            </a:extLst>
          </p:cNvPr>
          <p:cNvSpPr txBox="1">
            <a:spLocks/>
          </p:cNvSpPr>
          <p:nvPr/>
        </p:nvSpPr>
        <p:spPr>
          <a:xfrm>
            <a:off x="7021804" y="3370450"/>
            <a:ext cx="4165624" cy="1815882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50"/>
              </a:lnSpc>
              <a:spcBef>
                <a:spcPts val="0"/>
              </a:spcBef>
            </a:pPr>
            <a:r>
              <a:rPr lang="en-US" sz="1800" b="1" dirty="0">
                <a:solidFill>
                  <a:schemeClr val="bg1"/>
                </a:solidFill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LA LEY DEL TOPE</a:t>
            </a:r>
          </a:p>
          <a:p>
            <a:pPr>
              <a:lnSpc>
                <a:spcPts val="2250"/>
              </a:lnSpc>
              <a:spcBef>
                <a:spcPts val="0"/>
              </a:spcBef>
            </a:pPr>
            <a:r>
              <a:rPr lang="es-ES" sz="1600" i="1" dirty="0">
                <a:solidFill>
                  <a:schemeClr val="bg1"/>
                </a:solidFill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“La capacidad de liderazgo determina el nivel de eficacia de una persona y de la organización”</a:t>
            </a:r>
          </a:p>
          <a:p>
            <a:pPr>
              <a:lnSpc>
                <a:spcPts val="2250"/>
              </a:lnSpc>
              <a:spcBef>
                <a:spcPts val="0"/>
              </a:spcBef>
            </a:pPr>
            <a:endParaRPr lang="es-ES" sz="1600" i="1" dirty="0">
              <a:solidFill>
                <a:schemeClr val="bg1"/>
              </a:solidFill>
              <a:latin typeface="Poppins" pitchFamily="2" charset="77"/>
              <a:ea typeface="Lato" panose="020F0502020204030203" pitchFamily="34" charset="0"/>
              <a:cs typeface="Poppins" pitchFamily="2" charset="77"/>
            </a:endParaRPr>
          </a:p>
          <a:p>
            <a:pPr algn="r">
              <a:lnSpc>
                <a:spcPts val="2250"/>
              </a:lnSpc>
              <a:spcBef>
                <a:spcPts val="0"/>
              </a:spcBef>
            </a:pPr>
            <a:r>
              <a:rPr lang="es-ES" sz="1600" i="1" dirty="0">
                <a:solidFill>
                  <a:schemeClr val="bg1"/>
                </a:solidFill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John Maxwell</a:t>
            </a:r>
            <a:endParaRPr lang="en-US" sz="1600" i="1" dirty="0">
              <a:solidFill>
                <a:schemeClr val="bg1"/>
              </a:solidFill>
              <a:latin typeface="Poppins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63FB6F03-EB8B-645D-808F-93B47052070B}"/>
              </a:ext>
            </a:extLst>
          </p:cNvPr>
          <p:cNvSpPr txBox="1">
            <a:spLocks/>
          </p:cNvSpPr>
          <p:nvPr/>
        </p:nvSpPr>
        <p:spPr>
          <a:xfrm>
            <a:off x="292288" y="377264"/>
            <a:ext cx="9083723" cy="72025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/>
              <a:t>03. MONITOREAR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889838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4401" y="3264863"/>
            <a:ext cx="6096081" cy="3300576"/>
          </a:xfrm>
          <a:prstGeom prst="rect">
            <a:avLst/>
          </a:prstGeom>
        </p:spPr>
      </p:pic>
      <p:sp>
        <p:nvSpPr>
          <p:cNvPr id="16" name="Freeform 8">
            <a:extLst>
              <a:ext uri="{FF2B5EF4-FFF2-40B4-BE49-F238E27FC236}">
                <a16:creationId xmlns:a16="http://schemas.microsoft.com/office/drawing/2014/main" id="{8E1E354D-A356-D048-9533-38BAAAAD2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92" y="2137812"/>
            <a:ext cx="11158972" cy="1003348"/>
          </a:xfrm>
          <a:custGeom>
            <a:avLst/>
            <a:gdLst>
              <a:gd name="T0" fmla="*/ 13832 w 14933"/>
              <a:gd name="T1" fmla="*/ 2198 h 2199"/>
              <a:gd name="T2" fmla="*/ 1099 w 14933"/>
              <a:gd name="T3" fmla="*/ 2198 h 2199"/>
              <a:gd name="T4" fmla="*/ 1099 w 14933"/>
              <a:gd name="T5" fmla="*/ 2198 h 2199"/>
              <a:gd name="T6" fmla="*/ 0 w 14933"/>
              <a:gd name="T7" fmla="*/ 1099 h 2199"/>
              <a:gd name="T8" fmla="*/ 0 w 14933"/>
              <a:gd name="T9" fmla="*/ 1099 h 2199"/>
              <a:gd name="T10" fmla="*/ 1099 w 14933"/>
              <a:gd name="T11" fmla="*/ 0 h 2199"/>
              <a:gd name="T12" fmla="*/ 13832 w 14933"/>
              <a:gd name="T13" fmla="*/ 0 h 2199"/>
              <a:gd name="T14" fmla="*/ 13832 w 14933"/>
              <a:gd name="T15" fmla="*/ 0 h 2199"/>
              <a:gd name="T16" fmla="*/ 14932 w 14933"/>
              <a:gd name="T17" fmla="*/ 1099 h 2199"/>
              <a:gd name="T18" fmla="*/ 14932 w 14933"/>
              <a:gd name="T19" fmla="*/ 1099 h 2199"/>
              <a:gd name="T20" fmla="*/ 13832 w 14933"/>
              <a:gd name="T21" fmla="*/ 2198 h 2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4933" h="2199">
                <a:moveTo>
                  <a:pt x="13832" y="2198"/>
                </a:moveTo>
                <a:lnTo>
                  <a:pt x="1099" y="2198"/>
                </a:lnTo>
                <a:lnTo>
                  <a:pt x="1099" y="2198"/>
                </a:lnTo>
                <a:cubicBezTo>
                  <a:pt x="492" y="2198"/>
                  <a:pt x="0" y="1706"/>
                  <a:pt x="0" y="1099"/>
                </a:cubicBezTo>
                <a:lnTo>
                  <a:pt x="0" y="1099"/>
                </a:lnTo>
                <a:cubicBezTo>
                  <a:pt x="0" y="492"/>
                  <a:pt x="492" y="0"/>
                  <a:pt x="1099" y="0"/>
                </a:cubicBezTo>
                <a:lnTo>
                  <a:pt x="13832" y="0"/>
                </a:lnTo>
                <a:lnTo>
                  <a:pt x="13832" y="0"/>
                </a:lnTo>
                <a:cubicBezTo>
                  <a:pt x="14439" y="0"/>
                  <a:pt x="14932" y="492"/>
                  <a:pt x="14932" y="1099"/>
                </a:cubicBezTo>
                <a:lnTo>
                  <a:pt x="14932" y="1099"/>
                </a:lnTo>
                <a:cubicBezTo>
                  <a:pt x="14932" y="1706"/>
                  <a:pt x="14439" y="2198"/>
                  <a:pt x="13832" y="2198"/>
                </a:cubicBezTo>
              </a:path>
            </a:pathLst>
          </a:custGeom>
          <a:solidFill>
            <a:srgbClr val="0070C0"/>
          </a:solidFill>
          <a:ln>
            <a:noFill/>
          </a:ln>
          <a:effectLst/>
        </p:spPr>
        <p:txBody>
          <a:bodyPr wrap="none" anchor="ctr"/>
          <a:lstStyle/>
          <a:p>
            <a:endParaRPr lang="en-US" sz="3266" dirty="0">
              <a:latin typeface="Lato Light" panose="020F0502020204030203" pitchFamily="34" charset="0"/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D91B926E-99AB-1444-9D7D-D2AB5157DC58}"/>
              </a:ext>
            </a:extLst>
          </p:cNvPr>
          <p:cNvSpPr txBox="1">
            <a:spLocks/>
          </p:cNvSpPr>
          <p:nvPr/>
        </p:nvSpPr>
        <p:spPr>
          <a:xfrm>
            <a:off x="945397" y="2261515"/>
            <a:ext cx="10290874" cy="1225977"/>
          </a:xfrm>
          <a:prstGeom prst="rect">
            <a:avLst/>
          </a:prstGeom>
        </p:spPr>
        <p:txBody>
          <a:bodyPr vert="horz" wrap="square" lIns="45720" tIns="22860" rIns="45720" bIns="22860" rtlCol="0" anchor="ctr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250"/>
              </a:lnSpc>
              <a:spcBef>
                <a:spcPts val="0"/>
              </a:spcBef>
            </a:pPr>
            <a:r>
              <a:rPr lang="es-ES" sz="1800" b="1" dirty="0">
                <a:solidFill>
                  <a:schemeClr val="bg1"/>
                </a:solidFill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“Cuanto más alto se desee escalar, tanto más se necesitará de liderazgo. Cuanto más alto sea el impacto que desee causar, tanto mayor influencia necesitará”</a:t>
            </a:r>
            <a:endParaRPr lang="es-ES" sz="1600" i="1" dirty="0">
              <a:solidFill>
                <a:schemeClr val="bg1"/>
              </a:solidFill>
              <a:latin typeface="Poppins" pitchFamily="2" charset="77"/>
              <a:ea typeface="Lato" panose="020F0502020204030203" pitchFamily="34" charset="0"/>
              <a:cs typeface="Poppins" pitchFamily="2" charset="77"/>
            </a:endParaRPr>
          </a:p>
          <a:p>
            <a:pPr>
              <a:lnSpc>
                <a:spcPts val="2250"/>
              </a:lnSpc>
              <a:spcBef>
                <a:spcPts val="0"/>
              </a:spcBef>
            </a:pPr>
            <a:endParaRPr lang="es-ES" sz="1600" i="1" dirty="0">
              <a:solidFill>
                <a:schemeClr val="bg1"/>
              </a:solidFill>
              <a:latin typeface="Poppins" pitchFamily="2" charset="77"/>
              <a:ea typeface="Lato" panose="020F0502020204030203" pitchFamily="34" charset="0"/>
              <a:cs typeface="Poppins" pitchFamily="2" charset="77"/>
            </a:endParaRPr>
          </a:p>
          <a:p>
            <a:pPr algn="r">
              <a:lnSpc>
                <a:spcPts val="2250"/>
              </a:lnSpc>
              <a:spcBef>
                <a:spcPts val="0"/>
              </a:spcBef>
            </a:pPr>
            <a:r>
              <a:rPr lang="es-ES" sz="1600" i="1" dirty="0">
                <a:solidFill>
                  <a:schemeClr val="bg1"/>
                </a:solidFill>
                <a:latin typeface="Poppins" pitchFamily="2" charset="77"/>
                <a:ea typeface="Lato" panose="020F0502020204030203" pitchFamily="34" charset="0"/>
                <a:cs typeface="Poppins" pitchFamily="2" charset="77"/>
              </a:rPr>
              <a:t>John Maxwell</a:t>
            </a:r>
            <a:endParaRPr lang="en-US" sz="1600" i="1" dirty="0">
              <a:solidFill>
                <a:schemeClr val="bg1"/>
              </a:solidFill>
              <a:latin typeface="Poppins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F8E73B53-D5E3-1EE2-3B51-80E5D87D4151}"/>
              </a:ext>
            </a:extLst>
          </p:cNvPr>
          <p:cNvSpPr txBox="1">
            <a:spLocks/>
          </p:cNvSpPr>
          <p:nvPr/>
        </p:nvSpPr>
        <p:spPr>
          <a:xfrm>
            <a:off x="292288" y="377264"/>
            <a:ext cx="9083723" cy="72025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/>
              <a:t>03. MONITOREAR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970896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19"/>
          <p:cNvSpPr>
            <a:spLocks noChangeArrowheads="1"/>
          </p:cNvSpPr>
          <p:nvPr/>
        </p:nvSpPr>
        <p:spPr bwMode="auto">
          <a:xfrm>
            <a:off x="1139975" y="3972120"/>
            <a:ext cx="1264811" cy="340849"/>
          </a:xfrm>
          <a:prstGeom prst="roundRect">
            <a:avLst>
              <a:gd name="adj" fmla="val 12403"/>
            </a:avLst>
          </a:prstGeom>
          <a:solidFill>
            <a:srgbClr val="DDDDDD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336666"/>
            </a:outerShdw>
          </a:effectLst>
        </p:spPr>
        <p:txBody>
          <a:bodyPr wrap="none" lIns="90488" tIns="44450" rIns="90488" bIns="4445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kern="0" dirty="0">
                <a:solidFill>
                  <a:srgbClr val="000000"/>
                </a:solidFill>
                <a:latin typeface="Times New Roman" pitchFamily="18" charset="0"/>
              </a:rPr>
              <a:t>FORMING</a:t>
            </a:r>
          </a:p>
        </p:txBody>
      </p:sp>
      <p:sp>
        <p:nvSpPr>
          <p:cNvPr id="7" name="AutoShape 20"/>
          <p:cNvSpPr>
            <a:spLocks noChangeArrowheads="1"/>
          </p:cNvSpPr>
          <p:nvPr/>
        </p:nvSpPr>
        <p:spPr bwMode="auto">
          <a:xfrm>
            <a:off x="2886433" y="6193835"/>
            <a:ext cx="1134915" cy="255186"/>
          </a:xfrm>
          <a:prstGeom prst="roundRect">
            <a:avLst>
              <a:gd name="adj" fmla="val 12403"/>
            </a:avLst>
          </a:prstGeom>
          <a:solidFill>
            <a:srgbClr val="DDDDDD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336666"/>
            </a:outerShdw>
          </a:effectLst>
        </p:spPr>
        <p:txBody>
          <a:bodyPr wrap="none" lIns="90488" tIns="44450" rIns="90488" bIns="4445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kern="0" dirty="0">
                <a:solidFill>
                  <a:srgbClr val="000000"/>
                </a:solidFill>
                <a:latin typeface="Times New Roman" pitchFamily="18" charset="0"/>
              </a:rPr>
              <a:t>STORMING</a:t>
            </a:r>
          </a:p>
        </p:txBody>
      </p:sp>
      <p:sp>
        <p:nvSpPr>
          <p:cNvPr id="8" name="AutoShape 21"/>
          <p:cNvSpPr>
            <a:spLocks noChangeArrowheads="1"/>
          </p:cNvSpPr>
          <p:nvPr/>
        </p:nvSpPr>
        <p:spPr bwMode="auto">
          <a:xfrm>
            <a:off x="3760197" y="4191448"/>
            <a:ext cx="1250463" cy="311960"/>
          </a:xfrm>
          <a:prstGeom prst="roundRect">
            <a:avLst>
              <a:gd name="adj" fmla="val 12403"/>
            </a:avLst>
          </a:prstGeom>
          <a:solidFill>
            <a:srgbClr val="DDDDDD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336666"/>
            </a:outerShdw>
          </a:effectLst>
        </p:spPr>
        <p:txBody>
          <a:bodyPr wrap="none" lIns="90488" tIns="44450" rIns="90488" bIns="4445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kern="0" dirty="0">
                <a:solidFill>
                  <a:srgbClr val="000000"/>
                </a:solidFill>
                <a:latin typeface="Times New Roman" pitchFamily="18" charset="0"/>
              </a:rPr>
              <a:t>NORMING</a:t>
            </a:r>
          </a:p>
        </p:txBody>
      </p:sp>
      <p:sp>
        <p:nvSpPr>
          <p:cNvPr id="9" name="AutoShape 22"/>
          <p:cNvSpPr>
            <a:spLocks noChangeArrowheads="1"/>
          </p:cNvSpPr>
          <p:nvPr/>
        </p:nvSpPr>
        <p:spPr bwMode="auto">
          <a:xfrm>
            <a:off x="6173634" y="2989223"/>
            <a:ext cx="1957891" cy="335111"/>
          </a:xfrm>
          <a:prstGeom prst="roundRect">
            <a:avLst>
              <a:gd name="adj" fmla="val 12403"/>
            </a:avLst>
          </a:prstGeom>
          <a:solidFill>
            <a:srgbClr val="DDDDDD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336666"/>
            </a:outerShdw>
          </a:effectLst>
        </p:spPr>
        <p:txBody>
          <a:bodyPr wrap="none" lIns="90488" tIns="44450" rIns="90488" bIns="4445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kern="0" dirty="0">
                <a:solidFill>
                  <a:srgbClr val="000000"/>
                </a:solidFill>
                <a:latin typeface="Times New Roman" pitchFamily="18" charset="0"/>
              </a:rPr>
              <a:t>PERFORMING</a:t>
            </a:r>
          </a:p>
        </p:txBody>
      </p:sp>
      <p:sp>
        <p:nvSpPr>
          <p:cNvPr id="10" name="AutoShape 39"/>
          <p:cNvSpPr>
            <a:spLocks noChangeArrowheads="1"/>
          </p:cNvSpPr>
          <p:nvPr/>
        </p:nvSpPr>
        <p:spPr bwMode="auto">
          <a:xfrm>
            <a:off x="8611903" y="4043685"/>
            <a:ext cx="1593304" cy="317288"/>
          </a:xfrm>
          <a:prstGeom prst="roundRect">
            <a:avLst>
              <a:gd name="adj" fmla="val 12403"/>
            </a:avLst>
          </a:prstGeom>
          <a:solidFill>
            <a:srgbClr val="DDDDDD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336666"/>
            </a:outerShdw>
          </a:effectLst>
        </p:spPr>
        <p:txBody>
          <a:bodyPr wrap="none" lIns="90488" tIns="44450" rIns="90488" bIns="4445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kern="0" dirty="0">
                <a:solidFill>
                  <a:srgbClr val="000000"/>
                </a:solidFill>
                <a:latin typeface="Times New Roman" pitchFamily="18" charset="0"/>
              </a:rPr>
              <a:t>ADJOURNING</a:t>
            </a:r>
          </a:p>
        </p:txBody>
      </p:sp>
      <p:sp>
        <p:nvSpPr>
          <p:cNvPr id="11" name="1 Rectángulo"/>
          <p:cNvSpPr>
            <a:spLocks noChangeArrowheads="1"/>
          </p:cNvSpPr>
          <p:nvPr/>
        </p:nvSpPr>
        <p:spPr bwMode="auto">
          <a:xfrm>
            <a:off x="7603155" y="5845892"/>
            <a:ext cx="379150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PE" sz="1600" b="1" i="1" dirty="0">
                <a:solidFill>
                  <a:srgbClr val="002060"/>
                </a:solidFill>
                <a:latin typeface="Arial" pitchFamily="34" charset="0"/>
              </a:rPr>
              <a:t>Modelo de Desarrollo de equipos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s-PE" sz="1600" b="1" i="1" dirty="0">
                <a:solidFill>
                  <a:srgbClr val="002060"/>
                </a:solidFill>
                <a:latin typeface="Arial" pitchFamily="34" charset="0"/>
              </a:rPr>
              <a:t>La escalera de </a:t>
            </a:r>
            <a:r>
              <a:rPr lang="es-PE" sz="1600" b="1" i="1" dirty="0" err="1">
                <a:solidFill>
                  <a:srgbClr val="002060"/>
                </a:solidFill>
                <a:latin typeface="Arial" pitchFamily="34" charset="0"/>
              </a:rPr>
              <a:t>Tuckman</a:t>
            </a:r>
            <a:endParaRPr lang="es-PE" sz="1600" b="1" i="1" dirty="0">
              <a:solidFill>
                <a:srgbClr val="002060"/>
              </a:solidFill>
              <a:latin typeface="Arial" pitchFamily="34" charset="0"/>
            </a:endParaRPr>
          </a:p>
        </p:txBody>
      </p:sp>
      <p:sp>
        <p:nvSpPr>
          <p:cNvPr id="12" name="Forma libre 11"/>
          <p:cNvSpPr/>
          <p:nvPr/>
        </p:nvSpPr>
        <p:spPr>
          <a:xfrm>
            <a:off x="1415466" y="2918595"/>
            <a:ext cx="8238793" cy="3018358"/>
          </a:xfrm>
          <a:custGeom>
            <a:avLst/>
            <a:gdLst>
              <a:gd name="connsiteX0" fmla="*/ 0 w 5711483"/>
              <a:gd name="connsiteY0" fmla="*/ 2993154 h 3781906"/>
              <a:gd name="connsiteX1" fmla="*/ 703384 w 5711483"/>
              <a:gd name="connsiteY1" fmla="*/ 2135024 h 3781906"/>
              <a:gd name="connsiteX2" fmla="*/ 1364566 w 5711483"/>
              <a:gd name="connsiteY2" fmla="*/ 3780944 h 3781906"/>
              <a:gd name="connsiteX3" fmla="*/ 1871003 w 5711483"/>
              <a:gd name="connsiteY3" fmla="*/ 2374175 h 3781906"/>
              <a:gd name="connsiteX4" fmla="*/ 3052689 w 5711483"/>
              <a:gd name="connsiteY4" fmla="*/ 2360108 h 3781906"/>
              <a:gd name="connsiteX5" fmla="*/ 3601329 w 5711483"/>
              <a:gd name="connsiteY5" fmla="*/ 953338 h 3781906"/>
              <a:gd name="connsiteX6" fmla="*/ 4712677 w 5711483"/>
              <a:gd name="connsiteY6" fmla="*/ 1530114 h 3781906"/>
              <a:gd name="connsiteX7" fmla="*/ 5317587 w 5711483"/>
              <a:gd name="connsiteY7" fmla="*/ 207751 h 3781906"/>
              <a:gd name="connsiteX8" fmla="*/ 5711483 w 5711483"/>
              <a:gd name="connsiteY8" fmla="*/ 38938 h 378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11483" h="3781906">
                <a:moveTo>
                  <a:pt x="0" y="2993154"/>
                </a:moveTo>
                <a:cubicBezTo>
                  <a:pt x="237978" y="2498440"/>
                  <a:pt x="475956" y="2003726"/>
                  <a:pt x="703384" y="2135024"/>
                </a:cubicBezTo>
                <a:cubicBezTo>
                  <a:pt x="930812" y="2266322"/>
                  <a:pt x="1169963" y="3741086"/>
                  <a:pt x="1364566" y="3780944"/>
                </a:cubicBezTo>
                <a:cubicBezTo>
                  <a:pt x="1559169" y="3820803"/>
                  <a:pt x="1589649" y="2610981"/>
                  <a:pt x="1871003" y="2374175"/>
                </a:cubicBezTo>
                <a:cubicBezTo>
                  <a:pt x="2152357" y="2137369"/>
                  <a:pt x="2764301" y="2596914"/>
                  <a:pt x="3052689" y="2360108"/>
                </a:cubicBezTo>
                <a:cubicBezTo>
                  <a:pt x="3341077" y="2123302"/>
                  <a:pt x="3324664" y="1091670"/>
                  <a:pt x="3601329" y="953338"/>
                </a:cubicBezTo>
                <a:cubicBezTo>
                  <a:pt x="3877994" y="815006"/>
                  <a:pt x="4426634" y="1654378"/>
                  <a:pt x="4712677" y="1530114"/>
                </a:cubicBezTo>
                <a:cubicBezTo>
                  <a:pt x="4998720" y="1405850"/>
                  <a:pt x="5151119" y="456280"/>
                  <a:pt x="5317587" y="207751"/>
                </a:cubicBezTo>
                <a:cubicBezTo>
                  <a:pt x="5484055" y="-40778"/>
                  <a:pt x="5636455" y="-22022"/>
                  <a:pt x="5711483" y="38938"/>
                </a:cubicBezTo>
              </a:path>
            </a:pathLst>
          </a:custGeom>
          <a:noFill/>
          <a:ln w="158750" cap="flat" cmpd="sng" algn="ctr">
            <a:solidFill>
              <a:srgbClr val="2E2B21">
                <a:lumMod val="75000"/>
                <a:lumOff val="25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13" name="AutoShape 39"/>
          <p:cNvSpPr>
            <a:spLocks noChangeArrowheads="1"/>
          </p:cNvSpPr>
          <p:nvPr/>
        </p:nvSpPr>
        <p:spPr bwMode="auto">
          <a:xfrm>
            <a:off x="9654259" y="2229524"/>
            <a:ext cx="1385390" cy="317288"/>
          </a:xfrm>
          <a:prstGeom prst="roundRect">
            <a:avLst>
              <a:gd name="adj" fmla="val 12403"/>
            </a:avLst>
          </a:prstGeom>
          <a:solidFill>
            <a:srgbClr val="DDDDDD"/>
          </a:solidFill>
          <a:ln w="12700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336666"/>
            </a:outerShdw>
          </a:effectLst>
        </p:spPr>
        <p:txBody>
          <a:bodyPr wrap="none" lIns="90488" tIns="44450" rIns="90488" bIns="4445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b="1" kern="0" dirty="0">
                <a:solidFill>
                  <a:srgbClr val="000000"/>
                </a:solidFill>
                <a:latin typeface="Times New Roman" pitchFamily="18" charset="0"/>
              </a:rPr>
              <a:t>NEXT</a:t>
            </a:r>
          </a:p>
        </p:txBody>
      </p:sp>
      <p:sp>
        <p:nvSpPr>
          <p:cNvPr id="14" name="AutoShape 18"/>
          <p:cNvSpPr>
            <a:spLocks noChangeArrowheads="1"/>
          </p:cNvSpPr>
          <p:nvPr/>
        </p:nvSpPr>
        <p:spPr bwMode="auto">
          <a:xfrm>
            <a:off x="399731" y="2355430"/>
            <a:ext cx="2105385" cy="1483436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_tradnl" sz="1300" b="1" dirty="0">
                <a:solidFill>
                  <a:srgbClr val="000000"/>
                </a:solidFill>
                <a:latin typeface="Arial" pitchFamily="34" charset="0"/>
              </a:rPr>
              <a:t> Formación:</a:t>
            </a: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_tradnl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Primeras i</a:t>
            </a:r>
            <a:r>
              <a:rPr lang="es-ES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interacciones</a:t>
            </a: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Discurso cortés</a:t>
            </a: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Anticipación</a:t>
            </a: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_tradnl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Optimismo</a:t>
            </a:r>
            <a:endParaRPr lang="es-ES_tradnl" sz="13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5" name="AutoShape 18"/>
          <p:cNvSpPr>
            <a:spLocks noChangeArrowheads="1"/>
          </p:cNvSpPr>
          <p:nvPr/>
        </p:nvSpPr>
        <p:spPr bwMode="auto">
          <a:xfrm>
            <a:off x="4326799" y="5198155"/>
            <a:ext cx="1659193" cy="1462378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_tradnl" sz="1300" b="1" dirty="0">
                <a:solidFill>
                  <a:srgbClr val="000000"/>
                </a:solidFill>
                <a:latin typeface="Arial" pitchFamily="34" charset="0"/>
              </a:rPr>
              <a:t> </a:t>
            </a:r>
            <a:r>
              <a:rPr lang="es-ES_tradnl" sz="1300" dirty="0">
                <a:solidFill>
                  <a:srgbClr val="000000"/>
                </a:solidFill>
                <a:latin typeface="Arial" pitchFamily="34" charset="0"/>
              </a:rPr>
              <a:t>Turbulencia:</a:t>
            </a: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PE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Crítica de ideas</a:t>
            </a:r>
            <a:endParaRPr lang="es-ES" sz="13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Resistencia</a:t>
            </a: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Hostilidad</a:t>
            </a: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_tradnl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Polarización</a:t>
            </a:r>
            <a:endParaRPr lang="es-ES_tradnl" sz="1300" dirty="0">
              <a:solidFill>
                <a:srgbClr val="000000"/>
              </a:solidFill>
              <a:latin typeface="Arial" pitchFamily="34" charset="0"/>
            </a:endParaRPr>
          </a:p>
        </p:txBody>
      </p:sp>
      <p:sp>
        <p:nvSpPr>
          <p:cNvPr id="16" name="AutoShape 18"/>
          <p:cNvSpPr>
            <a:spLocks noChangeArrowheads="1"/>
          </p:cNvSpPr>
          <p:nvPr/>
        </p:nvSpPr>
        <p:spPr bwMode="auto">
          <a:xfrm>
            <a:off x="3577152" y="2825802"/>
            <a:ext cx="1756648" cy="1211892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_tradnl" sz="1300" b="1" dirty="0">
                <a:solidFill>
                  <a:srgbClr val="000000"/>
                </a:solidFill>
                <a:latin typeface="Arial" pitchFamily="34" charset="0"/>
              </a:rPr>
              <a:t>   Normalización:</a:t>
            </a: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PE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Críticas constructivas</a:t>
            </a:r>
            <a:endParaRPr lang="es-ES" sz="13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Aceptación</a:t>
            </a: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Cohesión</a:t>
            </a:r>
          </a:p>
        </p:txBody>
      </p:sp>
      <p:sp>
        <p:nvSpPr>
          <p:cNvPr id="17" name="AutoShape 18"/>
          <p:cNvSpPr>
            <a:spLocks noChangeArrowheads="1"/>
          </p:cNvSpPr>
          <p:nvPr/>
        </p:nvSpPr>
        <p:spPr bwMode="auto">
          <a:xfrm>
            <a:off x="6171919" y="1905238"/>
            <a:ext cx="1959605" cy="991192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_tradnl" sz="1300" b="1" dirty="0">
                <a:solidFill>
                  <a:srgbClr val="000000"/>
                </a:solidFill>
                <a:latin typeface="Arial" pitchFamily="34" charset="0"/>
              </a:rPr>
              <a:t> Desempeño:</a:t>
            </a: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PE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Trabajo en equipo</a:t>
            </a:r>
            <a:endParaRPr lang="es-ES" sz="13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Liderazgo</a:t>
            </a: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Desempeño</a:t>
            </a:r>
          </a:p>
        </p:txBody>
      </p:sp>
      <p:sp>
        <p:nvSpPr>
          <p:cNvPr id="18" name="AutoShape 18"/>
          <p:cNvSpPr>
            <a:spLocks noChangeArrowheads="1"/>
          </p:cNvSpPr>
          <p:nvPr/>
        </p:nvSpPr>
        <p:spPr bwMode="auto">
          <a:xfrm>
            <a:off x="10416976" y="3501508"/>
            <a:ext cx="1466655" cy="1511682"/>
          </a:xfrm>
          <a:prstGeom prst="roundRect">
            <a:avLst>
              <a:gd name="adj" fmla="val 6250"/>
            </a:avLst>
          </a:prstGeom>
          <a:solidFill>
            <a:srgbClr val="F2F2F2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s-ES_tradnl" sz="1300" b="1" dirty="0">
                <a:solidFill>
                  <a:srgbClr val="000000"/>
                </a:solidFill>
                <a:latin typeface="Arial" pitchFamily="34" charset="0"/>
              </a:rPr>
              <a:t> Disolución:</a:t>
            </a: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PE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Ansiedad por separación</a:t>
            </a:r>
            <a:endParaRPr lang="es-ES" sz="1300" dirty="0">
              <a:solidFill>
                <a:srgbClr val="000000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Crisis</a:t>
            </a:r>
          </a:p>
          <a:p>
            <a:pPr marL="285750" indent="-285750" defTabSz="19050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s-ES" sz="1300" dirty="0">
                <a:solidFill>
                  <a:srgbClr val="000000"/>
                </a:solidFill>
                <a:latin typeface="Arial" pitchFamily="34" charset="0"/>
                <a:cs typeface="Arial" pitchFamily="34" charset="0"/>
              </a:rPr>
              <a:t>Negatividad</a:t>
            </a:r>
          </a:p>
        </p:txBody>
      </p:sp>
      <p:sp>
        <p:nvSpPr>
          <p:cNvPr id="19" name="Estrella de 5 puntas 18"/>
          <p:cNvSpPr/>
          <p:nvPr/>
        </p:nvSpPr>
        <p:spPr>
          <a:xfrm>
            <a:off x="2115388" y="4427774"/>
            <a:ext cx="376201" cy="264953"/>
          </a:xfrm>
          <a:prstGeom prst="star5">
            <a:avLst/>
          </a:prstGeom>
          <a:solidFill>
            <a:srgbClr val="FFFF99"/>
          </a:solidFill>
          <a:ln w="15875" cap="flat" cmpd="sng" algn="ctr">
            <a:solidFill>
              <a:srgbClr val="A9A57C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0" name="Estrella de 5 puntas 19"/>
          <p:cNvSpPr/>
          <p:nvPr/>
        </p:nvSpPr>
        <p:spPr>
          <a:xfrm>
            <a:off x="3155867" y="5764793"/>
            <a:ext cx="376201" cy="264953"/>
          </a:xfrm>
          <a:prstGeom prst="star5">
            <a:avLst/>
          </a:prstGeom>
          <a:solidFill>
            <a:srgbClr val="FFFF99"/>
          </a:solidFill>
          <a:ln w="15875" cap="flat" cmpd="sng" algn="ctr">
            <a:solidFill>
              <a:srgbClr val="A9A57C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1" name="Estrella de 5 puntas 20"/>
          <p:cNvSpPr/>
          <p:nvPr/>
        </p:nvSpPr>
        <p:spPr>
          <a:xfrm>
            <a:off x="3914697" y="4629010"/>
            <a:ext cx="376201" cy="264953"/>
          </a:xfrm>
          <a:prstGeom prst="star5">
            <a:avLst/>
          </a:prstGeom>
          <a:solidFill>
            <a:srgbClr val="FFFF99"/>
          </a:solidFill>
          <a:ln w="15875" cap="flat" cmpd="sng" algn="ctr">
            <a:solidFill>
              <a:srgbClr val="A9A57C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2" name="Estrella de 5 puntas 21"/>
          <p:cNvSpPr/>
          <p:nvPr/>
        </p:nvSpPr>
        <p:spPr>
          <a:xfrm>
            <a:off x="6439532" y="3483375"/>
            <a:ext cx="376201" cy="264953"/>
          </a:xfrm>
          <a:prstGeom prst="star5">
            <a:avLst/>
          </a:prstGeom>
          <a:solidFill>
            <a:srgbClr val="FFFF99"/>
          </a:solidFill>
          <a:ln w="15875" cap="flat" cmpd="sng" algn="ctr">
            <a:solidFill>
              <a:srgbClr val="A9A57C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23" name="Estrella de 5 puntas 22"/>
          <p:cNvSpPr/>
          <p:nvPr/>
        </p:nvSpPr>
        <p:spPr>
          <a:xfrm>
            <a:off x="8192223" y="3937376"/>
            <a:ext cx="376201" cy="264953"/>
          </a:xfrm>
          <a:prstGeom prst="star5">
            <a:avLst/>
          </a:prstGeom>
          <a:solidFill>
            <a:srgbClr val="FFFF99"/>
          </a:solidFill>
          <a:ln w="15875" cap="flat" cmpd="sng" algn="ctr">
            <a:solidFill>
              <a:srgbClr val="A9A57C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w Cen MT" panose="020B0602020104020603"/>
              <a:ea typeface="+mn-ea"/>
              <a:cs typeface="+mn-cs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651A2AC-5A9C-159F-08DA-6C29C285F793}"/>
              </a:ext>
            </a:extLst>
          </p:cNvPr>
          <p:cNvSpPr txBox="1">
            <a:spLocks/>
          </p:cNvSpPr>
          <p:nvPr/>
        </p:nvSpPr>
        <p:spPr>
          <a:xfrm>
            <a:off x="292288" y="377264"/>
            <a:ext cx="9083723" cy="72025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/>
              <a:t>03. MONITOREAR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692165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Diagrama 23"/>
          <p:cNvGraphicFramePr/>
          <p:nvPr/>
        </p:nvGraphicFramePr>
        <p:xfrm>
          <a:off x="211313" y="1715956"/>
          <a:ext cx="11771290" cy="2962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5" name="Diagrama 24"/>
          <p:cNvGraphicFramePr/>
          <p:nvPr/>
        </p:nvGraphicFramePr>
        <p:xfrm>
          <a:off x="457208" y="4278363"/>
          <a:ext cx="10989972" cy="25181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26" name="Rectángulo 25"/>
          <p:cNvSpPr/>
          <p:nvPr/>
        </p:nvSpPr>
        <p:spPr>
          <a:xfrm>
            <a:off x="9880176" y="5691896"/>
            <a:ext cx="2102428" cy="71008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MODELO DE NEGOIACIÓN DE CONFLICTO</a:t>
            </a:r>
            <a:endParaRPr lang="en-US" sz="1400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13EA71C-4BCE-B483-B164-8AA62EF102DC}"/>
              </a:ext>
            </a:extLst>
          </p:cNvPr>
          <p:cNvSpPr txBox="1">
            <a:spLocks/>
          </p:cNvSpPr>
          <p:nvPr/>
        </p:nvSpPr>
        <p:spPr>
          <a:xfrm>
            <a:off x="292288" y="377264"/>
            <a:ext cx="9083723" cy="72025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/>
              <a:t>03. MONITOREAR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6441445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120" y="1871498"/>
            <a:ext cx="10023760" cy="366252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CD3629B4-FDFD-EA3D-F8CC-386C058A3425}"/>
              </a:ext>
            </a:extLst>
          </p:cNvPr>
          <p:cNvSpPr txBox="1">
            <a:spLocks/>
          </p:cNvSpPr>
          <p:nvPr/>
        </p:nvSpPr>
        <p:spPr>
          <a:xfrm>
            <a:off x="292288" y="377264"/>
            <a:ext cx="9083723" cy="72025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/>
              <a:t>03. MONITOREAR LAS COMUNICACIONES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7719611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CD3629B4-FDFD-EA3D-F8CC-386C058A3425}"/>
              </a:ext>
            </a:extLst>
          </p:cNvPr>
          <p:cNvSpPr txBox="1">
            <a:spLocks/>
          </p:cNvSpPr>
          <p:nvPr/>
        </p:nvSpPr>
        <p:spPr>
          <a:xfrm>
            <a:off x="3673664" y="3068871"/>
            <a:ext cx="5175062" cy="720258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4000" b="1" dirty="0"/>
              <a:t>INTERACCIÓN DE CASO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1559829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538149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6001</TotalTime>
  <Words>599</Words>
  <Application>Microsoft Office PowerPoint</Application>
  <PresentationFormat>Panorámica</PresentationFormat>
  <Paragraphs>152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36" baseType="lpstr">
      <vt:lpstr>Arial</vt:lpstr>
      <vt:lpstr>Arial Narrow</vt:lpstr>
      <vt:lpstr>Calibri</vt:lpstr>
      <vt:lpstr>Calibri Light</vt:lpstr>
      <vt:lpstr>Futura-Bold</vt:lpstr>
      <vt:lpstr>Lato</vt:lpstr>
      <vt:lpstr>Lato Light</vt:lpstr>
      <vt:lpstr>Poppins</vt:lpstr>
      <vt:lpstr>Prompt</vt:lpstr>
      <vt:lpstr>Roboto</vt:lpstr>
      <vt:lpstr>Times New Roman</vt:lpstr>
      <vt:lpstr>Tw Cen MT</vt:lpstr>
      <vt:lpstr>Wingdings</vt:lpstr>
      <vt:lpstr>Tema de Office</vt:lpstr>
      <vt:lpstr>Presentación de PowerPoint</vt:lpstr>
      <vt:lpstr>Presentación de PowerPoint</vt:lpstr>
      <vt:lpstr>SESIÓN 12 GESTIÓN DE LAS COMUNICACIONES</vt:lpstr>
      <vt:lpstr>Presentación de PowerPoint</vt:lpstr>
      <vt:lpstr>01. PLANIFICAR LA GESTIÓN DE LAS COMUNICACIONES</vt:lpstr>
      <vt:lpstr>01. PLANIFICAR LA GESTIÓN DE LAS COMUNICACIONES</vt:lpstr>
      <vt:lpstr>01. PLANIFICAR LA GESTIÓN DE LAS COMUNICACIONES</vt:lpstr>
      <vt:lpstr>01. PLANIFICAR LA GESTIÓN DE LAS COMUNICACIONES</vt:lpstr>
      <vt:lpstr>01. PLANIFICAR LA GESTIÓN DE LAS COMUNICACIONES</vt:lpstr>
      <vt:lpstr>01. PLANIFICAR LA GESTIÓN DE LAS COMUNICACIONES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Ci5D2</dc:creator>
  <cp:lastModifiedBy>Angel Omar Gonzales</cp:lastModifiedBy>
  <cp:revision>73</cp:revision>
  <dcterms:created xsi:type="dcterms:W3CDTF">2022-04-19T18:02:09Z</dcterms:created>
  <dcterms:modified xsi:type="dcterms:W3CDTF">2023-11-08T03:14:57Z</dcterms:modified>
</cp:coreProperties>
</file>