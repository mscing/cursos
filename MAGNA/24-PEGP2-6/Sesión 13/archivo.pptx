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80" r:id="rId4"/>
    <p:sldId id="495" r:id="rId5"/>
    <p:sldId id="496" r:id="rId6"/>
    <p:sldId id="497" r:id="rId7"/>
    <p:sldId id="498" r:id="rId8"/>
    <p:sldId id="501" r:id="rId9"/>
    <p:sldId id="503" r:id="rId10"/>
    <p:sldId id="502" r:id="rId11"/>
    <p:sldId id="504" r:id="rId12"/>
    <p:sldId id="505" r:id="rId13"/>
    <p:sldId id="506" r:id="rId14"/>
    <p:sldId id="509" r:id="rId15"/>
    <p:sldId id="510" r:id="rId16"/>
    <p:sldId id="511" r:id="rId17"/>
    <p:sldId id="512" r:id="rId18"/>
    <p:sldId id="513" r:id="rId19"/>
    <p:sldId id="514" r:id="rId20"/>
    <p:sldId id="515" r:id="rId21"/>
    <p:sldId id="516" r:id="rId22"/>
    <p:sldId id="517" r:id="rId23"/>
    <p:sldId id="518" r:id="rId24"/>
    <p:sldId id="519" r:id="rId25"/>
    <p:sldId id="260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52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7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2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2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91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4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9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27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0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31CB2-8F63-4ACB-AA28-38CB9C3B0788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8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rompt" panose="00000500000000000000" pitchFamily="2" charset="-34"/>
          <a:ea typeface="+mj-ea"/>
          <a:cs typeface="Prompt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881271" y="2551837"/>
            <a:ext cx="1042945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5400" b="1" dirty="0">
                <a:solidFill>
                  <a:srgbClr val="00F3B5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ESPECIALIZACION EN  </a:t>
            </a:r>
          </a:p>
          <a:p>
            <a:pPr algn="ctr"/>
            <a:r>
              <a:rPr lang="es-ES" sz="5400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GESTION DE GAS Y PETROLEO</a:t>
            </a: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C7009-B4AD-8BBA-4EE5-7DE0D730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7" y="2865729"/>
            <a:ext cx="10515600" cy="1325563"/>
          </a:xfrm>
        </p:spPr>
        <p:txBody>
          <a:bodyPr/>
          <a:lstStyle/>
          <a:p>
            <a:r>
              <a:rPr lang="es-ES" dirty="0"/>
              <a:t>CALIDAD, SALUD,SEGURIDAD Y MEDIO AMBIENTE(HSQE)</a:t>
            </a:r>
            <a:endParaRPr lang="es-PE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3653071-40EA-CFBA-6A3F-E65A5E1FB43D}"/>
              </a:ext>
            </a:extLst>
          </p:cNvPr>
          <p:cNvSpPr txBox="1">
            <a:spLocks/>
          </p:cNvSpPr>
          <p:nvPr/>
        </p:nvSpPr>
        <p:spPr>
          <a:xfrm>
            <a:off x="838200" y="10750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mpt" panose="00000500000000000000" pitchFamily="2" charset="-34"/>
                <a:ea typeface="+mj-ea"/>
                <a:cs typeface="Prompt" panose="00000500000000000000" pitchFamily="2" charset="-34"/>
              </a:defRPr>
            </a:lvl1pPr>
          </a:lstStyle>
          <a:p>
            <a:r>
              <a:rPr lang="es-ES" dirty="0"/>
              <a:t>MODULO VII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6141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la calidad, salud, seguridad y medio ambiente (QHSE) son aspectos cruciales en el sector de petróleo y gas, especialmente en un país como Perú donde la industria energética tiene un impacto significativo tanto a nivel económico como ambiental.</a:t>
            </a:r>
          </a:p>
        </p:txBody>
      </p:sp>
    </p:spTree>
    <p:extLst>
      <p:ext uri="{BB962C8B-B14F-4D97-AF65-F5344CB8AC3E}">
        <p14:creationId xmlns:p14="http://schemas.microsoft.com/office/powerpoint/2010/main" val="369568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/>
              <a:t>Medio Ambiente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Regulaciones Ambientales</a:t>
            </a:r>
            <a:r>
              <a:rPr lang="es-ES" dirty="0"/>
              <a:t>: En Perú, la protección del medio ambiente en el sector de petróleo y gas está regulada por una serie de leyes y normativas. La </a:t>
            </a:r>
            <a:r>
              <a:rPr lang="es-ES" b="1" dirty="0"/>
              <a:t>Ley General de Ambiental</a:t>
            </a:r>
            <a:r>
              <a:rPr lang="es-ES" dirty="0"/>
              <a:t> establece los principios generales para la protección ambiental, mientras que la </a:t>
            </a:r>
            <a:r>
              <a:rPr lang="es-ES" b="1" dirty="0"/>
              <a:t>Ley del Sistema Nacional de Evaluación de Impacto Ambiental (SEIA)</a:t>
            </a:r>
            <a:r>
              <a:rPr lang="es-ES" dirty="0"/>
              <a:t> regula los estudios y evaluaciones necesarios para los proyectos que puedan afectar al medio ambiente.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Estudios de Impacto Ambiental (EIA)</a:t>
            </a:r>
            <a:r>
              <a:rPr lang="es-ES" dirty="0"/>
              <a:t>: Todos los proyectos de petróleo y gas, como la perforación de pozos y la construcción de infraestructuras, deben someterse a una Evaluación de Impacto Ambiental. Este estudio evalúa los posibles efectos negativos y propone medidas de mitigación. Los EIA son revisados por la </a:t>
            </a:r>
            <a:r>
              <a:rPr lang="es-ES" b="1" dirty="0"/>
              <a:t>Agencia de Evaluación y Fiscalización Ambiental (OEFA)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Monitoreo Ambiental</a:t>
            </a:r>
            <a:r>
              <a:rPr lang="es-ES" dirty="0"/>
              <a:t>: Se implementan programas de monitoreo para asegurar que las actividades de extracción y producción cumplan con los estándares ambientales. Esto incluye la vigilancia de la calidad del aire, agua y suelo, y la gestión de residuos y emisiones.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Restauración de Sitios</a:t>
            </a:r>
            <a:r>
              <a:rPr lang="es-ES" dirty="0"/>
              <a:t>: Al finalizar las operaciones en un sitio, se realizan actividades de restauración para rehabilitar el terreno afectado y minimizar el impacto ambiental. Esto puede incluir la remoción de equipos y la restauración de la vegetación.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077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/>
              <a:t>Seguridad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Normativas de Seguridad</a:t>
            </a:r>
            <a:r>
              <a:rPr lang="es-ES" dirty="0"/>
              <a:t>: El </a:t>
            </a:r>
            <a:r>
              <a:rPr lang="es-ES" b="1" dirty="0"/>
              <a:t>Reglamento de Seguridad para Instalaciones de Hidrocarburos</a:t>
            </a:r>
            <a:r>
              <a:rPr lang="es-ES" dirty="0"/>
              <a:t> establece los requisitos de seguridad para las operaciones de petróleo y gas. Este reglamento cubre aspectos como el diseño de instalaciones, la operación segura y la gestión de riesgos.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Planes de Emergencia</a:t>
            </a:r>
            <a:r>
              <a:rPr lang="es-ES" dirty="0"/>
              <a:t>: Las empresas deben tener planes de emergencia y contingencia para responder a incidentes como derrames de petróleo, explosiones, y fugas de gas. Estos planes incluyen procedimientos para la evacuación, control de fugas, y notificación a las autoridades competentes.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Capacitación y Formación</a:t>
            </a:r>
            <a:r>
              <a:rPr lang="es-ES" dirty="0"/>
              <a:t>: El personal debe recibir formación continua en prácticas de seguridad, manejo de materiales peligrosos y respuesta a emergencias. La capacitación incluye simulacros y ejercicios regulares para asegurar que todos estén preparados para situaciones de emergencia.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064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b="1" dirty="0"/>
              <a:t>Punto de Vista del Gobierno en Medio Ambiente</a:t>
            </a:r>
            <a:br>
              <a:rPr lang="es-ES" sz="1600" b="1" dirty="0"/>
            </a:b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9062"/>
            <a:ext cx="11032671" cy="49979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Instituciones Clave</a:t>
            </a:r>
          </a:p>
          <a:p>
            <a:r>
              <a:rPr lang="es-ES" b="1" dirty="0"/>
              <a:t>Ministerio del Ambiente (MINAM)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Rol y Funciones</a:t>
            </a:r>
            <a:r>
              <a:rPr lang="es-ES" dirty="0"/>
              <a:t>: El MINAM es el organismo principal encargado de formular y supervisar la política ambiental en Perú. Su misión es promover el desarrollo sostenible mediante la protección del medio ambiente, la conservación de los recursos naturales y la mejora de la calidad de vida de los ciudadanos.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Normativas y Regulaciones</a:t>
            </a:r>
            <a:r>
              <a:rPr lang="es-ES" dirty="0"/>
              <a:t>: El MINAM establece y coordina la implementación de políticas ambientales y regula la normativa relacionada con la gestión de residuos, calidad del aire, agua y suelo. Trabaja en conjunto con otros organismos para asegurar que las actividades económicas, incluyendo la industria de petróleo y gas, cumplan con los estándares ambientales.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211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Agencia de Evaluación y Fiscalización Ambiental (OEFA)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Rol y Funciones</a:t>
            </a:r>
            <a:r>
              <a:rPr lang="es-ES" dirty="0"/>
              <a:t>: OEFA es el organismo encargado de la fiscalización y control ambiental en Perú. Supervisa el cumplimiento de las normativas ambientales por parte de las empresas y realiza auditorías y monitoreos para asegurar que las actividades industriales no afecten negativamente al medio ambiente.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Evaluaciones y Sanciones</a:t>
            </a:r>
            <a:r>
              <a:rPr lang="es-ES" dirty="0"/>
              <a:t>: OEFA evalúa los Estudios de Impacto Ambiental (EIA) y puede imponer sanciones a las empresas que no cumplan con los requisitos. También gestiona el sistema de denuncias y reportes de incumplimientos ambientales.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653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Ministerio de Energía y Minas (MEM)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Rol y Funciones</a:t>
            </a:r>
            <a:r>
              <a:rPr lang="es-ES" dirty="0"/>
              <a:t>: El MEM regula el sector energético en Perú, incluyendo el petróleo y gas. Aunque su enfoque principal es la regulación del sector energético, también colabora con el MINAM y OEFA para asegurar que los proyectos de petróleo y gas cumplan con las normativas ambientales.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Políticas de Energía y Minería</a:t>
            </a:r>
            <a:r>
              <a:rPr lang="es-ES" dirty="0"/>
              <a:t>: El MEM establece políticas para la explotación de recursos naturales, promueve la inversión en el sector energético y supervisa las operaciones para asegurar la eficiencia y sostenibilidad.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293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Legislación Ambiental</a:t>
            </a:r>
          </a:p>
          <a:p>
            <a:r>
              <a:rPr lang="es-ES" b="1" dirty="0"/>
              <a:t>Ley General del Ambiente (Ley N.º 28611)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Objetivos</a:t>
            </a:r>
            <a:r>
              <a:rPr lang="es-ES" dirty="0"/>
              <a:t>: Esta ley establece los principios y normas para la protección del medio ambiente en Perú. Define los derechos y deberes ambientales, y regula la prevención y control de la contaminación.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Implementación</a:t>
            </a:r>
            <a:r>
              <a:rPr lang="es-ES" dirty="0"/>
              <a:t>: La ley es la base para la formulación de políticas y regulaciones ambientales y sirve como marco para la evaluación y gestión de impactos ambientales en diversos sectores, incluido el petróleo y gas.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0785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85000" lnSpcReduction="20000"/>
          </a:bodyPr>
          <a:lstStyle/>
          <a:p>
            <a:r>
              <a:rPr lang="es-ES" b="1" dirty="0"/>
              <a:t>Ley del Sistema Nacional de Evaluación de Impacto Ambiental (Ley N.º 27446)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Objetivos</a:t>
            </a:r>
            <a:r>
              <a:rPr lang="es-ES" dirty="0"/>
              <a:t>: Regula el proceso de Evaluación de Impacto Ambiental (EIA) para proyectos y actividades que puedan causar impactos significativos en el medio ambiente. Establece el procedimiento para la presentación, revisión y aprobación de los EIA.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Procedimiento</a:t>
            </a:r>
            <a:r>
              <a:rPr lang="es-ES" dirty="0"/>
              <a:t>: Los proyectos de petróleo y gas deben presentar un EIA que evalúe los posibles impactos ambientales y proponga medidas de mitigación. La aprobación del EIA es un requisito previo para la ejecución de los proyectos.</a:t>
            </a:r>
          </a:p>
          <a:p>
            <a:r>
              <a:rPr lang="es-ES" b="1" dirty="0"/>
              <a:t>Ley de Gestión Integral de Residuos Sólidos (Ley N.º 27314)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Objetivos</a:t>
            </a:r>
            <a:r>
              <a:rPr lang="es-ES" dirty="0"/>
              <a:t>: Regula la gestión y manejo de residuos sólidos en Perú, incluyendo los residuos generados por las actividades de petróleo y gas.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Requisitos</a:t>
            </a:r>
            <a:r>
              <a:rPr lang="es-ES" dirty="0"/>
              <a:t>: Establece directrices para la reducción, reciclaje, y disposición final de residuos. Las empresas deben cumplir con estos requisitos para minimizar el impacto de sus operaciones en el medio ambiente.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3399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85000" lnSpcReduction="20000"/>
          </a:bodyPr>
          <a:lstStyle/>
          <a:p>
            <a:r>
              <a:rPr lang="es-ES" b="1" dirty="0"/>
              <a:t>Políticas Ambientales y Estrategias</a:t>
            </a:r>
          </a:p>
          <a:p>
            <a:r>
              <a:rPr lang="es-ES" b="1" dirty="0"/>
              <a:t>Política Nacional del Ambiente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Objetivos</a:t>
            </a:r>
            <a:r>
              <a:rPr lang="es-ES" dirty="0"/>
              <a:t>: Define las directrices para la gestión ambiental a nivel nacional. La política busca promover un desarrollo sostenible, mejorar la calidad ambiental y fomentar la participación ciudadana en la protección del medio ambiente.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Implementación</a:t>
            </a:r>
            <a:r>
              <a:rPr lang="es-ES" dirty="0"/>
              <a:t>: La política nacional guía la formulación de leyes y regulaciones y coordina las acciones entre diferentes niveles de gobierno y sectores económicos.</a:t>
            </a:r>
          </a:p>
          <a:p>
            <a:r>
              <a:rPr lang="es-ES" b="1" dirty="0"/>
              <a:t>Plan Nacional de Acción Ambiental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Objetivos</a:t>
            </a:r>
            <a:r>
              <a:rPr lang="es-ES" dirty="0"/>
              <a:t>: Proporciona un marco de acción para abordar los problemas ambientales prioritarios, como la contaminación del aire y agua, la gestión de residuos, y la protección de la biodiversidad.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Estrategias</a:t>
            </a:r>
            <a:r>
              <a:rPr lang="es-ES" dirty="0"/>
              <a:t>: Incluye estrategias para mejorar la gestión ambiental en el sector de petróleo y gas, promoviendo prácticas sostenibles y reduciendo los impactos negativos.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9017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/>
              <a:t>Mecanismos de Fiscalización y Control</a:t>
            </a:r>
          </a:p>
          <a:p>
            <a:r>
              <a:rPr lang="es-ES" b="1" dirty="0"/>
              <a:t>Sistema Nacional de Fiscalización Ambiental (SNFA)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Rol</a:t>
            </a:r>
            <a:r>
              <a:rPr lang="es-ES" dirty="0"/>
              <a:t>: El SNFA coordina y supervisa las actividades de fiscalización ambiental realizadas por diferentes organismos. Asegura que las empresas cumplan con las normativas y regula los procesos de inspección y sanción.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Funciones</a:t>
            </a:r>
            <a:r>
              <a:rPr lang="es-ES" dirty="0"/>
              <a:t>: Incluye la planificación de auditorías, la gestión de denuncias, y la evaluación del cumplimiento de las normativas ambientales.</a:t>
            </a:r>
          </a:p>
          <a:p>
            <a:r>
              <a:rPr lang="es-ES" b="1" dirty="0"/>
              <a:t>Mecanismos de Denuncia y Reporte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Canales de Denuncia</a:t>
            </a:r>
            <a:r>
              <a:rPr lang="es-ES" dirty="0"/>
              <a:t>: OEFA y otros organismos ofrecen mecanismos para que los ciudadanos y organizaciones reporten incumplimientos ambientales. Estos mecanismos permiten la participación ciudadana en la supervisión y protección del medio ambiente.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Proceso de Investigación</a:t>
            </a:r>
            <a:r>
              <a:rPr lang="es-ES" dirty="0"/>
              <a:t>: Las denuncias se investigan para verificar posibles incumplimientos y tomar las medidas correctivas necesarias.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1192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Relaciones Internacionales y Compromisos</a:t>
            </a:r>
          </a:p>
          <a:p>
            <a:r>
              <a:rPr lang="es-ES" b="1" dirty="0"/>
              <a:t>Acuerdos Internacionales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Compromisos Internacionales</a:t>
            </a:r>
            <a:r>
              <a:rPr lang="es-ES" dirty="0"/>
              <a:t>: Perú es signatario de varios acuerdos internacionales sobre medio ambiente, como el </a:t>
            </a:r>
            <a:r>
              <a:rPr lang="es-ES" b="1" dirty="0"/>
              <a:t>Acuerdo de París</a:t>
            </a:r>
            <a:r>
              <a:rPr lang="es-ES" dirty="0"/>
              <a:t> sobre cambio climático y el </a:t>
            </a:r>
            <a:r>
              <a:rPr lang="es-ES" b="1" dirty="0"/>
              <a:t>Convenio de Basilea</a:t>
            </a:r>
            <a:r>
              <a:rPr lang="es-ES" dirty="0"/>
              <a:t> sobre residuos peligrosos. Estos compromisos influyen en la formulación de políticas y regulaciones nacionales.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Implementación de Normas Internacionales</a:t>
            </a:r>
            <a:r>
              <a:rPr lang="es-ES" dirty="0"/>
              <a:t>: La legislación nacional a menudo se alinea con las normas y directrices internacionales para asegurar que el país cumpla con sus compromisos globales.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4398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El gobierno peruano tiene un enfoque integral hacia la gestión ambiental en el sector de petróleo y gas, que incluye la formulación de políticas, la regulación de actividades, y la fiscalización del cumplimiento de las normativas. Las instituciones clave, como el MINAM, OEFA y el MEM, trabajan en conjunto para asegurar que las operaciones sean sostenibles y respetuosas con el medio ambiente. Las leyes y políticas establecen un marco para la protección ambiental, mientras que los mecanismos de fiscalización y los compromisos internacionales refuerzan la importancia de una gestión ambiental adecuada.</a:t>
            </a:r>
          </a:p>
        </p:txBody>
      </p:sp>
    </p:spTree>
    <p:extLst>
      <p:ext uri="{BB962C8B-B14F-4D97-AF65-F5344CB8AC3E}">
        <p14:creationId xmlns:p14="http://schemas.microsoft.com/office/powerpoint/2010/main" val="1152981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Relaciones Comunitarias y Aspecto Social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ES" b="1" dirty="0"/>
              <a:t>Relaciones Comunitarias</a:t>
            </a:r>
          </a:p>
          <a:p>
            <a:pPr algn="just"/>
            <a:r>
              <a:rPr lang="es-ES" b="1" dirty="0"/>
              <a:t>Consultas y Participación Comunitaria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Consultas Previas</a:t>
            </a:r>
            <a:r>
              <a:rPr lang="es-ES" dirty="0"/>
              <a:t>: Las empresas de petróleo y gas están obligadas a llevar a cabo consultas previas con las comunidades locales antes de iniciar proyectos. Esto se realiza para informar a las comunidades sobre los posibles impactos del proyecto y recoger sus opiniones y preocupaciones. Las consultas son un requisito bajo la </a:t>
            </a:r>
            <a:r>
              <a:rPr lang="es-ES" b="1" dirty="0"/>
              <a:t>Ley de Consulta Previa</a:t>
            </a:r>
            <a:r>
              <a:rPr lang="es-ES" dirty="0"/>
              <a:t> para pueblos indígenas y originarios.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Participación Activa</a:t>
            </a:r>
            <a:r>
              <a:rPr lang="es-ES" dirty="0"/>
              <a:t>: Las consultas deben ser participativas, informativas y accesibles. Las comunidades deben tener la oportunidad de expresar sus puntos de vista y sugerencias, y las empresas deben considerar estas opiniones en la planificación y ejecución de los proyectos.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Transparencia</a:t>
            </a:r>
            <a:r>
              <a:rPr lang="es-ES" dirty="0"/>
              <a:t>: Es crucial que las empresas proporcionen información clara y transparente sobre el proyecto, sus beneficios, y sus impactos potenciales. La falta de información puede generar desconfianza y oposición por parte de las comunidades.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4383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/>
              <a:t>Programas de Responsabilidad Social Corporativa (RSC)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Iniciativas RSC</a:t>
            </a:r>
            <a:r>
              <a:rPr lang="es-ES" dirty="0"/>
              <a:t>: Las empresas implementan programas de RSC para apoyar el desarrollo económico y social de las comunidades locales. Estos programas pueden incluir proyectos de infraestructura, educación, salud, y desarrollo económico. La RSC busca generar beneficios tangibles para las comunidades y mejorar la aceptación del proyecto.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Colaboración con ONG y Organizaciones Locales</a:t>
            </a:r>
            <a:r>
              <a:rPr lang="es-ES" dirty="0"/>
              <a:t>: Las empresas a menudo colaboran con organizaciones no gubernamentales (ONG) y grupos comunitarios para diseñar e implementar programas RSC. Esto ayuda a asegurar que las iniciativas sean relevantes y efectivas.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Monitoreo y Evaluación</a:t>
            </a:r>
            <a:r>
              <a:rPr lang="es-ES" dirty="0"/>
              <a:t>: Es importante monitorear y evaluar los resultados de los programas RSC para asegurar que estén cumpliendo sus objetivos y generando un impacto positivo en las comunidades.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994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Resolución de Conflictos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Mecanismos de Resolución</a:t>
            </a:r>
            <a:r>
              <a:rPr lang="es-ES" dirty="0"/>
              <a:t>: Las empresas deben establecer mecanismos efectivos para resolver conflictos con las comunidades. Esto incluye la creación de canales de comunicación y mediación para abordar y solucionar problemas de manera oportuna.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Mediación y Negociación</a:t>
            </a:r>
            <a:r>
              <a:rPr lang="es-ES" dirty="0"/>
              <a:t>: La mediación y la negociación pueden ser necesarias para resolver conflictos complejos. Las empresas deben estar dispuestas a comprometerse y trabajar con las comunidades para encontrar soluciones mutuamente aceptables.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Comités de Diálogo</a:t>
            </a:r>
            <a:r>
              <a:rPr lang="es-ES" dirty="0"/>
              <a:t>: Algunos proyectos establecen comités de diálogo que incluyen representantes de la empresa, la comunidad, y otras partes interesadas. Estos comités facilitan la comunicación continua y la resolución de problemas.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86195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/>
              <a:t>Aspecto Social</a:t>
            </a:r>
          </a:p>
          <a:p>
            <a:r>
              <a:rPr lang="es-ES" b="1" dirty="0"/>
              <a:t>Impactos en las Comunidades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Desplazamiento y Reasentamiento</a:t>
            </a:r>
            <a:r>
              <a:rPr lang="es-ES" dirty="0"/>
              <a:t>: La construcción de infraestructuras de petróleo y gas puede implicar el desplazamiento de comunidades o la reubicación de residentes. Es fundamental gestionar estos procesos de manera justa y respetuosa, asegurando que las personas afectadas reciban compensación adecuada y apoyo en el reasentamiento.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Medios de Vida</a:t>
            </a:r>
            <a:r>
              <a:rPr lang="es-ES" dirty="0"/>
              <a:t>: Las actividades industriales pueden afectar los medios de vida tradicionales, como la agricultura y la pesca. Es importante realizar evaluaciones sociales para comprender estos impactos y desarrollar estrategias para mitigarlos.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Presión sobre Recursos Locales</a:t>
            </a:r>
            <a:r>
              <a:rPr lang="es-ES" dirty="0"/>
              <a:t>: La presencia de proyectos industriales puede aumentar la presión sobre los recursos naturales locales, como el agua y la tierra. Las empresas deben colaborar con las comunidades para gestionar estos recursos de manera sostenible.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014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/>
          </a:bodyPr>
          <a:lstStyle/>
          <a:p>
            <a:r>
              <a:rPr lang="es-ES" b="1" dirty="0"/>
              <a:t>Desarrollo Sostenible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Proyectos de Desarrollo Comunitario</a:t>
            </a:r>
            <a:r>
              <a:rPr lang="es-ES" dirty="0"/>
              <a:t>: Las empresas deben fomentar el desarrollo sostenible mediante la inversión en proyectos que beneficien a las comunidades a largo plazo. Esto puede incluir la construcción de escuelas, centros de salud y proyectos de infraestructura.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Capacitación y Empleo Local</a:t>
            </a:r>
            <a:r>
              <a:rPr lang="es-ES" dirty="0"/>
              <a:t>: Ofrecer capacitación y oportunidades de empleo para los residentes locales puede ayudar a mejorar sus habilidades y aumentar sus ingresos. Las empresas deben priorizar la contratación local y proporcionar formación adecuada para los puestos de trabajo disponibles.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Fortalecimiento de Capacidades</a:t>
            </a:r>
            <a:r>
              <a:rPr lang="es-ES" dirty="0"/>
              <a:t>: Invertir en el fortalecimiento de capacidades locales, como la capacitación en habilidades empresariales y técnicas, puede contribuir al desarrollo económico y social de las comunidades.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6250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Transparencia y Rendición de Cuentas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Informes y Comunicación</a:t>
            </a:r>
            <a:r>
              <a:rPr lang="es-ES" dirty="0"/>
              <a:t>: Las empresas deben mantener una comunicación abierta y regular con las comunidades locales, proporcionando actualizaciones sobre el progreso del proyecto, sus impactos y las medidas de mitigación.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Auditorías Sociales</a:t>
            </a:r>
            <a:r>
              <a:rPr lang="es-ES" dirty="0"/>
              <a:t>: Las auditorías sociales pueden ayudar a evaluar el impacto de las actividades de la empresa en la comunidad y asegurar que se cumplan los compromisos de RSC y desarrollo sostenible.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Mecanismos de Quejas</a:t>
            </a:r>
            <a:r>
              <a:rPr lang="es-ES" dirty="0"/>
              <a:t>: Establecer mecanismos claros para que los residentes puedan presentar quejas o preocupaciones es esencial para la rendición de cuentas y la resolución de problemas.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0500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Desafíos y Oportunidades</a:t>
            </a:r>
          </a:p>
          <a:p>
            <a:r>
              <a:rPr lang="es-ES" b="1" dirty="0"/>
              <a:t>Desafíos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Oposición y Conflictos</a:t>
            </a:r>
            <a:r>
              <a:rPr lang="es-ES" dirty="0"/>
              <a:t>: La oposición de las comunidades y los conflictos pueden surgir debido a impactos negativos percibidos o falta de confianza en la empresa. Es crucial abordar estos desafíos a través de un compromiso genuino y la implementación de medidas correctivas.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Diversidad Cultural</a:t>
            </a:r>
            <a:r>
              <a:rPr lang="es-ES" dirty="0"/>
              <a:t>: Perú es un país con una gran diversidad cultural y étnica, lo que puede complicar el proceso de consulta y participación. Es importante respetar y entender las diferentes perspectivas y necesidades de las comunidades.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1862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Oportunidades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Fortalecimiento de Relaciones</a:t>
            </a:r>
            <a:r>
              <a:rPr lang="es-ES" dirty="0"/>
              <a:t>: Establecer relaciones positivas y constructivas con las comunidades puede mejorar la aceptación del proyecto y reducir conflictos. Esto puede llevar a una colaboración más efectiva y a beneficios mutuos.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Contribución al Desarrollo Local</a:t>
            </a:r>
            <a:r>
              <a:rPr lang="es-ES" dirty="0"/>
              <a:t>: Los proyectos de petróleo y gas ofrecen oportunidades para contribuir al desarrollo local y regional, mejorando la infraestructura y apoyando la educación y la salud. Esto puede generar un impacto positivo duradero en las comunidades.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2993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En resumen, la gestión efectiva de las relaciones comunitarias y el aspecto social en el sector de petróleo y gas en Perú es esencial para asegurar que las operaciones sean sostenibles y aceptadas por las comunidades locales. La participación activa, la transparencia y el compromiso con el desarrollo sostenible son fundamentales para construir relaciones positivas y abordar los desafíos sociales y comunitarios de manera efectiva. </a:t>
            </a:r>
          </a:p>
        </p:txBody>
      </p:sp>
    </p:spTree>
    <p:extLst>
      <p:ext uri="{BB962C8B-B14F-4D97-AF65-F5344CB8AC3E}">
        <p14:creationId xmlns:p14="http://schemas.microsoft.com/office/powerpoint/2010/main" val="1549580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81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22330</TotalTime>
  <Words>2439</Words>
  <Application>Microsoft Office PowerPoint</Application>
  <PresentationFormat>Panorámica</PresentationFormat>
  <Paragraphs>89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Outfit</vt:lpstr>
      <vt:lpstr>Prompt</vt:lpstr>
      <vt:lpstr>Tema de Office</vt:lpstr>
      <vt:lpstr>Presentación de PowerPoint</vt:lpstr>
      <vt:lpstr>Presentación de PowerPoint</vt:lpstr>
      <vt:lpstr>CALIDAD, SALUD,SEGURIDAD Y MEDIO AMBIENTE(HSQE)</vt:lpstr>
      <vt:lpstr>Presentación de PowerPoint</vt:lpstr>
      <vt:lpstr>Presentación de PowerPoint</vt:lpstr>
      <vt:lpstr>Presentación de PowerPoint</vt:lpstr>
      <vt:lpstr>Punto de Vista del Gobierno en Medio Ambiente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Relaciones Comunitarias y Aspecto Social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Benji Jonathan Cruzate Contreras</cp:lastModifiedBy>
  <cp:revision>43</cp:revision>
  <dcterms:created xsi:type="dcterms:W3CDTF">2022-04-19T18:02:09Z</dcterms:created>
  <dcterms:modified xsi:type="dcterms:W3CDTF">2024-09-18T02:34:43Z</dcterms:modified>
</cp:coreProperties>
</file>