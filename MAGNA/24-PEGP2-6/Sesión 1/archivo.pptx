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80" r:id="rId4"/>
    <p:sldId id="264" r:id="rId5"/>
    <p:sldId id="265" r:id="rId6"/>
    <p:sldId id="266" r:id="rId7"/>
    <p:sldId id="272" r:id="rId8"/>
    <p:sldId id="273" r:id="rId9"/>
    <p:sldId id="267" r:id="rId10"/>
    <p:sldId id="274" r:id="rId11"/>
    <p:sldId id="268" r:id="rId12"/>
    <p:sldId id="275" r:id="rId13"/>
    <p:sldId id="276" r:id="rId14"/>
    <p:sldId id="277" r:id="rId15"/>
    <p:sldId id="270" r:id="rId16"/>
    <p:sldId id="278" r:id="rId17"/>
    <p:sldId id="279" r:id="rId18"/>
    <p:sldId id="271" r:id="rId19"/>
    <p:sldId id="260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17/07/2024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rompt" panose="00000500000000000000" pitchFamily="2" charset="-34"/>
          <a:ea typeface="+mj-ea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81271" y="2551837"/>
            <a:ext cx="1042945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5400" b="1" dirty="0">
                <a:solidFill>
                  <a:srgbClr val="00F3B5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ESPECIALIZACION EN  </a:t>
            </a:r>
          </a:p>
          <a:p>
            <a:pPr algn="ctr"/>
            <a:r>
              <a:rPr lang="es-ES" sz="5400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GESTION DE GAS Y PETROLEO</a:t>
            </a: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C7009-B4AD-8BBA-4EE5-7DE0D730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Información del Docente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185DBA-D222-F28A-1478-09EC169BD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Completar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6141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E3D09-3D91-0291-5411-7FB67FECA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>
            <a:noAutofit/>
          </a:bodyPr>
          <a:lstStyle/>
          <a:p>
            <a:r>
              <a:rPr lang="es-PE" sz="2800" dirty="0"/>
              <a:t>MODULO 1 : INDUSTRIA DEL GAS Y PETROLEO : FUNCIONAMIENTO Y PERSPECTIVAS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253A65-493C-4AFE-7C52-2265D4FA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2584173"/>
            <a:ext cx="10253870" cy="3592789"/>
          </a:xfrm>
        </p:spPr>
        <p:txBody>
          <a:bodyPr/>
          <a:lstStyle/>
          <a:p>
            <a:pPr>
              <a:buFontTx/>
              <a:buChar char="-"/>
            </a:pPr>
            <a:r>
              <a:rPr lang="es-ES" dirty="0"/>
              <a:t>Situación actual y funcionamiento general de las industrias de gas y petróleo</a:t>
            </a:r>
            <a:r>
              <a:rPr lang="es-PE" dirty="0"/>
              <a:t>.</a:t>
            </a:r>
          </a:p>
          <a:p>
            <a:pPr>
              <a:buFontTx/>
              <a:buChar char="-"/>
            </a:pPr>
            <a:r>
              <a:rPr lang="es-ES" dirty="0"/>
              <a:t>Introducción al conocimiento del gas natural: características</a:t>
            </a:r>
            <a:r>
              <a:rPr lang="es-PE" dirty="0"/>
              <a:t>.</a:t>
            </a:r>
          </a:p>
          <a:p>
            <a:pPr>
              <a:buFontTx/>
              <a:buChar char="-"/>
            </a:pPr>
            <a:r>
              <a:rPr lang="es-ES" dirty="0"/>
              <a:t>Introducción al conocimiento del Petróleo: características.</a:t>
            </a:r>
          </a:p>
          <a:p>
            <a:pPr marL="0" indent="0">
              <a:buNone/>
            </a:pPr>
            <a:r>
              <a:rPr lang="es-ES" dirty="0"/>
              <a:t>- Legislación internacional relativa a la prospección, producción,                                      transporte y distribución de Gas y petróleo.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4890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72945-ECD4-A98C-A4CC-7A9097C9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5"/>
            <a:ext cx="10515600" cy="1325563"/>
          </a:xfrm>
        </p:spPr>
        <p:txBody>
          <a:bodyPr/>
          <a:lstStyle/>
          <a:p>
            <a:r>
              <a:rPr lang="es-PE" dirty="0"/>
              <a:t>Situación Actual 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EADF94-6534-1EE4-CAD8-1FF536242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34700" cy="4720648"/>
          </a:xfrm>
        </p:spPr>
        <p:txBody>
          <a:bodyPr>
            <a:normAutofit lnSpcReduction="10000"/>
          </a:bodyPr>
          <a:lstStyle/>
          <a:p>
            <a:r>
              <a:rPr lang="es-ES" dirty="0"/>
              <a:t>Perú es un país con recursos significativos de gas natural y petróleo, y la industria de hidrocarburos juega un papel crucial en su economía. A continuación, se destacan algunos puntos clave:</a:t>
            </a:r>
            <a:br>
              <a:rPr lang="es-ES" dirty="0"/>
            </a:br>
            <a:endParaRPr lang="es-ES" dirty="0"/>
          </a:p>
          <a:p>
            <a:r>
              <a:rPr lang="es-ES" b="1" dirty="0"/>
              <a:t>Producción y Reservas: </a:t>
            </a:r>
            <a:r>
              <a:rPr lang="es-ES" dirty="0"/>
              <a:t>Perú tiene importantes reservas de gas natural y petróleo. La producción de gas natural ha crecido en las últimas décadas, especialmente con el desarrollo de proyectos en la región de Camisea, que es la principal zona productora del país.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Infraestructura: La infraestructura de transporte y distribución de gas natural se ha desarrollado para conectar las áreas productoras con los consumidores en todo el país. Existen gasoductos que transportan gas desde Camisea hasta Lima y otras regiones del Perú.</a:t>
            </a:r>
            <a:endParaRPr lang="es-PE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69588C0-4A61-8250-7088-FD811ABA4C66}"/>
              </a:ext>
            </a:extLst>
          </p:cNvPr>
          <p:cNvSpPr txBox="1">
            <a:spLocks/>
          </p:cNvSpPr>
          <p:nvPr/>
        </p:nvSpPr>
        <p:spPr>
          <a:xfrm>
            <a:off x="838200" y="4942898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utfi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4159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0822E5-D986-47B3-FF35-A1A192D48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632" y="1616765"/>
            <a:ext cx="10384735" cy="4300330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Empresas Operadoras: Empresas como Pluspetrol, Repsol, Petroperú, Hunt Oil, entre otras, tienen presencia en el sector y juegan un papel importante en la exploración, producción y distribución de hidrocarburos.</a:t>
            </a:r>
          </a:p>
          <a:p>
            <a:pPr algn="just"/>
            <a:r>
              <a:rPr lang="es-ES" dirty="0"/>
              <a:t>Regulación: El sector está regulado por el Ministerio de Energía y Minas (MINEM) y supervisado por la Agencia Perúana de Energía (Osinergmin), que emite las normativas y licencias necesarias para la exploración y explotación.</a:t>
            </a:r>
          </a:p>
          <a:p>
            <a:pPr algn="just"/>
            <a:r>
              <a:rPr lang="es-ES" dirty="0"/>
              <a:t>Impacto Económico: La industria de hidrocarburos contribuye significativamente al Producto Interno Bruto (PIB) de Perú y es una fuente importante de ingresos fiscales para el gobierno.</a:t>
            </a:r>
            <a:endParaRPr lang="es-PE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7525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7FBC-74DF-38D1-A312-E07AF299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61" y="681038"/>
            <a:ext cx="8403771" cy="1218746"/>
          </a:xfrm>
        </p:spPr>
        <p:txBody>
          <a:bodyPr>
            <a:normAutofit/>
          </a:bodyPr>
          <a:lstStyle/>
          <a:p>
            <a:r>
              <a:rPr lang="es-ES" sz="2800" dirty="0"/>
              <a:t>Perspectivas de la Industria de Gas y Petróleo en el Perú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DF9198-57CE-711C-80A4-5B8A76C53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948" y="2107095"/>
            <a:ext cx="10147852" cy="4069867"/>
          </a:xfrm>
        </p:spPr>
        <p:txBody>
          <a:bodyPr/>
          <a:lstStyle/>
          <a:p>
            <a:pPr algn="just"/>
            <a:r>
              <a:rPr lang="es-ES" dirty="0"/>
              <a:t>Exploración y Expansión: Perú sigue explorando nuevas áreas potenciales tanto en tierra como en mar. Hay un potencial considerable en la zona marina frente a la costa norte y en la selva.</a:t>
            </a:r>
          </a:p>
          <a:p>
            <a:pPr algn="just"/>
            <a:r>
              <a:rPr lang="es-ES" dirty="0"/>
              <a:t>Inversiones y Desarrollo: Se esperan inversiones en infraestructura para mejorar la capacidad de producción y transporte, así como en tecnologías para la extracción más eficiente y sostenible.</a:t>
            </a:r>
          </a:p>
          <a:p>
            <a:pPr algn="just"/>
            <a:r>
              <a:rPr lang="es-ES" dirty="0"/>
              <a:t>Mercado Interno y Exportación: Además de satisfacer la demanda interna de energía, Perú también exporta gas natural licuado (GNL) y petróleo crudo a mercados internacionales.</a:t>
            </a:r>
          </a:p>
        </p:txBody>
      </p:sp>
    </p:spTree>
    <p:extLst>
      <p:ext uri="{BB962C8B-B14F-4D97-AF65-F5344CB8AC3E}">
        <p14:creationId xmlns:p14="http://schemas.microsoft.com/office/powerpoint/2010/main" val="340974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73620-2CBE-3D51-6A1E-675B27B35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8" y="1391479"/>
            <a:ext cx="9975574" cy="459995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b="1" dirty="0"/>
              <a:t>Sostenibilidad y Medio Ambiente</a:t>
            </a:r>
            <a:r>
              <a:rPr lang="es-ES" dirty="0"/>
              <a:t>: Hay un creciente enfoque en desarrollar prácticas sostenibles y mitigar los impactos ambientales asociados con la extracción y producción de hidrocarburos.</a:t>
            </a:r>
          </a:p>
          <a:p>
            <a:pPr algn="just"/>
            <a:r>
              <a:rPr lang="es-ES" b="1" dirty="0"/>
              <a:t>Política Energética</a:t>
            </a:r>
            <a:r>
              <a:rPr lang="es-ES" dirty="0"/>
              <a:t>: El gobierno peruano ha estado promoviendo políticas para diversificar la matriz energética del país, incluyendo la promoción de energías renovables y la eficiencia energética, lo cual podría influir en la dirección futura del sector de gas y petróleo.</a:t>
            </a:r>
          </a:p>
          <a:p>
            <a:pPr algn="just"/>
            <a:r>
              <a:rPr lang="es-ES" b="1" dirty="0"/>
              <a:t>Diversificación Energética: </a:t>
            </a:r>
            <a:r>
              <a:rPr lang="es-ES" dirty="0"/>
              <a:t>A pesar de la importancia actual del gas y petróleo, Perú también está trabajando en diversificar su matriz energética. Esto incluye el desarrollo de energías renovables como la energía hidroeléctrica, solar y eólica, así como la promoción de la eficiencia energética.</a:t>
            </a:r>
          </a:p>
        </p:txBody>
      </p:sp>
    </p:spTree>
    <p:extLst>
      <p:ext uri="{BB962C8B-B14F-4D97-AF65-F5344CB8AC3E}">
        <p14:creationId xmlns:p14="http://schemas.microsoft.com/office/powerpoint/2010/main" val="99127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9940C-ECCF-1394-0831-77A74000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2800" dirty="0"/>
              <a:t>Introducción al Conocimiento del Gas Natural – Características.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BAC538-9A58-1CAA-46E0-C2C6FEF0A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461" y="1895060"/>
            <a:ext cx="9242918" cy="4485625"/>
          </a:xfrm>
        </p:spPr>
        <p:txBody>
          <a:bodyPr>
            <a:normAutofit fontScale="55000" lnSpcReduction="20000"/>
          </a:bodyPr>
          <a:lstStyle/>
          <a:p>
            <a:r>
              <a:rPr lang="es-ES" sz="4200" dirty="0"/>
              <a:t>El gas natural es una mezcla de hidrocarburos gaseosos que se encuentra en formaciones subterráneas junto con el petróleo. Sus características incluyen:</a:t>
            </a:r>
            <a:br>
              <a:rPr lang="es-ES" sz="4200" dirty="0"/>
            </a:br>
            <a:br>
              <a:rPr lang="es-ES" sz="4200" b="1" dirty="0"/>
            </a:br>
            <a:r>
              <a:rPr lang="es-ES" sz="4200" b="1" dirty="0"/>
              <a:t>Composición</a:t>
            </a:r>
            <a:r>
              <a:rPr lang="es-ES" sz="4200" dirty="0"/>
              <a:t>: Principalmente compuesto por metano (CH4), pero también puede contener etano, propano, butano y trazas de otros gases.</a:t>
            </a:r>
            <a:br>
              <a:rPr lang="es-ES" sz="4200" dirty="0"/>
            </a:br>
            <a:br>
              <a:rPr lang="es-ES" sz="4200" dirty="0"/>
            </a:br>
            <a:r>
              <a:rPr lang="es-ES" sz="4200" b="1" dirty="0"/>
              <a:t>Origen y Formación</a:t>
            </a:r>
            <a:r>
              <a:rPr lang="es-ES" sz="4200" dirty="0"/>
              <a:t>: Se forma a partir de la descomposición de materia orgánica en condiciones geológicas específicas durante millones de años. Se encuentra generalmente en yacimientos subterráneos junto con depósitos de petróleo.</a:t>
            </a:r>
          </a:p>
          <a:p>
            <a:endParaRPr lang="es-ES" sz="4200" dirty="0"/>
          </a:p>
          <a:p>
            <a:r>
              <a:rPr lang="es-ES" sz="4200" b="1" dirty="0"/>
              <a:t>Usos</a:t>
            </a:r>
            <a:r>
              <a:rPr lang="es-ES" sz="4200" dirty="0"/>
              <a:t>: Es utilizado como combustible para generación de electricidad, calefacción     residencial e industrial, y como materia prima en la producción</a:t>
            </a:r>
            <a:r>
              <a:rPr lang="es-ES" sz="4500" dirty="0"/>
              <a:t> de productos químicos</a:t>
            </a:r>
            <a:br>
              <a:rPr lang="es-ES" sz="4500" dirty="0"/>
            </a:br>
            <a:endParaRPr lang="es-PE" sz="4500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1764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AA17B-0A0C-0F12-4799-DC5BE74C8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660" y="1272208"/>
            <a:ext cx="9964807" cy="5217570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/>
              <a:t>Color y Olor</a:t>
            </a:r>
            <a:r>
              <a:rPr lang="es-ES" dirty="0"/>
              <a:t>: El gas natural es incoloro y generalmente inodoro en su estado natural. Sin embargo, en ocasiones se le añade un compuesto de azufre (mercaptano) para detectar fugas, dándole un olor distintivo.</a:t>
            </a:r>
          </a:p>
          <a:p>
            <a:r>
              <a:rPr lang="es-ES" b="1" dirty="0"/>
              <a:t>Energía</a:t>
            </a:r>
            <a:r>
              <a:rPr lang="es-ES" dirty="0"/>
              <a:t>: Es una fuente de energía limpia y versátil. Cuando se quema, produce principalmente dióxido de carbono (CO₂) y vapor de agua, generando una cantidad significativamente menor de emisiones de contaminantes atmosféricos en comparación con otros combustibles fósiles.</a:t>
            </a:r>
          </a:p>
          <a:p>
            <a:r>
              <a:rPr lang="es-ES" b="1" dirty="0"/>
              <a:t>Aplicaciones</a:t>
            </a:r>
            <a:r>
              <a:rPr lang="es-ES" dirty="0"/>
              <a:t>: Se utiliza ampliamente como combustible para calefacción residencial y comercial, generación de electricidad, y como materia prima en la industria petroquímica para la producción de fertilizantes, plásticos y otros productos químicos.</a:t>
            </a:r>
          </a:p>
          <a:p>
            <a:r>
              <a:rPr lang="es-ES" b="1" dirty="0"/>
              <a:t>Transporte</a:t>
            </a:r>
            <a:r>
              <a:rPr lang="es-ES" dirty="0"/>
              <a:t>: Se transporta a través de gasoductos y en forma líquida como Gas Natural Licuado (GNL) para facilitar su almacenamiento y transporte a largas distancias.</a:t>
            </a:r>
          </a:p>
        </p:txBody>
      </p:sp>
    </p:spTree>
    <p:extLst>
      <p:ext uri="{BB962C8B-B14F-4D97-AF65-F5344CB8AC3E}">
        <p14:creationId xmlns:p14="http://schemas.microsoft.com/office/powerpoint/2010/main" val="2181961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02640-9164-9710-86FD-E41C6FCB9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2800" dirty="0"/>
              <a:t>Introducción al conocimiento del petróleo –Características.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0A823B-5B0F-F1CA-954A-158DAD48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974" y="2146852"/>
            <a:ext cx="9684026" cy="395059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El petróleo es una mezcla compleja de hidrocarburos líquidos que se extrae de reservorios subterráneos. Sus características incluyen:</a:t>
            </a:r>
          </a:p>
          <a:p>
            <a:r>
              <a:rPr lang="es-ES" dirty="0"/>
              <a:t>Composición: Principalmente compuesto por hidrocarburos como el petróleo crudo, que varía en densidad y contenido de azufre.</a:t>
            </a:r>
          </a:p>
          <a:p>
            <a:r>
              <a:rPr lang="es-ES" dirty="0"/>
              <a:t>Refinación: El petróleo crudo se refina para producir productos derivados como gasolina, </a:t>
            </a:r>
            <a:r>
              <a:rPr lang="es-ES" dirty="0" err="1"/>
              <a:t>diesel</a:t>
            </a:r>
            <a:r>
              <a:rPr lang="es-ES" dirty="0"/>
              <a:t>, queroseno, lubricantes y productos petroquímicos.</a:t>
            </a:r>
          </a:p>
          <a:p>
            <a:r>
              <a:rPr lang="es-ES" dirty="0"/>
              <a:t>Usos: Es una fuente clave de energía para transporte, industria y generación de electricidad, además de ser fundamental en la fabricación de productos derivados.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5601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9B033-B0A6-1EE8-5F3E-3F67C4C0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Situación del Petróleo en Perú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5AD19A-D36B-7797-A03F-2E3CAE7A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252" y="2146852"/>
            <a:ext cx="9379226" cy="3937346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Producción: Perú tiene reservas de petróleo significativas, concentradas principalmente en la Amazonía y en la costa norte del país. La producción petrolera ha fluctuado debido a factores como la inversión en exploración, la madurez de los campos y los precios globales del petróleo</a:t>
            </a:r>
          </a:p>
          <a:p>
            <a:r>
              <a:rPr lang="es-ES" dirty="0"/>
              <a:t>.Empresas Operadoras: Petroperú es la principal empresa estatal involucrada en la exploración, producción y refinación de petróleo en Perú. Además, existen empresas privadas nacionales e internacionales que tienen concesiones para operar en diferentes áreas del país.</a:t>
            </a:r>
          </a:p>
          <a:p>
            <a:r>
              <a:rPr lang="es-ES" dirty="0"/>
              <a:t>Infraestructura: Perú cuenta con una red de oleoductos y terminales de exportación que transportan el petróleo desde los yacimientos hasta las refinerías y los puntos de exportación.</a:t>
            </a:r>
          </a:p>
        </p:txBody>
      </p:sp>
    </p:spTree>
    <p:extLst>
      <p:ext uri="{BB962C8B-B14F-4D97-AF65-F5344CB8AC3E}">
        <p14:creationId xmlns:p14="http://schemas.microsoft.com/office/powerpoint/2010/main" val="235165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441F28-BEAC-020C-9A79-ABB3597EB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Regulación: El sector está regulado por el Ministerio de Energía y Minas (MINEM) y supervisado por la Agencia Perúana de Energía (Osinergmin), que establecen normativas y condiciones para la exploración y producción de petróleo.</a:t>
            </a:r>
          </a:p>
          <a:p>
            <a:r>
              <a:rPr lang="es-ES" dirty="0"/>
              <a:t>Impacto Económico y Social: La industria petrolera en Perú es una fuente importante de ingresos y empleo, especialmente en las regiones donde se encuentran los yacimientos. Contribuye significativamente al producto interno bruto (PIB) nacional y al desarrollo económico regional.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4828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253E8-2552-3495-0472-8ED09B41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75271" cy="1333046"/>
          </a:xfrm>
        </p:spPr>
        <p:txBody>
          <a:bodyPr>
            <a:noAutofit/>
          </a:bodyPr>
          <a:lstStyle/>
          <a:p>
            <a:r>
              <a:rPr lang="es-PE" sz="2800" dirty="0"/>
              <a:t>Legislación Internacional relativa a la prospección , producción , Transporte y Distribución de Gas y Petróleo.</a:t>
            </a: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6587B-8D88-BDBE-7AE3-3EDBA35B0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234" y="2372139"/>
            <a:ext cx="9922565" cy="3979674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Marco Legal: En Perú, la legislación relacionada con la prospección, producción, transporte y distribución de gas y petróleo está principalmente regulada por el Ministerio de Energía y Minas (MINEM) y supervisada por la Agencia Perúana de Energía (Osinergmin).</a:t>
            </a:r>
          </a:p>
          <a:p>
            <a:pPr algn="just"/>
            <a:r>
              <a:rPr lang="es-ES" dirty="0"/>
              <a:t>Licencias y Permisos: La exploración y explotación de recursos energéticos requiere de concesiones y licencias emitidas por el MINEM. Estos permisos especifican las áreas geográficas, los derechos y las obligaciones de las empresas involucradas en actividades energéticas.</a:t>
            </a:r>
          </a:p>
        </p:txBody>
      </p:sp>
    </p:spTree>
    <p:extLst>
      <p:ext uri="{BB962C8B-B14F-4D97-AF65-F5344CB8AC3E}">
        <p14:creationId xmlns:p14="http://schemas.microsoft.com/office/powerpoint/2010/main" val="2732837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F1C38-6D61-A492-AF7E-13085AAC7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9" y="1616764"/>
            <a:ext cx="10068339" cy="4189137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Regulación Nacional: Cada país tiene su propia legislación nacional que regula las actividades de la industria de hidrocarburos, incluyendo permisos de exploración, contratos de producción, regalías y protección ambiental.</a:t>
            </a:r>
          </a:p>
          <a:p>
            <a:r>
              <a:rPr lang="es-ES" dirty="0"/>
              <a:t>Normativas de Seguridad y Ambientales: La legislación internacional y nacional establece estándares para la seguridad operacional y la protección ambiental durante todas las fases de las operaciones de hidrocarburos.</a:t>
            </a:r>
          </a:p>
          <a:p>
            <a:r>
              <a:rPr lang="es-ES" dirty="0"/>
              <a:t>Transparencia y Buen Gobierno: Muchos países han adoptado normativas que promueven la transparencia en los contratos y la gestión de recursos naturales, con el fin de evitar la corrupción y promover un uso responsable de los recursos.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80901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99FCE-DE58-7650-4D55-CFCA3304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60971" cy="1300388"/>
          </a:xfrm>
        </p:spPr>
        <p:txBody>
          <a:bodyPr>
            <a:normAutofit fontScale="90000"/>
          </a:bodyPr>
          <a:lstStyle/>
          <a:p>
            <a:r>
              <a:rPr lang="es-ES" dirty="0"/>
              <a:t>Normas Internacionales Relevantes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DF06CF-3B2A-8D40-D005-D0FA5A7BB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242" y="2120347"/>
            <a:ext cx="9869557" cy="4056615"/>
          </a:xfrm>
        </p:spPr>
        <p:txBody>
          <a:bodyPr>
            <a:normAutofit/>
          </a:bodyPr>
          <a:lstStyle/>
          <a:p>
            <a:r>
              <a:rPr lang="es-ES" dirty="0"/>
              <a:t>Convenio de las Naciones Unidas sobre el Derecho del Mar (UNCLOS): Define los derechos y responsabilidades de los Estados en la gestión de los recursos marinos, incluidos los yacimientos submarinos de gas y petróleo.</a:t>
            </a:r>
          </a:p>
          <a:p>
            <a:r>
              <a:rPr lang="es-ES" dirty="0"/>
              <a:t>Convención Marco de las Naciones Unidas sobre el Cambio Climático (CMNUCC): Promueve la acción internacional para combatir el cambio climático, influyendo en las políticas energéticas y ambientales de los países, incluido Perú.</a:t>
            </a:r>
          </a:p>
        </p:txBody>
      </p:sp>
    </p:spTree>
    <p:extLst>
      <p:ext uri="{BB962C8B-B14F-4D97-AF65-F5344CB8AC3E}">
        <p14:creationId xmlns:p14="http://schemas.microsoft.com/office/powerpoint/2010/main" val="1424939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D3B959-F3CC-0537-8D85-A259AA860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790" y="2186609"/>
            <a:ext cx="9578009" cy="3990354"/>
          </a:xfrm>
        </p:spPr>
        <p:txBody>
          <a:bodyPr/>
          <a:lstStyle/>
          <a:p>
            <a:r>
              <a:rPr lang="es-ES" dirty="0"/>
              <a:t>Directrices de la Organización Internacional del Trabajo (OIT): Aseguran condiciones laborales seguras y justas para los trabajadores en la industria extractiva, incluyendo la prospección y producción de gas y petróleo.</a:t>
            </a:r>
          </a:p>
          <a:p>
            <a:r>
              <a:rPr lang="es-ES" dirty="0"/>
              <a:t>Estándares de la Organización de Países Exportadores de Petróleo (OPEP): Aunque Perú no es miembro de la OPEP, los estándares y decisiones de esta organización pueden influir en los precios y políticas globales de petróleo.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4097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FA8EC-1F1D-5623-B2A7-0F57BA344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296" y="2358887"/>
            <a:ext cx="9284804" cy="3339784"/>
          </a:xfrm>
        </p:spPr>
        <p:txBody>
          <a:bodyPr/>
          <a:lstStyle/>
          <a:p>
            <a:pPr algn="just"/>
            <a:r>
              <a:rPr lang="es-ES" dirty="0"/>
              <a:t>En resumen, Perú posee recursos significativos de gas natural y petróleo, con una industria de hidrocarburos bien desarrollada que contribuye de manera importante a su economía. La regulación y legislación tanto a nivel nacional como internacional juegan un papel crucial en la gestión y desarrollo sostenible de estos recursos.</a:t>
            </a:r>
          </a:p>
        </p:txBody>
      </p:sp>
    </p:spTree>
    <p:extLst>
      <p:ext uri="{BB962C8B-B14F-4D97-AF65-F5344CB8AC3E}">
        <p14:creationId xmlns:p14="http://schemas.microsoft.com/office/powerpoint/2010/main" val="2258738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1530</Words>
  <Application>Microsoft Office PowerPoint</Application>
  <PresentationFormat>Panorámica</PresentationFormat>
  <Paragraphs>54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Outfit</vt:lpstr>
      <vt:lpstr>Prompt</vt:lpstr>
      <vt:lpstr>Tema de Office</vt:lpstr>
      <vt:lpstr>Presentación de PowerPoint</vt:lpstr>
      <vt:lpstr>Presentación de PowerPoint</vt:lpstr>
      <vt:lpstr>Información del Docente</vt:lpstr>
      <vt:lpstr>MODULO 1 : INDUSTRIA DEL GAS Y PETROLEO : FUNCIONAMIENTO Y PERSPECTIVAS</vt:lpstr>
      <vt:lpstr>Situación Actual :</vt:lpstr>
      <vt:lpstr>Presentación de PowerPoint</vt:lpstr>
      <vt:lpstr>Perspectivas de la Industria de Gas y Petróleo en el Perú</vt:lpstr>
      <vt:lpstr>Presentación de PowerPoint</vt:lpstr>
      <vt:lpstr>Introducción al Conocimiento del Gas Natural – Características.</vt:lpstr>
      <vt:lpstr>Presentación de PowerPoint</vt:lpstr>
      <vt:lpstr>Introducción al conocimiento del petróleo –Características.</vt:lpstr>
      <vt:lpstr>Situación del Petróleo en Perú</vt:lpstr>
      <vt:lpstr>Presentación de PowerPoint</vt:lpstr>
      <vt:lpstr>Legislación Internacional relativa a la prospección , producción , Transporte y Distribución de Gas y Petróleo.</vt:lpstr>
      <vt:lpstr>Presentación de PowerPoint</vt:lpstr>
      <vt:lpstr>Normas Internacionales Relevantes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User</cp:lastModifiedBy>
  <cp:revision>9</cp:revision>
  <dcterms:created xsi:type="dcterms:W3CDTF">2022-04-19T18:02:09Z</dcterms:created>
  <dcterms:modified xsi:type="dcterms:W3CDTF">2024-07-18T01:55:19Z</dcterms:modified>
</cp:coreProperties>
</file>