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648" r:id="rId3"/>
    <p:sldId id="649" r:id="rId4"/>
    <p:sldId id="650" r:id="rId5"/>
    <p:sldId id="651" r:id="rId6"/>
    <p:sldId id="652" r:id="rId7"/>
    <p:sldId id="653" r:id="rId8"/>
    <p:sldId id="654" r:id="rId9"/>
    <p:sldId id="655" r:id="rId10"/>
    <p:sldId id="660" r:id="rId11"/>
    <p:sldId id="656" r:id="rId12"/>
    <p:sldId id="657" r:id="rId13"/>
    <p:sldId id="658" r:id="rId14"/>
    <p:sldId id="659" r:id="rId15"/>
    <p:sldId id="661" r:id="rId16"/>
    <p:sldId id="662" r:id="rId17"/>
    <p:sldId id="66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21">
          <p15:clr>
            <a:srgbClr val="A4A3A4"/>
          </p15:clr>
        </p15:guide>
        <p15:guide id="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D4A3"/>
    <a:srgbClr val="9BB375"/>
    <a:srgbClr val="39B7BD"/>
    <a:srgbClr val="92DADE"/>
    <a:srgbClr val="218EC5"/>
    <a:srgbClr val="05E1CC"/>
    <a:srgbClr val="F73F0D"/>
    <a:srgbClr val="F5980F"/>
    <a:srgbClr val="D60F28"/>
    <a:srgbClr val="301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13635D-14AB-44E0-A328-D08D3DFBD93A}" v="34" dt="2025-01-15T23:24:17.1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535" autoAdjust="0"/>
  </p:normalViewPr>
  <p:slideViewPr>
    <p:cSldViewPr snapToGrid="0" showGuides="1">
      <p:cViewPr>
        <p:scale>
          <a:sx n="33" d="100"/>
          <a:sy n="33" d="100"/>
        </p:scale>
        <p:origin x="624" y="845"/>
      </p:cViewPr>
      <p:guideLst>
        <p:guide orient="horz" pos="2160"/>
        <p:guide pos="3840"/>
        <p:guide orient="horz" pos="721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mayra Herrera Villa" userId="be9a6c190bc31514" providerId="LiveId" clId="{4013635D-14AB-44E0-A328-D08D3DFBD93A}"/>
    <pc:docChg chg="undo custSel addSld delSld modSld sldOrd">
      <pc:chgData name="Jhomayra Herrera Villa" userId="be9a6c190bc31514" providerId="LiveId" clId="{4013635D-14AB-44E0-A328-D08D3DFBD93A}" dt="2025-01-15T23:53:24.063" v="5582" actId="1076"/>
      <pc:docMkLst>
        <pc:docMk/>
      </pc:docMkLst>
      <pc:sldChg chg="addSp delSp modSp mod">
        <pc:chgData name="Jhomayra Herrera Villa" userId="be9a6c190bc31514" providerId="LiveId" clId="{4013635D-14AB-44E0-A328-D08D3DFBD93A}" dt="2025-01-15T17:58:18.368" v="242" actId="14100"/>
        <pc:sldMkLst>
          <pc:docMk/>
          <pc:sldMk cId="220195443" sldId="256"/>
        </pc:sldMkLst>
        <pc:spChg chg="del">
          <ac:chgData name="Jhomayra Herrera Villa" userId="be9a6c190bc31514" providerId="LiveId" clId="{4013635D-14AB-44E0-A328-D08D3DFBD93A}" dt="2025-01-15T17:52:21.376" v="100" actId="478"/>
          <ac:spMkLst>
            <pc:docMk/>
            <pc:sldMk cId="220195443" sldId="256"/>
            <ac:spMk id="6" creationId="{B1DB11CD-D078-31E7-779D-BD5429FF0820}"/>
          </ac:spMkLst>
        </pc:spChg>
        <pc:spChg chg="del">
          <ac:chgData name="Jhomayra Herrera Villa" userId="be9a6c190bc31514" providerId="LiveId" clId="{4013635D-14AB-44E0-A328-D08D3DFBD93A}" dt="2025-01-15T17:52:20.236" v="99" actId="478"/>
          <ac:spMkLst>
            <pc:docMk/>
            <pc:sldMk cId="220195443" sldId="256"/>
            <ac:spMk id="7" creationId="{6CB2987D-20C7-1E35-A975-C8B29103A8B9}"/>
          </ac:spMkLst>
        </pc:spChg>
        <pc:spChg chg="mod">
          <ac:chgData name="Jhomayra Herrera Villa" userId="be9a6c190bc31514" providerId="LiveId" clId="{4013635D-14AB-44E0-A328-D08D3DFBD93A}" dt="2025-01-15T17:52:09.071" v="96" actId="1076"/>
          <ac:spMkLst>
            <pc:docMk/>
            <pc:sldMk cId="220195443" sldId="256"/>
            <ac:spMk id="9" creationId="{00000000-0000-0000-0000-000000000000}"/>
          </ac:spMkLst>
        </pc:spChg>
        <pc:spChg chg="mod">
          <ac:chgData name="Jhomayra Herrera Villa" userId="be9a6c190bc31514" providerId="LiveId" clId="{4013635D-14AB-44E0-A328-D08D3DFBD93A}" dt="2025-01-15T17:53:21.518" v="127" actId="20577"/>
          <ac:spMkLst>
            <pc:docMk/>
            <pc:sldMk cId="220195443" sldId="256"/>
            <ac:spMk id="10" creationId="{00000000-0000-0000-0000-000000000000}"/>
          </ac:spMkLst>
        </pc:spChg>
        <pc:spChg chg="add mod">
          <ac:chgData name="Jhomayra Herrera Villa" userId="be9a6c190bc31514" providerId="LiveId" clId="{4013635D-14AB-44E0-A328-D08D3DFBD93A}" dt="2025-01-15T17:58:18.368" v="242" actId="14100"/>
          <ac:spMkLst>
            <pc:docMk/>
            <pc:sldMk cId="220195443" sldId="256"/>
            <ac:spMk id="11" creationId="{7C3F8384-63CF-2CE1-6AA0-86FA61EEF4EB}"/>
          </ac:spMkLst>
        </pc:spChg>
        <pc:picChg chg="add mod">
          <ac:chgData name="Jhomayra Herrera Villa" userId="be9a6c190bc31514" providerId="LiveId" clId="{4013635D-14AB-44E0-A328-D08D3DFBD93A}" dt="2025-01-15T17:57:01.675" v="129" actId="1076"/>
          <ac:picMkLst>
            <pc:docMk/>
            <pc:sldMk cId="220195443" sldId="256"/>
            <ac:picMk id="4" creationId="{C3A28D0E-6F08-4789-C8F0-C2939D2E628D}"/>
          </ac:picMkLst>
        </pc:picChg>
        <pc:picChg chg="del">
          <ac:chgData name="Jhomayra Herrera Villa" userId="be9a6c190bc31514" providerId="LiveId" clId="{4013635D-14AB-44E0-A328-D08D3DFBD93A}" dt="2025-01-15T17:52:17.683" v="98" actId="478"/>
          <ac:picMkLst>
            <pc:docMk/>
            <pc:sldMk cId="220195443" sldId="256"/>
            <ac:picMk id="8" creationId="{DC9C21FB-314E-83CB-C25E-376976E634D4}"/>
          </ac:picMkLst>
        </pc:picChg>
      </pc:sldChg>
      <pc:sldChg chg="add del">
        <pc:chgData name="Jhomayra Herrera Villa" userId="be9a6c190bc31514" providerId="LiveId" clId="{4013635D-14AB-44E0-A328-D08D3DFBD93A}" dt="2025-01-15T18:30:55.329" v="291" actId="47"/>
        <pc:sldMkLst>
          <pc:docMk/>
          <pc:sldMk cId="801177488" sldId="296"/>
        </pc:sldMkLst>
      </pc:sldChg>
      <pc:sldChg chg="del">
        <pc:chgData name="Jhomayra Herrera Villa" userId="be9a6c190bc31514" providerId="LiveId" clId="{4013635D-14AB-44E0-A328-D08D3DFBD93A}" dt="2025-01-15T18:30:05.437" v="245" actId="47"/>
        <pc:sldMkLst>
          <pc:docMk/>
          <pc:sldMk cId="628612492" sldId="376"/>
        </pc:sldMkLst>
      </pc:sldChg>
      <pc:sldChg chg="del">
        <pc:chgData name="Jhomayra Herrera Villa" userId="be9a6c190bc31514" providerId="LiveId" clId="{4013635D-14AB-44E0-A328-D08D3DFBD93A}" dt="2025-01-15T18:30:05.437" v="245" actId="47"/>
        <pc:sldMkLst>
          <pc:docMk/>
          <pc:sldMk cId="4097227591" sldId="629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779666358" sldId="632"/>
        </pc:sldMkLst>
      </pc:sldChg>
      <pc:sldChg chg="del">
        <pc:chgData name="Jhomayra Herrera Villa" userId="be9a6c190bc31514" providerId="LiveId" clId="{4013635D-14AB-44E0-A328-D08D3DFBD93A}" dt="2025-01-15T18:30:05.437" v="245" actId="47"/>
        <pc:sldMkLst>
          <pc:docMk/>
          <pc:sldMk cId="776052127" sldId="635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830473677" sldId="638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501271371" sldId="639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377156699" sldId="640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941021129" sldId="641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93449440" sldId="642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344373684" sldId="643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365501932" sldId="644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725064508" sldId="645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113639484" sldId="646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3792788305" sldId="647"/>
        </pc:sldMkLst>
      </pc:sldChg>
      <pc:sldChg chg="delSp modSp mod">
        <pc:chgData name="Jhomayra Herrera Villa" userId="be9a6c190bc31514" providerId="LiveId" clId="{4013635D-14AB-44E0-A328-D08D3DFBD93A}" dt="2025-01-15T18:47:47.566" v="1097" actId="5793"/>
        <pc:sldMkLst>
          <pc:docMk/>
          <pc:sldMk cId="640192867" sldId="648"/>
        </pc:sldMkLst>
        <pc:spChg chg="del">
          <ac:chgData name="Jhomayra Herrera Villa" userId="be9a6c190bc31514" providerId="LiveId" clId="{4013635D-14AB-44E0-A328-D08D3DFBD93A}" dt="2025-01-15T18:30:40.518" v="288" actId="478"/>
          <ac:spMkLst>
            <pc:docMk/>
            <pc:sldMk cId="640192867" sldId="648"/>
            <ac:spMk id="2" creationId="{4ECDA67D-9266-942F-637D-CE8ACB41BFA6}"/>
          </ac:spMkLst>
        </pc:spChg>
        <pc:spChg chg="mod">
          <ac:chgData name="Jhomayra Herrera Villa" userId="be9a6c190bc31514" providerId="LiveId" clId="{4013635D-14AB-44E0-A328-D08D3DFBD93A}" dt="2025-01-15T18:30:30.323" v="280" actId="5793"/>
          <ac:spMkLst>
            <pc:docMk/>
            <pc:sldMk cId="640192867" sldId="648"/>
            <ac:spMk id="4" creationId="{07045985-E0AA-D395-44A0-CFA9140007F8}"/>
          </ac:spMkLst>
        </pc:spChg>
        <pc:spChg chg="mod">
          <ac:chgData name="Jhomayra Herrera Villa" userId="be9a6c190bc31514" providerId="LiveId" clId="{4013635D-14AB-44E0-A328-D08D3DFBD93A}" dt="2025-01-15T18:47:47.566" v="1097" actId="5793"/>
          <ac:spMkLst>
            <pc:docMk/>
            <pc:sldMk cId="640192867" sldId="648"/>
            <ac:spMk id="7" creationId="{B403503C-F894-3FAB-0A35-231A4D3FD8B3}"/>
          </ac:spMkLst>
        </pc:spChg>
        <pc:spChg chg="del">
          <ac:chgData name="Jhomayra Herrera Villa" userId="be9a6c190bc31514" providerId="LiveId" clId="{4013635D-14AB-44E0-A328-D08D3DFBD93A}" dt="2025-01-15T18:30:36.721" v="286" actId="478"/>
          <ac:spMkLst>
            <pc:docMk/>
            <pc:sldMk cId="640192867" sldId="648"/>
            <ac:spMk id="10" creationId="{D3B4246C-D5BB-B1DB-020E-070D01B938C7}"/>
          </ac:spMkLst>
        </pc:spChg>
        <pc:spChg chg="del">
          <ac:chgData name="Jhomayra Herrera Villa" userId="be9a6c190bc31514" providerId="LiveId" clId="{4013635D-14AB-44E0-A328-D08D3DFBD93A}" dt="2025-01-15T18:30:36.721" v="286" actId="478"/>
          <ac:spMkLst>
            <pc:docMk/>
            <pc:sldMk cId="640192867" sldId="648"/>
            <ac:spMk id="15" creationId="{2308CBC1-BE95-4617-061B-B9CD387D95B2}"/>
          </ac:spMkLst>
        </pc:spChg>
        <pc:spChg chg="del">
          <ac:chgData name="Jhomayra Herrera Villa" userId="be9a6c190bc31514" providerId="LiveId" clId="{4013635D-14AB-44E0-A328-D08D3DFBD93A}" dt="2025-01-15T18:30:36.721" v="286" actId="478"/>
          <ac:spMkLst>
            <pc:docMk/>
            <pc:sldMk cId="640192867" sldId="648"/>
            <ac:spMk id="16" creationId="{15C4DAED-247E-7535-F9EE-5F6A0E2A3A25}"/>
          </ac:spMkLst>
        </pc:spChg>
        <pc:spChg chg="del">
          <ac:chgData name="Jhomayra Herrera Villa" userId="be9a6c190bc31514" providerId="LiveId" clId="{4013635D-14AB-44E0-A328-D08D3DFBD93A}" dt="2025-01-15T18:30:36.721" v="286" actId="478"/>
          <ac:spMkLst>
            <pc:docMk/>
            <pc:sldMk cId="640192867" sldId="648"/>
            <ac:spMk id="20" creationId="{593C6018-D42B-81E4-735C-0E66E741A139}"/>
          </ac:spMkLst>
        </pc:spChg>
        <pc:graphicFrameChg chg="del">
          <ac:chgData name="Jhomayra Herrera Villa" userId="be9a6c190bc31514" providerId="LiveId" clId="{4013635D-14AB-44E0-A328-D08D3DFBD93A}" dt="2025-01-15T18:30:32.508" v="281" actId="478"/>
          <ac:graphicFrameMkLst>
            <pc:docMk/>
            <pc:sldMk cId="640192867" sldId="648"/>
            <ac:graphicFrameMk id="9" creationId="{6B95551B-26C7-7CE0-6747-E89F59052476}"/>
          </ac:graphicFrameMkLst>
        </pc:graphicFrameChg>
        <pc:picChg chg="del">
          <ac:chgData name="Jhomayra Herrera Villa" userId="be9a6c190bc31514" providerId="LiveId" clId="{4013635D-14AB-44E0-A328-D08D3DFBD93A}" dt="2025-01-15T18:30:33.127" v="282" actId="478"/>
          <ac:picMkLst>
            <pc:docMk/>
            <pc:sldMk cId="640192867" sldId="648"/>
            <ac:picMk id="8" creationId="{FB222F8B-367D-5FA7-EFE5-A7CC9B15A423}"/>
          </ac:picMkLst>
        </pc:picChg>
        <pc:picChg chg="del">
          <ac:chgData name="Jhomayra Herrera Villa" userId="be9a6c190bc31514" providerId="LiveId" clId="{4013635D-14AB-44E0-A328-D08D3DFBD93A}" dt="2025-01-15T18:30:34.721" v="285" actId="478"/>
          <ac:picMkLst>
            <pc:docMk/>
            <pc:sldMk cId="640192867" sldId="648"/>
            <ac:picMk id="17" creationId="{367CC929-2D2A-8F6A-5956-EF2E587F36A8}"/>
          </ac:picMkLst>
        </pc:picChg>
        <pc:picChg chg="del">
          <ac:chgData name="Jhomayra Herrera Villa" userId="be9a6c190bc31514" providerId="LiveId" clId="{4013635D-14AB-44E0-A328-D08D3DFBD93A}" dt="2025-01-15T18:30:34.303" v="284" actId="478"/>
          <ac:picMkLst>
            <pc:docMk/>
            <pc:sldMk cId="640192867" sldId="648"/>
            <ac:picMk id="18" creationId="{C5ABF331-2688-2719-B7D5-4698F58D430E}"/>
          </ac:picMkLst>
        </pc:picChg>
        <pc:picChg chg="del">
          <ac:chgData name="Jhomayra Herrera Villa" userId="be9a6c190bc31514" providerId="LiveId" clId="{4013635D-14AB-44E0-A328-D08D3DFBD93A}" dt="2025-01-15T18:30:33.810" v="283" actId="478"/>
          <ac:picMkLst>
            <pc:docMk/>
            <pc:sldMk cId="640192867" sldId="648"/>
            <ac:picMk id="19" creationId="{D7A1A120-EB0F-6E30-C16A-9CBD894B59C4}"/>
          </ac:picMkLst>
        </pc:picChg>
      </pc:sldChg>
      <pc:sldChg chg="addSp modSp add mod">
        <pc:chgData name="Jhomayra Herrera Villa" userId="be9a6c190bc31514" providerId="LiveId" clId="{4013635D-14AB-44E0-A328-D08D3DFBD93A}" dt="2025-01-15T23:25:54.429" v="5418" actId="20577"/>
        <pc:sldMkLst>
          <pc:docMk/>
          <pc:sldMk cId="1757609538" sldId="649"/>
        </pc:sldMkLst>
        <pc:spChg chg="mod">
          <ac:chgData name="Jhomayra Herrera Villa" userId="be9a6c190bc31514" providerId="LiveId" clId="{4013635D-14AB-44E0-A328-D08D3DFBD93A}" dt="2025-01-15T23:25:54.429" v="5418" actId="20577"/>
          <ac:spMkLst>
            <pc:docMk/>
            <pc:sldMk cId="1757609538" sldId="649"/>
            <ac:spMk id="4" creationId="{2403D415-F340-0BFD-A77C-AD3612EB57B7}"/>
          </ac:spMkLst>
        </pc:spChg>
        <pc:spChg chg="mod">
          <ac:chgData name="Jhomayra Herrera Villa" userId="be9a6c190bc31514" providerId="LiveId" clId="{4013635D-14AB-44E0-A328-D08D3DFBD93A}" dt="2025-01-15T21:44:37.339" v="3212" actId="20577"/>
          <ac:spMkLst>
            <pc:docMk/>
            <pc:sldMk cId="1757609538" sldId="649"/>
            <ac:spMk id="7" creationId="{EA6E0532-4DF5-3181-7186-837359F64A74}"/>
          </ac:spMkLst>
        </pc:spChg>
        <pc:picChg chg="add mod">
          <ac:chgData name="Jhomayra Herrera Villa" userId="be9a6c190bc31514" providerId="LiveId" clId="{4013635D-14AB-44E0-A328-D08D3DFBD93A}" dt="2025-01-15T19:03:27.953" v="2068" actId="1076"/>
          <ac:picMkLst>
            <pc:docMk/>
            <pc:sldMk cId="1757609538" sldId="649"/>
            <ac:picMk id="5" creationId="{2BF99B7A-52B8-A87D-F182-2AD302F56ED6}"/>
          </ac:picMkLst>
        </pc:picChg>
      </pc:sldChg>
      <pc:sldChg chg="addSp delSp modSp add mod setBg">
        <pc:chgData name="Jhomayra Herrera Villa" userId="be9a6c190bc31514" providerId="LiveId" clId="{4013635D-14AB-44E0-A328-D08D3DFBD93A}" dt="2025-01-15T19:43:53.813" v="2121" actId="1076"/>
        <pc:sldMkLst>
          <pc:docMk/>
          <pc:sldMk cId="436443570" sldId="650"/>
        </pc:sldMkLst>
        <pc:spChg chg="mod ord">
          <ac:chgData name="Jhomayra Herrera Villa" userId="be9a6c190bc31514" providerId="LiveId" clId="{4013635D-14AB-44E0-A328-D08D3DFBD93A}" dt="2025-01-15T19:42:43.260" v="2106" actId="26606"/>
          <ac:spMkLst>
            <pc:docMk/>
            <pc:sldMk cId="436443570" sldId="650"/>
            <ac:spMk id="3" creationId="{2C932EB5-8C9F-D460-5307-A84B7DED481D}"/>
          </ac:spMkLst>
        </pc:spChg>
        <pc:spChg chg="mod">
          <ac:chgData name="Jhomayra Herrera Villa" userId="be9a6c190bc31514" providerId="LiveId" clId="{4013635D-14AB-44E0-A328-D08D3DFBD93A}" dt="2025-01-15T19:43:28.129" v="2113" actId="1076"/>
          <ac:spMkLst>
            <pc:docMk/>
            <pc:sldMk cId="436443570" sldId="650"/>
            <ac:spMk id="4" creationId="{A0B89E41-0997-C1CC-CED9-6C118B49CB72}"/>
          </ac:spMkLst>
        </pc:spChg>
        <pc:spChg chg="del">
          <ac:chgData name="Jhomayra Herrera Villa" userId="be9a6c190bc31514" providerId="LiveId" clId="{4013635D-14AB-44E0-A328-D08D3DFBD93A}" dt="2025-01-15T19:42:07.802" v="2096" actId="478"/>
          <ac:spMkLst>
            <pc:docMk/>
            <pc:sldMk cId="436443570" sldId="650"/>
            <ac:spMk id="7" creationId="{989869BB-1F2D-B9DA-1E88-33B468116088}"/>
          </ac:spMkLst>
        </pc:spChg>
        <pc:spChg chg="add del">
          <ac:chgData name="Jhomayra Herrera Villa" userId="be9a6c190bc31514" providerId="LiveId" clId="{4013635D-14AB-44E0-A328-D08D3DFBD93A}" dt="2025-01-15T19:42:43.260" v="2106" actId="26606"/>
          <ac:spMkLst>
            <pc:docMk/>
            <pc:sldMk cId="436443570" sldId="650"/>
            <ac:spMk id="14" creationId="{E18F6E8B-15ED-43C7-94BA-91549A651C73}"/>
          </ac:spMkLst>
        </pc:spChg>
        <pc:spChg chg="add del">
          <ac:chgData name="Jhomayra Herrera Villa" userId="be9a6c190bc31514" providerId="LiveId" clId="{4013635D-14AB-44E0-A328-D08D3DFBD93A}" dt="2025-01-15T19:42:43.260" v="2106" actId="26606"/>
          <ac:spMkLst>
            <pc:docMk/>
            <pc:sldMk cId="436443570" sldId="650"/>
            <ac:spMk id="21" creationId="{B81933D1-5615-42C7-9C0B-4EB7105CCE2D}"/>
          </ac:spMkLst>
        </pc:spChg>
        <pc:spChg chg="add del">
          <ac:chgData name="Jhomayra Herrera Villa" userId="be9a6c190bc31514" providerId="LiveId" clId="{4013635D-14AB-44E0-A328-D08D3DFBD93A}" dt="2025-01-15T19:42:43.260" v="2106" actId="26606"/>
          <ac:spMkLst>
            <pc:docMk/>
            <pc:sldMk cId="436443570" sldId="650"/>
            <ac:spMk id="23" creationId="{B089A89A-1E9C-4761-9DFF-53C275FBF870}"/>
          </ac:spMkLst>
        </pc:spChg>
        <pc:spChg chg="add del">
          <ac:chgData name="Jhomayra Herrera Villa" userId="be9a6c190bc31514" providerId="LiveId" clId="{4013635D-14AB-44E0-A328-D08D3DFBD93A}" dt="2025-01-15T19:42:43.260" v="2106" actId="26606"/>
          <ac:spMkLst>
            <pc:docMk/>
            <pc:sldMk cId="436443570" sldId="650"/>
            <ac:spMk id="25" creationId="{19C9EAEA-39D0-4B0E-A0EB-51E7B26740B1}"/>
          </ac:spMkLst>
        </pc:spChg>
        <pc:grpChg chg="add del">
          <ac:chgData name="Jhomayra Herrera Villa" userId="be9a6c190bc31514" providerId="LiveId" clId="{4013635D-14AB-44E0-A328-D08D3DFBD93A}" dt="2025-01-15T19:42:43.260" v="2106" actId="26606"/>
          <ac:grpSpMkLst>
            <pc:docMk/>
            <pc:sldMk cId="436443570" sldId="650"/>
            <ac:grpSpMk id="16" creationId="{032D8612-31EB-44CF-A1D0-14FD4C705424}"/>
          </ac:grpSpMkLst>
        </pc:grpChg>
        <pc:picChg chg="del">
          <ac:chgData name="Jhomayra Herrera Villa" userId="be9a6c190bc31514" providerId="LiveId" clId="{4013635D-14AB-44E0-A328-D08D3DFBD93A}" dt="2025-01-15T19:42:08.816" v="2097" actId="478"/>
          <ac:picMkLst>
            <pc:docMk/>
            <pc:sldMk cId="436443570" sldId="650"/>
            <ac:picMk id="5" creationId="{F7DFB0A5-3F02-6A48-D7E1-AC3050185888}"/>
          </ac:picMkLst>
        </pc:picChg>
        <pc:picChg chg="add mod modCrop">
          <ac:chgData name="Jhomayra Herrera Villa" userId="be9a6c190bc31514" providerId="LiveId" clId="{4013635D-14AB-44E0-A328-D08D3DFBD93A}" dt="2025-01-15T19:43:43.550" v="2117" actId="732"/>
          <ac:picMkLst>
            <pc:docMk/>
            <pc:sldMk cId="436443570" sldId="650"/>
            <ac:picMk id="6" creationId="{70BAC008-449C-4297-C3DC-D3E0483CE67E}"/>
          </ac:picMkLst>
        </pc:picChg>
        <pc:picChg chg="add mod modCrop">
          <ac:chgData name="Jhomayra Herrera Villa" userId="be9a6c190bc31514" providerId="LiveId" clId="{4013635D-14AB-44E0-A328-D08D3DFBD93A}" dt="2025-01-15T19:43:45.496" v="2118" actId="1076"/>
          <ac:picMkLst>
            <pc:docMk/>
            <pc:sldMk cId="436443570" sldId="650"/>
            <ac:picMk id="9" creationId="{28718524-0132-0706-4C98-A661BDEE5204}"/>
          </ac:picMkLst>
        </pc:picChg>
        <pc:picChg chg="add mod">
          <ac:chgData name="Jhomayra Herrera Villa" userId="be9a6c190bc31514" providerId="LiveId" clId="{4013635D-14AB-44E0-A328-D08D3DFBD93A}" dt="2025-01-15T19:43:53.813" v="2121" actId="1076"/>
          <ac:picMkLst>
            <pc:docMk/>
            <pc:sldMk cId="436443570" sldId="650"/>
            <ac:picMk id="11" creationId="{D34A8C37-767E-AD14-A284-5A499E8F0976}"/>
          </ac:picMkLst>
        </pc:picChg>
        <pc:picChg chg="add mod">
          <ac:chgData name="Jhomayra Herrera Villa" userId="be9a6c190bc31514" providerId="LiveId" clId="{4013635D-14AB-44E0-A328-D08D3DFBD93A}" dt="2025-01-15T19:43:51.220" v="2120" actId="1076"/>
          <ac:picMkLst>
            <pc:docMk/>
            <pc:sldMk cId="436443570" sldId="650"/>
            <ac:picMk id="13" creationId="{EA982A34-EB9C-4AC6-3B23-ADD3CC7EBEB4}"/>
          </ac:picMkLst>
        </pc:picChg>
      </pc:sldChg>
      <pc:sldChg chg="del">
        <pc:chgData name="Jhomayra Herrera Villa" userId="be9a6c190bc31514" providerId="LiveId" clId="{4013635D-14AB-44E0-A328-D08D3DFBD93A}" dt="2025-01-15T18:22:56.407" v="243" actId="47"/>
        <pc:sldMkLst>
          <pc:docMk/>
          <pc:sldMk cId="3005494327" sldId="650"/>
        </pc:sldMkLst>
      </pc:sldChg>
      <pc:sldChg chg="addSp delSp modSp add mod">
        <pc:chgData name="Jhomayra Herrera Villa" userId="be9a6c190bc31514" providerId="LiveId" clId="{4013635D-14AB-44E0-A328-D08D3DFBD93A}" dt="2025-01-15T19:47:07.414" v="2132" actId="1076"/>
        <pc:sldMkLst>
          <pc:docMk/>
          <pc:sldMk cId="2150453699" sldId="651"/>
        </pc:sldMkLst>
        <pc:picChg chg="add mod">
          <ac:chgData name="Jhomayra Herrera Villa" userId="be9a6c190bc31514" providerId="LiveId" clId="{4013635D-14AB-44E0-A328-D08D3DFBD93A}" dt="2025-01-15T19:47:07.414" v="2132" actId="1076"/>
          <ac:picMkLst>
            <pc:docMk/>
            <pc:sldMk cId="2150453699" sldId="651"/>
            <ac:picMk id="5" creationId="{813A3BFE-553A-042A-C0BE-65F7E02A2201}"/>
          </ac:picMkLst>
        </pc:picChg>
        <pc:picChg chg="del">
          <ac:chgData name="Jhomayra Herrera Villa" userId="be9a6c190bc31514" providerId="LiveId" clId="{4013635D-14AB-44E0-A328-D08D3DFBD93A}" dt="2025-01-15T19:46:51.952" v="2125" actId="478"/>
          <ac:picMkLst>
            <pc:docMk/>
            <pc:sldMk cId="2150453699" sldId="651"/>
            <ac:picMk id="6" creationId="{0B4231B0-FE21-D79A-6411-806324ABB0CE}"/>
          </ac:picMkLst>
        </pc:picChg>
        <pc:picChg chg="del mod">
          <ac:chgData name="Jhomayra Herrera Villa" userId="be9a6c190bc31514" providerId="LiveId" clId="{4013635D-14AB-44E0-A328-D08D3DFBD93A}" dt="2025-01-15T19:46:51.445" v="2124" actId="478"/>
          <ac:picMkLst>
            <pc:docMk/>
            <pc:sldMk cId="2150453699" sldId="651"/>
            <ac:picMk id="9" creationId="{02D35B77-085E-4BD8-02F1-44E3200AA4A7}"/>
          </ac:picMkLst>
        </pc:picChg>
        <pc:picChg chg="del">
          <ac:chgData name="Jhomayra Herrera Villa" userId="be9a6c190bc31514" providerId="LiveId" clId="{4013635D-14AB-44E0-A328-D08D3DFBD93A}" dt="2025-01-15T19:46:53.077" v="2126" actId="478"/>
          <ac:picMkLst>
            <pc:docMk/>
            <pc:sldMk cId="2150453699" sldId="651"/>
            <ac:picMk id="11" creationId="{6F015848-57B3-6761-3091-4B3E0E135491}"/>
          </ac:picMkLst>
        </pc:picChg>
        <pc:picChg chg="del">
          <ac:chgData name="Jhomayra Herrera Villa" userId="be9a6c190bc31514" providerId="LiveId" clId="{4013635D-14AB-44E0-A328-D08D3DFBD93A}" dt="2025-01-15T19:46:54.522" v="2127" actId="478"/>
          <ac:picMkLst>
            <pc:docMk/>
            <pc:sldMk cId="2150453699" sldId="651"/>
            <ac:picMk id="13" creationId="{88623CA1-6EF1-143F-DC96-305605594AE0}"/>
          </ac:picMkLst>
        </pc:picChg>
      </pc:sldChg>
      <pc:sldChg chg="addSp delSp modSp add mod modNotesTx">
        <pc:chgData name="Jhomayra Herrera Villa" userId="be9a6c190bc31514" providerId="LiveId" clId="{4013635D-14AB-44E0-A328-D08D3DFBD93A}" dt="2025-01-15T21:14:52.952" v="2729" actId="1076"/>
        <pc:sldMkLst>
          <pc:docMk/>
          <pc:sldMk cId="2751061380" sldId="652"/>
        </pc:sldMkLst>
        <pc:spChg chg="mod">
          <ac:chgData name="Jhomayra Herrera Villa" userId="be9a6c190bc31514" providerId="LiveId" clId="{4013635D-14AB-44E0-A328-D08D3DFBD93A}" dt="2025-01-15T20:52:59.805" v="2194" actId="5793"/>
          <ac:spMkLst>
            <pc:docMk/>
            <pc:sldMk cId="2751061380" sldId="652"/>
            <ac:spMk id="4" creationId="{A957CCB4-4B2C-1B09-BC2E-7CF28CD3303F}"/>
          </ac:spMkLst>
        </pc:spChg>
        <pc:spChg chg="add mod">
          <ac:chgData name="Jhomayra Herrera Villa" userId="be9a6c190bc31514" providerId="LiveId" clId="{4013635D-14AB-44E0-A328-D08D3DFBD93A}" dt="2025-01-15T21:07:55.023" v="2608" actId="14100"/>
          <ac:spMkLst>
            <pc:docMk/>
            <pc:sldMk cId="2751061380" sldId="652"/>
            <ac:spMk id="7" creationId="{13A9CD98-02EA-C4A6-7DBC-4679DEFC6BA4}"/>
          </ac:spMkLst>
        </pc:spChg>
        <pc:picChg chg="del">
          <ac:chgData name="Jhomayra Herrera Villa" userId="be9a6c190bc31514" providerId="LiveId" clId="{4013635D-14AB-44E0-A328-D08D3DFBD93A}" dt="2025-01-15T21:01:45.966" v="2197" actId="478"/>
          <ac:picMkLst>
            <pc:docMk/>
            <pc:sldMk cId="2751061380" sldId="652"/>
            <ac:picMk id="5" creationId="{CCD00502-58B4-6320-2741-5AD26AB933F8}"/>
          </ac:picMkLst>
        </pc:picChg>
        <pc:picChg chg="add mod">
          <ac:chgData name="Jhomayra Herrera Villa" userId="be9a6c190bc31514" providerId="LiveId" clId="{4013635D-14AB-44E0-A328-D08D3DFBD93A}" dt="2025-01-15T21:14:52.952" v="2729" actId="1076"/>
          <ac:picMkLst>
            <pc:docMk/>
            <pc:sldMk cId="2751061380" sldId="652"/>
            <ac:picMk id="6" creationId="{A8B74340-627E-890F-B5EF-A82B64A7CBBE}"/>
          </ac:picMkLst>
        </pc:picChg>
      </pc:sldChg>
      <pc:sldChg chg="addSp delSp modSp add mod">
        <pc:chgData name="Jhomayra Herrera Villa" userId="be9a6c190bc31514" providerId="LiveId" clId="{4013635D-14AB-44E0-A328-D08D3DFBD93A}" dt="2025-01-15T21:19:38.462" v="3114" actId="20577"/>
        <pc:sldMkLst>
          <pc:docMk/>
          <pc:sldMk cId="496264947" sldId="653"/>
        </pc:sldMkLst>
        <pc:spChg chg="add mod">
          <ac:chgData name="Jhomayra Herrera Villa" userId="be9a6c190bc31514" providerId="LiveId" clId="{4013635D-14AB-44E0-A328-D08D3DFBD93A}" dt="2025-01-15T21:19:38.462" v="3114" actId="20577"/>
          <ac:spMkLst>
            <pc:docMk/>
            <pc:sldMk cId="496264947" sldId="653"/>
            <ac:spMk id="6" creationId="{18879B34-D7DA-66CF-BC56-5C273F86E78C}"/>
          </ac:spMkLst>
        </pc:spChg>
        <pc:picChg chg="add mod">
          <ac:chgData name="Jhomayra Herrera Villa" userId="be9a6c190bc31514" providerId="LiveId" clId="{4013635D-14AB-44E0-A328-D08D3DFBD93A}" dt="2025-01-15T21:16:39.182" v="3027" actId="1076"/>
          <ac:picMkLst>
            <pc:docMk/>
            <pc:sldMk cId="496264947" sldId="653"/>
            <ac:picMk id="2" creationId="{1CC91B2A-48D5-D770-D024-A53836751A0A}"/>
          </ac:picMkLst>
        </pc:picChg>
        <pc:picChg chg="del">
          <ac:chgData name="Jhomayra Herrera Villa" userId="be9a6c190bc31514" providerId="LiveId" clId="{4013635D-14AB-44E0-A328-D08D3DFBD93A}" dt="2025-01-15T21:01:43.264" v="2196" actId="478"/>
          <ac:picMkLst>
            <pc:docMk/>
            <pc:sldMk cId="496264947" sldId="653"/>
            <ac:picMk id="5" creationId="{79487C7B-1266-3F81-E0F4-0D46A4B2E3D5}"/>
          </ac:picMkLst>
        </pc:picChg>
      </pc:sldChg>
      <pc:sldChg chg="del">
        <pc:chgData name="Jhomayra Herrera Villa" userId="be9a6c190bc31514" providerId="LiveId" clId="{4013635D-14AB-44E0-A328-D08D3DFBD93A}" dt="2025-01-15T18:22:56.407" v="243" actId="47"/>
        <pc:sldMkLst>
          <pc:docMk/>
          <pc:sldMk cId="3332374118" sldId="654"/>
        </pc:sldMkLst>
      </pc:sldChg>
      <pc:sldChg chg="add">
        <pc:chgData name="Jhomayra Herrera Villa" userId="be9a6c190bc31514" providerId="LiveId" clId="{4013635D-14AB-44E0-A328-D08D3DFBD93A}" dt="2025-01-15T21:19:43.335" v="3115" actId="2890"/>
        <pc:sldMkLst>
          <pc:docMk/>
          <pc:sldMk cId="3370660372" sldId="654"/>
        </pc:sldMkLst>
      </pc:sldChg>
      <pc:sldChg chg="addSp delSp modSp add mod">
        <pc:chgData name="Jhomayra Herrera Villa" userId="be9a6c190bc31514" providerId="LiveId" clId="{4013635D-14AB-44E0-A328-D08D3DFBD93A}" dt="2025-01-15T23:13:33.652" v="3699" actId="1076"/>
        <pc:sldMkLst>
          <pc:docMk/>
          <pc:sldMk cId="507027421" sldId="655"/>
        </pc:sldMkLst>
        <pc:spChg chg="mod">
          <ac:chgData name="Jhomayra Herrera Villa" userId="be9a6c190bc31514" providerId="LiveId" clId="{4013635D-14AB-44E0-A328-D08D3DFBD93A}" dt="2025-01-15T21:43:08.611" v="3200" actId="27636"/>
          <ac:spMkLst>
            <pc:docMk/>
            <pc:sldMk cId="507027421" sldId="655"/>
            <ac:spMk id="4" creationId="{ADB10A0C-ECC1-405F-EFC5-D8E0854CEFFB}"/>
          </ac:spMkLst>
        </pc:spChg>
        <pc:spChg chg="mod">
          <ac:chgData name="Jhomayra Herrera Villa" userId="be9a6c190bc31514" providerId="LiveId" clId="{4013635D-14AB-44E0-A328-D08D3DFBD93A}" dt="2025-01-15T22:33:50.923" v="3696" actId="20577"/>
          <ac:spMkLst>
            <pc:docMk/>
            <pc:sldMk cId="507027421" sldId="655"/>
            <ac:spMk id="6" creationId="{BAEAF607-0257-7215-319E-E811B4924ACB}"/>
          </ac:spMkLst>
        </pc:spChg>
        <pc:picChg chg="del">
          <ac:chgData name="Jhomayra Herrera Villa" userId="be9a6c190bc31514" providerId="LiveId" clId="{4013635D-14AB-44E0-A328-D08D3DFBD93A}" dt="2025-01-15T21:44:51.735" v="3213" actId="478"/>
          <ac:picMkLst>
            <pc:docMk/>
            <pc:sldMk cId="507027421" sldId="655"/>
            <ac:picMk id="2" creationId="{0EB259AA-95FF-CA89-2DAC-18DC17125760}"/>
          </ac:picMkLst>
        </pc:picChg>
        <pc:picChg chg="add mod">
          <ac:chgData name="Jhomayra Herrera Villa" userId="be9a6c190bc31514" providerId="LiveId" clId="{4013635D-14AB-44E0-A328-D08D3DFBD93A}" dt="2025-01-15T22:33:53.683" v="3697" actId="1076"/>
          <ac:picMkLst>
            <pc:docMk/>
            <pc:sldMk cId="507027421" sldId="655"/>
            <ac:picMk id="7" creationId="{BC03F708-3D57-BD67-F22A-FB8753492A52}"/>
          </ac:picMkLst>
        </pc:picChg>
        <pc:picChg chg="add mod">
          <ac:chgData name="Jhomayra Herrera Villa" userId="be9a6c190bc31514" providerId="LiveId" clId="{4013635D-14AB-44E0-A328-D08D3DFBD93A}" dt="2025-01-15T23:13:33.652" v="3699" actId="1076"/>
          <ac:picMkLst>
            <pc:docMk/>
            <pc:sldMk cId="507027421" sldId="655"/>
            <ac:picMk id="9" creationId="{2BAEB20F-EF55-EDD7-B0B7-4431BAB33B59}"/>
          </ac:picMkLst>
        </pc:picChg>
      </pc:sldChg>
      <pc:sldChg chg="del">
        <pc:chgData name="Jhomayra Herrera Villa" userId="be9a6c190bc31514" providerId="LiveId" clId="{4013635D-14AB-44E0-A328-D08D3DFBD93A}" dt="2025-01-15T18:22:56.407" v="243" actId="47"/>
        <pc:sldMkLst>
          <pc:docMk/>
          <pc:sldMk cId="2910871873" sldId="655"/>
        </pc:sldMkLst>
      </pc:sldChg>
      <pc:sldChg chg="addSp delSp modSp add mod">
        <pc:chgData name="Jhomayra Herrera Villa" userId="be9a6c190bc31514" providerId="LiveId" clId="{4013635D-14AB-44E0-A328-D08D3DFBD93A}" dt="2025-01-15T22:02:58.502" v="3611" actId="313"/>
        <pc:sldMkLst>
          <pc:docMk/>
          <pc:sldMk cId="1997994449" sldId="656"/>
        </pc:sldMkLst>
        <pc:spChg chg="mod">
          <ac:chgData name="Jhomayra Herrera Villa" userId="be9a6c190bc31514" providerId="LiveId" clId="{4013635D-14AB-44E0-A328-D08D3DFBD93A}" dt="2025-01-15T22:02:58.502" v="3611" actId="313"/>
          <ac:spMkLst>
            <pc:docMk/>
            <pc:sldMk cId="1997994449" sldId="656"/>
            <ac:spMk id="6" creationId="{3734E723-A111-0223-2125-AC8B50C9C8D6}"/>
          </ac:spMkLst>
        </pc:spChg>
        <pc:picChg chg="add mod">
          <ac:chgData name="Jhomayra Herrera Villa" userId="be9a6c190bc31514" providerId="LiveId" clId="{4013635D-14AB-44E0-A328-D08D3DFBD93A}" dt="2025-01-15T22:01:41.451" v="3561" actId="1076"/>
          <ac:picMkLst>
            <pc:docMk/>
            <pc:sldMk cId="1997994449" sldId="656"/>
            <ac:picMk id="5" creationId="{8BF3A1F3-5F9A-EACB-095A-2339919C7A70}"/>
          </ac:picMkLst>
        </pc:picChg>
        <pc:picChg chg="del mod">
          <ac:chgData name="Jhomayra Herrera Villa" userId="be9a6c190bc31514" providerId="LiveId" clId="{4013635D-14AB-44E0-A328-D08D3DFBD93A}" dt="2025-01-15T22:01:18.887" v="3559" actId="478"/>
          <ac:picMkLst>
            <pc:docMk/>
            <pc:sldMk cId="1997994449" sldId="656"/>
            <ac:picMk id="7" creationId="{E21A9C1F-3B06-3084-AE17-53E6821FD106}"/>
          </ac:picMkLst>
        </pc:picChg>
      </pc:sldChg>
      <pc:sldChg chg="del">
        <pc:chgData name="Jhomayra Herrera Villa" userId="be9a6c190bc31514" providerId="LiveId" clId="{4013635D-14AB-44E0-A328-D08D3DFBD93A}" dt="2025-01-15T18:22:56.407" v="243" actId="47"/>
        <pc:sldMkLst>
          <pc:docMk/>
          <pc:sldMk cId="1072558720" sldId="657"/>
        </pc:sldMkLst>
      </pc:sldChg>
      <pc:sldChg chg="addSp delSp modSp add mod">
        <pc:chgData name="Jhomayra Herrera Villa" userId="be9a6c190bc31514" providerId="LiveId" clId="{4013635D-14AB-44E0-A328-D08D3DFBD93A}" dt="2025-01-15T22:03:13.511" v="3613" actId="6549"/>
        <pc:sldMkLst>
          <pc:docMk/>
          <pc:sldMk cId="1928417728" sldId="657"/>
        </pc:sldMkLst>
        <pc:spChg chg="mod">
          <ac:chgData name="Jhomayra Herrera Villa" userId="be9a6c190bc31514" providerId="LiveId" clId="{4013635D-14AB-44E0-A328-D08D3DFBD93A}" dt="2025-01-15T22:03:13.511" v="3613" actId="6549"/>
          <ac:spMkLst>
            <pc:docMk/>
            <pc:sldMk cId="1928417728" sldId="657"/>
            <ac:spMk id="6" creationId="{5FB600A7-3877-8C71-FC2B-DF1F8D9CC1AB}"/>
          </ac:spMkLst>
        </pc:spChg>
        <pc:picChg chg="del">
          <ac:chgData name="Jhomayra Herrera Villa" userId="be9a6c190bc31514" providerId="LiveId" clId="{4013635D-14AB-44E0-A328-D08D3DFBD93A}" dt="2025-01-15T22:01:59.884" v="3563" actId="478"/>
          <ac:picMkLst>
            <pc:docMk/>
            <pc:sldMk cId="1928417728" sldId="657"/>
            <ac:picMk id="5" creationId="{EB391DEC-E29D-330A-99D5-D4FAC5D0683E}"/>
          </ac:picMkLst>
        </pc:picChg>
        <pc:picChg chg="add mod">
          <ac:chgData name="Jhomayra Herrera Villa" userId="be9a6c190bc31514" providerId="LiveId" clId="{4013635D-14AB-44E0-A328-D08D3DFBD93A}" dt="2025-01-15T22:02:02.155" v="3565" actId="1076"/>
          <ac:picMkLst>
            <pc:docMk/>
            <pc:sldMk cId="1928417728" sldId="657"/>
            <ac:picMk id="7" creationId="{674B9777-02C7-7AFD-D5AB-D38DB28A5ED4}"/>
          </ac:picMkLst>
        </pc:picChg>
      </pc:sldChg>
      <pc:sldChg chg="del">
        <pc:chgData name="Jhomayra Herrera Villa" userId="be9a6c190bc31514" providerId="LiveId" clId="{4013635D-14AB-44E0-A328-D08D3DFBD93A}" dt="2025-01-15T18:22:56.407" v="243" actId="47"/>
        <pc:sldMkLst>
          <pc:docMk/>
          <pc:sldMk cId="776060567" sldId="658"/>
        </pc:sldMkLst>
      </pc:sldChg>
      <pc:sldChg chg="addSp delSp modSp add mod">
        <pc:chgData name="Jhomayra Herrera Villa" userId="be9a6c190bc31514" providerId="LiveId" clId="{4013635D-14AB-44E0-A328-D08D3DFBD93A}" dt="2025-01-15T22:03:23.993" v="3620" actId="20577"/>
        <pc:sldMkLst>
          <pc:docMk/>
          <pc:sldMk cId="2910046603" sldId="658"/>
        </pc:sldMkLst>
        <pc:spChg chg="mod">
          <ac:chgData name="Jhomayra Herrera Villa" userId="be9a6c190bc31514" providerId="LiveId" clId="{4013635D-14AB-44E0-A328-D08D3DFBD93A}" dt="2025-01-15T22:03:23.993" v="3620" actId="20577"/>
          <ac:spMkLst>
            <pc:docMk/>
            <pc:sldMk cId="2910046603" sldId="658"/>
            <ac:spMk id="6" creationId="{FA76A0B2-5DA6-672C-A579-5D8A288A7168}"/>
          </ac:spMkLst>
        </pc:spChg>
        <pc:picChg chg="add mod">
          <ac:chgData name="Jhomayra Herrera Villa" userId="be9a6c190bc31514" providerId="LiveId" clId="{4013635D-14AB-44E0-A328-D08D3DFBD93A}" dt="2025-01-15T22:02:26.647" v="3569" actId="1076"/>
          <ac:picMkLst>
            <pc:docMk/>
            <pc:sldMk cId="2910046603" sldId="658"/>
            <ac:picMk id="5" creationId="{5C28CF42-FFCF-8ABE-5F3E-C86948EA974A}"/>
          </ac:picMkLst>
        </pc:picChg>
        <pc:picChg chg="del">
          <ac:chgData name="Jhomayra Herrera Villa" userId="be9a6c190bc31514" providerId="LiveId" clId="{4013635D-14AB-44E0-A328-D08D3DFBD93A}" dt="2025-01-15T22:02:24.773" v="3567" actId="478"/>
          <ac:picMkLst>
            <pc:docMk/>
            <pc:sldMk cId="2910046603" sldId="658"/>
            <ac:picMk id="7" creationId="{9EEE51D7-95A8-B555-B869-46473A32A08D}"/>
          </ac:picMkLst>
        </pc:picChg>
      </pc:sldChg>
      <pc:sldChg chg="delSp modSp add mod">
        <pc:chgData name="Jhomayra Herrera Villa" userId="be9a6c190bc31514" providerId="LiveId" clId="{4013635D-14AB-44E0-A328-D08D3DFBD93A}" dt="2025-01-15T23:23:42.675" v="5407" actId="20577"/>
        <pc:sldMkLst>
          <pc:docMk/>
          <pc:sldMk cId="3274776798" sldId="659"/>
        </pc:sldMkLst>
        <pc:spChg chg="mod">
          <ac:chgData name="Jhomayra Herrera Villa" userId="be9a6c190bc31514" providerId="LiveId" clId="{4013635D-14AB-44E0-A328-D08D3DFBD93A}" dt="2025-01-15T22:04:33.803" v="3679" actId="20577"/>
          <ac:spMkLst>
            <pc:docMk/>
            <pc:sldMk cId="3274776798" sldId="659"/>
            <ac:spMk id="4" creationId="{7BA7D2DF-469A-311F-7D84-108977FC57EB}"/>
          </ac:spMkLst>
        </pc:spChg>
        <pc:spChg chg="mod">
          <ac:chgData name="Jhomayra Herrera Villa" userId="be9a6c190bc31514" providerId="LiveId" clId="{4013635D-14AB-44E0-A328-D08D3DFBD93A}" dt="2025-01-15T23:23:42.675" v="5407" actId="20577"/>
          <ac:spMkLst>
            <pc:docMk/>
            <pc:sldMk cId="3274776798" sldId="659"/>
            <ac:spMk id="6" creationId="{2E2DCFE4-38FE-6271-1770-546E02261E8C}"/>
          </ac:spMkLst>
        </pc:spChg>
        <pc:picChg chg="del">
          <ac:chgData name="Jhomayra Herrera Villa" userId="be9a6c190bc31514" providerId="LiveId" clId="{4013635D-14AB-44E0-A328-D08D3DFBD93A}" dt="2025-01-15T22:04:36.084" v="3680" actId="478"/>
          <ac:picMkLst>
            <pc:docMk/>
            <pc:sldMk cId="3274776798" sldId="659"/>
            <ac:picMk id="5" creationId="{262F847A-2418-C7F5-14ED-B4641D8A65D1}"/>
          </ac:picMkLst>
        </pc:picChg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3797431715" sldId="659"/>
        </pc:sldMkLst>
      </pc:sldChg>
      <pc:sldChg chg="addSp delSp modSp add mod setBg">
        <pc:chgData name="Jhomayra Herrera Villa" userId="be9a6c190bc31514" providerId="LiveId" clId="{4013635D-14AB-44E0-A328-D08D3DFBD93A}" dt="2025-01-15T23:14:50.347" v="3718" actId="14100"/>
        <pc:sldMkLst>
          <pc:docMk/>
          <pc:sldMk cId="684700171" sldId="660"/>
        </pc:sldMkLst>
        <pc:spChg chg="mod ord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3" creationId="{64934C37-5080-93E3-C48C-B65EE012E2F6}"/>
          </ac:spMkLst>
        </pc:spChg>
        <pc:spChg chg="mod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4" creationId="{01879DE5-4BA4-7E82-3CDD-5F6606E51CC7}"/>
          </ac:spMkLst>
        </pc:spChg>
        <pc:spChg chg="del">
          <ac:chgData name="Jhomayra Herrera Villa" userId="be9a6c190bc31514" providerId="LiveId" clId="{4013635D-14AB-44E0-A328-D08D3DFBD93A}" dt="2025-01-15T23:14:24.562" v="3707" actId="478"/>
          <ac:spMkLst>
            <pc:docMk/>
            <pc:sldMk cId="684700171" sldId="660"/>
            <ac:spMk id="6" creationId="{E41ED956-2019-2CA0-9B46-B78D1EB33D50}"/>
          </ac:spMkLst>
        </pc:spChg>
        <pc:spChg chg="add del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15" creationId="{8C886788-700E-4D20-9F80-E0E96837A203}"/>
          </ac:spMkLst>
        </pc:spChg>
        <pc:spChg chg="add del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17" creationId="{1850674C-4E08-4C62-A3E2-6337FE4F7D86}"/>
          </ac:spMkLst>
        </pc:spChg>
        <pc:spChg chg="add del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19" creationId="{BCE4FF05-2B0C-4C97-A9B4-E163085A90E1}"/>
          </ac:spMkLst>
        </pc:spChg>
        <pc:spChg chg="add del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21" creationId="{529C2A7A-A6B6-4A56-B11C-8E967D88A60D}"/>
          </ac:spMkLst>
        </pc:spChg>
        <pc:spChg chg="add del">
          <ac:chgData name="Jhomayra Herrera Villa" userId="be9a6c190bc31514" providerId="LiveId" clId="{4013635D-14AB-44E0-A328-D08D3DFBD93A}" dt="2025-01-15T23:14:38.236" v="3713" actId="26606"/>
          <ac:spMkLst>
            <pc:docMk/>
            <pc:sldMk cId="684700171" sldId="660"/>
            <ac:spMk id="23" creationId="{FDBD7205-E536-4134-8768-AC3E1A3C5E59}"/>
          </ac:spMkLst>
        </pc:spChg>
        <pc:picChg chg="add mod ord">
          <ac:chgData name="Jhomayra Herrera Villa" userId="be9a6c190bc31514" providerId="LiveId" clId="{4013635D-14AB-44E0-A328-D08D3DFBD93A}" dt="2025-01-15T23:14:50.347" v="3718" actId="14100"/>
          <ac:picMkLst>
            <pc:docMk/>
            <pc:sldMk cId="684700171" sldId="660"/>
            <ac:picMk id="5" creationId="{F654AF61-1B4A-7617-E48C-25705F3E1643}"/>
          </ac:picMkLst>
        </pc:picChg>
        <pc:picChg chg="del mod">
          <ac:chgData name="Jhomayra Herrera Villa" userId="be9a6c190bc31514" providerId="LiveId" clId="{4013635D-14AB-44E0-A328-D08D3DFBD93A}" dt="2025-01-15T23:14:09.323" v="3702" actId="478"/>
          <ac:picMkLst>
            <pc:docMk/>
            <pc:sldMk cId="684700171" sldId="660"/>
            <ac:picMk id="7" creationId="{FF957731-EA44-477B-D519-91AD19568C13}"/>
          </ac:picMkLst>
        </pc:picChg>
        <pc:picChg chg="add mod">
          <ac:chgData name="Jhomayra Herrera Villa" userId="be9a6c190bc31514" providerId="LiveId" clId="{4013635D-14AB-44E0-A328-D08D3DFBD93A}" dt="2025-01-15T23:14:45.977" v="3716" actId="1076"/>
          <ac:picMkLst>
            <pc:docMk/>
            <pc:sldMk cId="684700171" sldId="660"/>
            <ac:picMk id="8" creationId="{35736FE1-7DBC-A9A1-301B-FD7261DE4C03}"/>
          </ac:picMkLst>
        </pc:picChg>
        <pc:picChg chg="del">
          <ac:chgData name="Jhomayra Herrera Villa" userId="be9a6c190bc31514" providerId="LiveId" clId="{4013635D-14AB-44E0-A328-D08D3DFBD93A}" dt="2025-01-15T23:14:09.799" v="3703" actId="478"/>
          <ac:picMkLst>
            <pc:docMk/>
            <pc:sldMk cId="684700171" sldId="660"/>
            <ac:picMk id="9" creationId="{87406423-92AA-3A91-4559-D2359A53D830}"/>
          </ac:picMkLst>
        </pc:picChg>
        <pc:picChg chg="add mod">
          <ac:chgData name="Jhomayra Herrera Villa" userId="be9a6c190bc31514" providerId="LiveId" clId="{4013635D-14AB-44E0-A328-D08D3DFBD93A}" dt="2025-01-15T23:14:44.238" v="3715" actId="1076"/>
          <ac:picMkLst>
            <pc:docMk/>
            <pc:sldMk cId="684700171" sldId="660"/>
            <ac:picMk id="10" creationId="{DC98FA16-F5CB-B0FD-BEEB-5E2D03EA2076}"/>
          </ac:picMkLst>
        </pc:picChg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938789035" sldId="660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295808153" sldId="661"/>
        </pc:sldMkLst>
      </pc:sldChg>
      <pc:sldChg chg="modSp add mod">
        <pc:chgData name="Jhomayra Herrera Villa" userId="be9a6c190bc31514" providerId="LiveId" clId="{4013635D-14AB-44E0-A328-D08D3DFBD93A}" dt="2025-01-15T23:24:14.770" v="5415" actId="313"/>
        <pc:sldMkLst>
          <pc:docMk/>
          <pc:sldMk cId="1667213021" sldId="661"/>
        </pc:sldMkLst>
        <pc:spChg chg="mod">
          <ac:chgData name="Jhomayra Herrera Villa" userId="be9a6c190bc31514" providerId="LiveId" clId="{4013635D-14AB-44E0-A328-D08D3DFBD93A}" dt="2025-01-15T23:24:14.770" v="5415" actId="313"/>
          <ac:spMkLst>
            <pc:docMk/>
            <pc:sldMk cId="1667213021" sldId="661"/>
            <ac:spMk id="6" creationId="{26B8A086-6736-31BF-02AB-AB93E0D6FA7A}"/>
          </ac:spMkLst>
        </pc:spChg>
      </pc:sldChg>
      <pc:sldChg chg="addSp delSp modSp add mod ord">
        <pc:chgData name="Jhomayra Herrera Villa" userId="be9a6c190bc31514" providerId="LiveId" clId="{4013635D-14AB-44E0-A328-D08D3DFBD93A}" dt="2025-01-15T23:52:34.359" v="5572" actId="1076"/>
        <pc:sldMkLst>
          <pc:docMk/>
          <pc:sldMk cId="377670439" sldId="662"/>
        </pc:sldMkLst>
        <pc:spChg chg="mod">
          <ac:chgData name="Jhomayra Herrera Villa" userId="be9a6c190bc31514" providerId="LiveId" clId="{4013635D-14AB-44E0-A328-D08D3DFBD93A}" dt="2025-01-15T23:26:05.455" v="5427" actId="20577"/>
          <ac:spMkLst>
            <pc:docMk/>
            <pc:sldMk cId="377670439" sldId="662"/>
            <ac:spMk id="4" creationId="{B5F6EFF9-A57A-A26E-ECB3-F0D95EEADEB1}"/>
          </ac:spMkLst>
        </pc:spChg>
        <pc:spChg chg="mod">
          <ac:chgData name="Jhomayra Herrera Villa" userId="be9a6c190bc31514" providerId="LiveId" clId="{4013635D-14AB-44E0-A328-D08D3DFBD93A}" dt="2025-01-15T23:51:16.560" v="5553" actId="313"/>
          <ac:spMkLst>
            <pc:docMk/>
            <pc:sldMk cId="377670439" sldId="662"/>
            <ac:spMk id="7" creationId="{6175850A-A08C-2CF3-3709-CCF187778C08}"/>
          </ac:spMkLst>
        </pc:spChg>
        <pc:picChg chg="del">
          <ac:chgData name="Jhomayra Herrera Villa" userId="be9a6c190bc31514" providerId="LiveId" clId="{4013635D-14AB-44E0-A328-D08D3DFBD93A}" dt="2025-01-15T23:51:18.222" v="5554" actId="478"/>
          <ac:picMkLst>
            <pc:docMk/>
            <pc:sldMk cId="377670439" sldId="662"/>
            <ac:picMk id="5" creationId="{0F99A519-EF13-057F-E444-7F187CF4BB42}"/>
          </ac:picMkLst>
        </pc:picChg>
        <pc:picChg chg="add mod">
          <ac:chgData name="Jhomayra Herrera Villa" userId="be9a6c190bc31514" providerId="LiveId" clId="{4013635D-14AB-44E0-A328-D08D3DFBD93A}" dt="2025-01-15T23:52:34.359" v="5572" actId="1076"/>
          <ac:picMkLst>
            <pc:docMk/>
            <pc:sldMk cId="377670439" sldId="662"/>
            <ac:picMk id="6" creationId="{DEABFFC6-BF08-4B7B-1CCD-008FDC30A50B}"/>
          </ac:picMkLst>
        </pc:picChg>
        <pc:picChg chg="add mod modCrop">
          <ac:chgData name="Jhomayra Herrera Villa" userId="be9a6c190bc31514" providerId="LiveId" clId="{4013635D-14AB-44E0-A328-D08D3DFBD93A}" dt="2025-01-15T23:52:22.475" v="5568" actId="14100"/>
          <ac:picMkLst>
            <pc:docMk/>
            <pc:sldMk cId="377670439" sldId="662"/>
            <ac:picMk id="9" creationId="{4F0DFE49-5DD5-57D3-7966-44B03FCABAB0}"/>
          </ac:picMkLst>
        </pc:picChg>
      </pc:sldChg>
      <pc:sldChg chg="addSp delSp modSp add mod">
        <pc:chgData name="Jhomayra Herrera Villa" userId="be9a6c190bc31514" providerId="LiveId" clId="{4013635D-14AB-44E0-A328-D08D3DFBD93A}" dt="2025-01-15T23:53:24.063" v="5582" actId="1076"/>
        <pc:sldMkLst>
          <pc:docMk/>
          <pc:sldMk cId="2092799159" sldId="663"/>
        </pc:sldMkLst>
        <pc:picChg chg="add mod">
          <ac:chgData name="Jhomayra Herrera Villa" userId="be9a6c190bc31514" providerId="LiveId" clId="{4013635D-14AB-44E0-A328-D08D3DFBD93A}" dt="2025-01-15T23:53:03.765" v="5577" actId="14100"/>
          <ac:picMkLst>
            <pc:docMk/>
            <pc:sldMk cId="2092799159" sldId="663"/>
            <ac:picMk id="5" creationId="{87B3DA19-09CA-3675-15C4-8F2C98602C61}"/>
          </ac:picMkLst>
        </pc:picChg>
        <pc:picChg chg="del">
          <ac:chgData name="Jhomayra Herrera Villa" userId="be9a6c190bc31514" providerId="LiveId" clId="{4013635D-14AB-44E0-A328-D08D3DFBD93A}" dt="2025-01-15T23:52:59.164" v="5574" actId="478"/>
          <ac:picMkLst>
            <pc:docMk/>
            <pc:sldMk cId="2092799159" sldId="663"/>
            <ac:picMk id="6" creationId="{8AE05469-F8BD-2607-79C9-D70771E2808E}"/>
          </ac:picMkLst>
        </pc:picChg>
        <pc:picChg chg="del">
          <ac:chgData name="Jhomayra Herrera Villa" userId="be9a6c190bc31514" providerId="LiveId" clId="{4013635D-14AB-44E0-A328-D08D3DFBD93A}" dt="2025-01-15T23:53:15.885" v="5578" actId="478"/>
          <ac:picMkLst>
            <pc:docMk/>
            <pc:sldMk cId="2092799159" sldId="663"/>
            <ac:picMk id="9" creationId="{9DCD65E6-CD9A-C363-7418-135C3C5128C6}"/>
          </ac:picMkLst>
        </pc:picChg>
        <pc:picChg chg="add mod">
          <ac:chgData name="Jhomayra Herrera Villa" userId="be9a6c190bc31514" providerId="LiveId" clId="{4013635D-14AB-44E0-A328-D08D3DFBD93A}" dt="2025-01-15T23:53:24.063" v="5582" actId="1076"/>
          <ac:picMkLst>
            <pc:docMk/>
            <pc:sldMk cId="2092799159" sldId="663"/>
            <ac:picMk id="10" creationId="{B49E2D0B-7E1A-29BB-92CA-EF9CE0E6B0DC}"/>
          </ac:picMkLst>
        </pc:picChg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16192503" sldId="664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4040587595" sldId="665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810410101" sldId="666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76677081" sldId="667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3541171741" sldId="669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917732630" sldId="670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2801340977" sldId="672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3357290400" sldId="673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592464850" sldId="674"/>
        </pc:sldMkLst>
      </pc:sldChg>
      <pc:sldChg chg="del">
        <pc:chgData name="Jhomayra Herrera Villa" userId="be9a6c190bc31514" providerId="LiveId" clId="{4013635D-14AB-44E0-A328-D08D3DFBD93A}" dt="2025-01-15T18:23:05.859" v="244" actId="47"/>
        <pc:sldMkLst>
          <pc:docMk/>
          <pc:sldMk cId="3495880844" sldId="675"/>
        </pc:sldMkLst>
      </pc:sldChg>
      <pc:sldChg chg="del">
        <pc:chgData name="Jhomayra Herrera Villa" userId="be9a6c190bc31514" providerId="LiveId" clId="{4013635D-14AB-44E0-A328-D08D3DFBD93A}" dt="2025-01-15T18:22:56.407" v="243" actId="47"/>
        <pc:sldMkLst>
          <pc:docMk/>
          <pc:sldMk cId="3818977416" sldId="677"/>
        </pc:sldMkLst>
      </pc:sldChg>
    </pc:docChg>
  </pc:docChgLst>
  <pc:docChgLst>
    <pc:chgData name="Jhomayra Herrera Villa" userId="be9a6c190bc31514" providerId="LiveId" clId="{3186F996-6D90-444D-879F-F326EE5945F1}"/>
    <pc:docChg chg="undo custSel addSld delSld modSld sldOrd modMainMaster">
      <pc:chgData name="Jhomayra Herrera Villa" userId="be9a6c190bc31514" providerId="LiveId" clId="{3186F996-6D90-444D-879F-F326EE5945F1}" dt="2024-11-08T00:32:48.304" v="542" actId="207"/>
      <pc:docMkLst>
        <pc:docMk/>
      </pc:docMkLst>
      <pc:sldChg chg="modSp mod">
        <pc:chgData name="Jhomayra Herrera Villa" userId="be9a6c190bc31514" providerId="LiveId" clId="{3186F996-6D90-444D-879F-F326EE5945F1}" dt="2024-11-07T23:59:38.252" v="45" actId="20577"/>
        <pc:sldMkLst>
          <pc:docMk/>
          <pc:sldMk cId="220195443" sldId="256"/>
        </pc:sldMkLst>
        <pc:spChg chg="mod">
          <ac:chgData name="Jhomayra Herrera Villa" userId="be9a6c190bc31514" providerId="LiveId" clId="{3186F996-6D90-444D-879F-F326EE5945F1}" dt="2024-11-07T23:59:38.252" v="45" actId="20577"/>
          <ac:spMkLst>
            <pc:docMk/>
            <pc:sldMk cId="220195443" sldId="256"/>
            <ac:spMk id="9" creationId="{00000000-0000-0000-0000-000000000000}"/>
          </ac:spMkLst>
        </pc:spChg>
      </pc:sldChg>
      <pc:sldChg chg="modSp add del mod">
        <pc:chgData name="Jhomayra Herrera Villa" userId="be9a6c190bc31514" providerId="LiveId" clId="{3186F996-6D90-444D-879F-F326EE5945F1}" dt="2024-11-08T00:23:14.658" v="454" actId="47"/>
        <pc:sldMkLst>
          <pc:docMk/>
          <pc:sldMk cId="2799528031" sldId="295"/>
        </pc:sldMkLst>
      </pc:sldChg>
      <pc:sldChg chg="modSp add mod modClrScheme chgLayout">
        <pc:chgData name="Jhomayra Herrera Villa" userId="be9a6c190bc31514" providerId="LiveId" clId="{3186F996-6D90-444D-879F-F326EE5945F1}" dt="2024-11-08T00:32:48.304" v="542" actId="207"/>
        <pc:sldMkLst>
          <pc:docMk/>
          <pc:sldMk cId="801177488" sldId="296"/>
        </pc:sldMkLst>
      </pc:sldChg>
      <pc:sldChg chg="add del">
        <pc:chgData name="Jhomayra Herrera Villa" userId="be9a6c190bc31514" providerId="LiveId" clId="{3186F996-6D90-444D-879F-F326EE5945F1}" dt="2024-11-08T00:19:11.235" v="434" actId="47"/>
        <pc:sldMkLst>
          <pc:docMk/>
          <pc:sldMk cId="1555377708" sldId="29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707906527" sldId="29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093196715" sldId="29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047953880" sldId="300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490396708" sldId="311"/>
        </pc:sldMkLst>
      </pc:sldChg>
      <pc:sldChg chg="addSp modSp add del mod modClrScheme chgLayout">
        <pc:chgData name="Jhomayra Herrera Villa" userId="be9a6c190bc31514" providerId="LiveId" clId="{3186F996-6D90-444D-879F-F326EE5945F1}" dt="2024-11-08T00:23:32.705" v="457"/>
        <pc:sldMkLst>
          <pc:docMk/>
          <pc:sldMk cId="1281601654" sldId="312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629771386" sldId="313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883537829" sldId="314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811122785" sldId="315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039010194" sldId="316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219758570" sldId="31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455704526" sldId="31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194597489" sldId="31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840204326" sldId="320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3054789" sldId="321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151678197" sldId="325"/>
        </pc:sldMkLst>
      </pc:sldChg>
      <pc:sldChg chg="addSp modSp add del mod">
        <pc:chgData name="Jhomayra Herrera Villa" userId="be9a6c190bc31514" providerId="LiveId" clId="{3186F996-6D90-444D-879F-F326EE5945F1}" dt="2024-11-08T00:23:35.694" v="458"/>
        <pc:sldMkLst>
          <pc:docMk/>
          <pc:sldMk cId="3885296821" sldId="333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253870754" sldId="336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687886661" sldId="33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082104335" sldId="33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902940750" sldId="33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635443133" sldId="340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279239087" sldId="343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307403741" sldId="345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907503572" sldId="346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415799082" sldId="34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188050881" sldId="34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750370094" sldId="34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891649962" sldId="352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218465768" sldId="353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688035457" sldId="354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254748675" sldId="355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473156288" sldId="35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405833390" sldId="35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475718191" sldId="362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222820921" sldId="363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403823933" sldId="364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39083822" sldId="365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165163605" sldId="366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50566632" sldId="36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227476005" sldId="36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869353807" sldId="36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233517980" sldId="370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084615722" sldId="371"/>
        </pc:sldMkLst>
      </pc:sldChg>
      <pc:sldChg chg="addSp modSp add del mod">
        <pc:chgData name="Jhomayra Herrera Villa" userId="be9a6c190bc31514" providerId="LiveId" clId="{3186F996-6D90-444D-879F-F326EE5945F1}" dt="2024-11-08T00:23:40.948" v="460"/>
        <pc:sldMkLst>
          <pc:docMk/>
          <pc:sldMk cId="3743103616" sldId="372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322478070" sldId="373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055564294" sldId="374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711333690" sldId="375"/>
        </pc:sldMkLst>
      </pc:sldChg>
      <pc:sldChg chg="addSp modSp add mod modClrScheme chgLayout">
        <pc:chgData name="Jhomayra Herrera Villa" userId="be9a6c190bc31514" providerId="LiveId" clId="{3186F996-6D90-444D-879F-F326EE5945F1}" dt="2024-11-08T00:23:27.646" v="455"/>
        <pc:sldMkLst>
          <pc:docMk/>
          <pc:sldMk cId="628612492" sldId="376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1056050615" sldId="376"/>
        </pc:sldMkLst>
      </pc:sldChg>
      <pc:sldChg chg="addSp modSp add mod modClrScheme chgLayout">
        <pc:chgData name="Jhomayra Herrera Villa" userId="be9a6c190bc31514" providerId="LiveId" clId="{3186F996-6D90-444D-879F-F326EE5945F1}" dt="2024-11-08T00:23:30.104" v="456"/>
        <pc:sldMkLst>
          <pc:docMk/>
          <pc:sldMk cId="3922444347" sldId="37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054158943" sldId="377"/>
        </pc:sldMkLst>
      </pc:sldChg>
      <pc:sldChg chg="add del">
        <pc:chgData name="Jhomayra Herrera Villa" userId="be9a6c190bc31514" providerId="LiveId" clId="{3186F996-6D90-444D-879F-F326EE5945F1}" dt="2024-11-08T00:14:47.247" v="398" actId="47"/>
        <pc:sldMkLst>
          <pc:docMk/>
          <pc:sldMk cId="2655597316" sldId="37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965402313" sldId="378"/>
        </pc:sldMkLst>
      </pc:sldChg>
      <pc:sldChg chg="modSp add mod">
        <pc:chgData name="Jhomayra Herrera Villa" userId="be9a6c190bc31514" providerId="LiveId" clId="{3186F996-6D90-444D-879F-F326EE5945F1}" dt="2024-11-08T00:14:15.022" v="372" actId="1076"/>
        <pc:sldMkLst>
          <pc:docMk/>
          <pc:sldMk cId="1438817871" sldId="379"/>
        </pc:sldMkLst>
      </pc:sldChg>
      <pc:sldChg chg="del">
        <pc:chgData name="Jhomayra Herrera Villa" userId="be9a6c190bc31514" providerId="LiveId" clId="{3186F996-6D90-444D-879F-F326EE5945F1}" dt="2024-11-08T00:23:12.880" v="453" actId="47"/>
        <pc:sldMkLst>
          <pc:docMk/>
          <pc:sldMk cId="800749039" sldId="380"/>
        </pc:sldMkLst>
      </pc:sldChg>
      <pc:sldChg chg="addSp modSp add mod">
        <pc:chgData name="Jhomayra Herrera Villa" userId="be9a6c190bc31514" providerId="LiveId" clId="{3186F996-6D90-444D-879F-F326EE5945F1}" dt="2024-11-08T00:23:43.611" v="461"/>
        <pc:sldMkLst>
          <pc:docMk/>
          <pc:sldMk cId="1712096278" sldId="381"/>
        </pc:sldMkLst>
      </pc:sldChg>
      <pc:sldChg chg="addSp modSp add mod">
        <pc:chgData name="Jhomayra Herrera Villa" userId="be9a6c190bc31514" providerId="LiveId" clId="{3186F996-6D90-444D-879F-F326EE5945F1}" dt="2024-11-08T00:23:51.043" v="463"/>
        <pc:sldMkLst>
          <pc:docMk/>
          <pc:sldMk cId="2176702294" sldId="387"/>
        </pc:sldMkLst>
      </pc:sldChg>
      <pc:sldChg chg="addSp modSp add mod">
        <pc:chgData name="Jhomayra Herrera Villa" userId="be9a6c190bc31514" providerId="LiveId" clId="{3186F996-6D90-444D-879F-F326EE5945F1}" dt="2024-11-08T00:25:46.747" v="498" actId="1076"/>
        <pc:sldMkLst>
          <pc:docMk/>
          <pc:sldMk cId="1051647129" sldId="388"/>
        </pc:sldMkLst>
      </pc:sldChg>
      <pc:sldChg chg="addSp modSp add mod">
        <pc:chgData name="Jhomayra Herrera Villa" userId="be9a6c190bc31514" providerId="LiveId" clId="{3186F996-6D90-444D-879F-F326EE5945F1}" dt="2024-11-08T00:25:56.994" v="502" actId="1076"/>
        <pc:sldMkLst>
          <pc:docMk/>
          <pc:sldMk cId="3269116543" sldId="389"/>
        </pc:sldMkLst>
      </pc:sldChg>
      <pc:sldChg chg="addSp modSp add mod">
        <pc:chgData name="Jhomayra Herrera Villa" userId="be9a6c190bc31514" providerId="LiveId" clId="{3186F996-6D90-444D-879F-F326EE5945F1}" dt="2024-11-08T00:27:13.403" v="528"/>
        <pc:sldMkLst>
          <pc:docMk/>
          <pc:sldMk cId="928988110" sldId="390"/>
        </pc:sldMkLst>
      </pc:sldChg>
      <pc:sldChg chg="addSp modSp add mod">
        <pc:chgData name="Jhomayra Herrera Villa" userId="be9a6c190bc31514" providerId="LiveId" clId="{3186F996-6D90-444D-879F-F326EE5945F1}" dt="2024-11-08T00:23:37.972" v="459"/>
        <pc:sldMkLst>
          <pc:docMk/>
          <pc:sldMk cId="3568594714" sldId="391"/>
        </pc:sldMkLst>
      </pc:sldChg>
      <pc:sldChg chg="modSp add mod">
        <pc:chgData name="Jhomayra Herrera Villa" userId="be9a6c190bc31514" providerId="LiveId" clId="{3186F996-6D90-444D-879F-F326EE5945F1}" dt="2024-11-07T23:45:02.493" v="8" actId="27636"/>
        <pc:sldMkLst>
          <pc:docMk/>
          <pc:sldMk cId="2513167902" sldId="392"/>
        </pc:sldMkLst>
      </pc:sldChg>
      <pc:sldChg chg="addSp modSp add mod">
        <pc:chgData name="Jhomayra Herrera Villa" userId="be9a6c190bc31514" providerId="LiveId" clId="{3186F996-6D90-444D-879F-F326EE5945F1}" dt="2024-11-08T00:23:53.198" v="464"/>
        <pc:sldMkLst>
          <pc:docMk/>
          <pc:sldMk cId="1095012956" sldId="393"/>
        </pc:sldMkLst>
      </pc:sldChg>
      <pc:sldChg chg="addSp modSp add mod">
        <pc:chgData name="Jhomayra Herrera Villa" userId="be9a6c190bc31514" providerId="LiveId" clId="{3186F996-6D90-444D-879F-F326EE5945F1}" dt="2024-11-08T00:24:52.441" v="478" actId="14100"/>
        <pc:sldMkLst>
          <pc:docMk/>
          <pc:sldMk cId="2534100461" sldId="394"/>
        </pc:sldMkLst>
      </pc:sldChg>
      <pc:sldChg chg="addSp modSp add mod">
        <pc:chgData name="Jhomayra Herrera Villa" userId="be9a6c190bc31514" providerId="LiveId" clId="{3186F996-6D90-444D-879F-F326EE5945F1}" dt="2024-11-08T00:24:59.121" v="480" actId="1076"/>
        <pc:sldMkLst>
          <pc:docMk/>
          <pc:sldMk cId="3039107329" sldId="395"/>
        </pc:sldMkLst>
      </pc:sldChg>
      <pc:sldChg chg="addSp modSp add mod">
        <pc:chgData name="Jhomayra Herrera Villa" userId="be9a6c190bc31514" providerId="LiveId" clId="{3186F996-6D90-444D-879F-F326EE5945F1}" dt="2024-11-08T00:25:04.603" v="482" actId="1076"/>
        <pc:sldMkLst>
          <pc:docMk/>
          <pc:sldMk cId="600735928" sldId="396"/>
        </pc:sldMkLst>
      </pc:sldChg>
      <pc:sldChg chg="addSp modSp add mod">
        <pc:chgData name="Jhomayra Herrera Villa" userId="be9a6c190bc31514" providerId="LiveId" clId="{3186F996-6D90-444D-879F-F326EE5945F1}" dt="2024-11-08T00:25:09.695" v="484" actId="1076"/>
        <pc:sldMkLst>
          <pc:docMk/>
          <pc:sldMk cId="4105569982" sldId="397"/>
        </pc:sldMkLst>
      </pc:sldChg>
      <pc:sldChg chg="addSp modSp add mod">
        <pc:chgData name="Jhomayra Herrera Villa" userId="be9a6c190bc31514" providerId="LiveId" clId="{3186F996-6D90-444D-879F-F326EE5945F1}" dt="2024-11-08T00:25:21.274" v="488" actId="1076"/>
        <pc:sldMkLst>
          <pc:docMk/>
          <pc:sldMk cId="890379038" sldId="398"/>
        </pc:sldMkLst>
      </pc:sldChg>
      <pc:sldChg chg="addSp modSp add mod">
        <pc:chgData name="Jhomayra Herrera Villa" userId="be9a6c190bc31514" providerId="LiveId" clId="{3186F996-6D90-444D-879F-F326EE5945F1}" dt="2024-11-08T00:25:25.907" v="490" actId="1076"/>
        <pc:sldMkLst>
          <pc:docMk/>
          <pc:sldMk cId="2001525804" sldId="399"/>
        </pc:sldMkLst>
      </pc:sldChg>
      <pc:sldChg chg="addSp modSp add mod">
        <pc:chgData name="Jhomayra Herrera Villa" userId="be9a6c190bc31514" providerId="LiveId" clId="{3186F996-6D90-444D-879F-F326EE5945F1}" dt="2024-11-08T00:25:31.854" v="492" actId="1076"/>
        <pc:sldMkLst>
          <pc:docMk/>
          <pc:sldMk cId="2398646732" sldId="400"/>
        </pc:sldMkLst>
      </pc:sldChg>
      <pc:sldChg chg="addSp modSp add mod">
        <pc:chgData name="Jhomayra Herrera Villa" userId="be9a6c190bc31514" providerId="LiveId" clId="{3186F996-6D90-444D-879F-F326EE5945F1}" dt="2024-11-08T00:25:36.882" v="494" actId="1076"/>
        <pc:sldMkLst>
          <pc:docMk/>
          <pc:sldMk cId="2542686215" sldId="401"/>
        </pc:sldMkLst>
      </pc:sldChg>
      <pc:sldChg chg="addSp modSp add mod">
        <pc:chgData name="Jhomayra Herrera Villa" userId="be9a6c190bc31514" providerId="LiveId" clId="{3186F996-6D90-444D-879F-F326EE5945F1}" dt="2024-11-08T00:25:51.287" v="500" actId="1076"/>
        <pc:sldMkLst>
          <pc:docMk/>
          <pc:sldMk cId="1281213439" sldId="402"/>
        </pc:sldMkLst>
      </pc:sldChg>
      <pc:sldChg chg="addSp modSp add mod">
        <pc:chgData name="Jhomayra Herrera Villa" userId="be9a6c190bc31514" providerId="LiveId" clId="{3186F996-6D90-444D-879F-F326EE5945F1}" dt="2024-11-08T00:26:08.245" v="506" actId="1076"/>
        <pc:sldMkLst>
          <pc:docMk/>
          <pc:sldMk cId="2965248438" sldId="403"/>
        </pc:sldMkLst>
      </pc:sldChg>
      <pc:sldChg chg="addSp modSp add mod">
        <pc:chgData name="Jhomayra Herrera Villa" userId="be9a6c190bc31514" providerId="LiveId" clId="{3186F996-6D90-444D-879F-F326EE5945F1}" dt="2024-11-08T00:26:12.490" v="508" actId="1076"/>
        <pc:sldMkLst>
          <pc:docMk/>
          <pc:sldMk cId="4201482509" sldId="404"/>
        </pc:sldMkLst>
      </pc:sldChg>
      <pc:sldChg chg="addSp modSp add mod">
        <pc:chgData name="Jhomayra Herrera Villa" userId="be9a6c190bc31514" providerId="LiveId" clId="{3186F996-6D90-444D-879F-F326EE5945F1}" dt="2024-11-08T00:26:23.922" v="512" actId="14100"/>
        <pc:sldMkLst>
          <pc:docMk/>
          <pc:sldMk cId="354090763" sldId="405"/>
        </pc:sldMkLst>
      </pc:sldChg>
      <pc:sldChg chg="addSp modSp add mod">
        <pc:chgData name="Jhomayra Herrera Villa" userId="be9a6c190bc31514" providerId="LiveId" clId="{3186F996-6D90-444D-879F-F326EE5945F1}" dt="2024-11-08T00:26:31.197" v="514" actId="1076"/>
        <pc:sldMkLst>
          <pc:docMk/>
          <pc:sldMk cId="4225668457" sldId="407"/>
        </pc:sldMkLst>
      </pc:sldChg>
      <pc:sldChg chg="addSp modSp add mod">
        <pc:chgData name="Jhomayra Herrera Villa" userId="be9a6c190bc31514" providerId="LiveId" clId="{3186F996-6D90-444D-879F-F326EE5945F1}" dt="2024-11-08T00:26:02.244" v="504" actId="1076"/>
        <pc:sldMkLst>
          <pc:docMk/>
          <pc:sldMk cId="3436180001" sldId="408"/>
        </pc:sldMkLst>
      </pc:sldChg>
      <pc:sldChg chg="addSp modSp add mod">
        <pc:chgData name="Jhomayra Herrera Villa" userId="be9a6c190bc31514" providerId="LiveId" clId="{3186F996-6D90-444D-879F-F326EE5945F1}" dt="2024-11-08T00:27:17.826" v="530"/>
        <pc:sldMkLst>
          <pc:docMk/>
          <pc:sldMk cId="1867437314" sldId="409"/>
        </pc:sldMkLst>
      </pc:sldChg>
      <pc:sldChg chg="addSp modSp add mod">
        <pc:chgData name="Jhomayra Herrera Villa" userId="be9a6c190bc31514" providerId="LiveId" clId="{3186F996-6D90-444D-879F-F326EE5945F1}" dt="2024-11-08T00:26:51.102" v="520" actId="14100"/>
        <pc:sldMkLst>
          <pc:docMk/>
          <pc:sldMk cId="1853399174" sldId="410"/>
        </pc:sldMkLst>
      </pc:sldChg>
      <pc:sldChg chg="addSp modSp add mod">
        <pc:chgData name="Jhomayra Herrera Villa" userId="be9a6c190bc31514" providerId="LiveId" clId="{3186F996-6D90-444D-879F-F326EE5945F1}" dt="2024-11-08T00:27:47.595" v="538" actId="1076"/>
        <pc:sldMkLst>
          <pc:docMk/>
          <pc:sldMk cId="1026733297" sldId="413"/>
        </pc:sldMkLst>
      </pc:sldChg>
      <pc:sldChg chg="modSp add mod">
        <pc:chgData name="Jhomayra Herrera Villa" userId="be9a6c190bc31514" providerId="LiveId" clId="{3186F996-6D90-444D-879F-F326EE5945F1}" dt="2024-11-08T00:05:42.624" v="108" actId="1076"/>
        <pc:sldMkLst>
          <pc:docMk/>
          <pc:sldMk cId="2220269672" sldId="414"/>
        </pc:sldMkLst>
      </pc:sldChg>
      <pc:sldChg chg="addSp modSp add mod">
        <pc:chgData name="Jhomayra Herrera Villa" userId="be9a6c190bc31514" providerId="LiveId" clId="{3186F996-6D90-444D-879F-F326EE5945F1}" dt="2024-11-08T00:27:49.753" v="539"/>
        <pc:sldMkLst>
          <pc:docMk/>
          <pc:sldMk cId="2303267174" sldId="415"/>
        </pc:sldMkLst>
      </pc:sldChg>
      <pc:sldChg chg="addSp modSp add mod">
        <pc:chgData name="Jhomayra Herrera Villa" userId="be9a6c190bc31514" providerId="LiveId" clId="{3186F996-6D90-444D-879F-F326EE5945F1}" dt="2024-11-08T00:27:52.558" v="540"/>
        <pc:sldMkLst>
          <pc:docMk/>
          <pc:sldMk cId="1771143224" sldId="416"/>
        </pc:sldMkLst>
      </pc:sldChg>
      <pc:sldChg chg="modSp add mod">
        <pc:chgData name="Jhomayra Herrera Villa" userId="be9a6c190bc31514" providerId="LiveId" clId="{3186F996-6D90-444D-879F-F326EE5945F1}" dt="2024-11-08T00:05:22.458" v="102" actId="1076"/>
        <pc:sldMkLst>
          <pc:docMk/>
          <pc:sldMk cId="548087846" sldId="417"/>
        </pc:sldMkLst>
      </pc:sldChg>
      <pc:sldChg chg="addSp modSp add mod">
        <pc:chgData name="Jhomayra Herrera Villa" userId="be9a6c190bc31514" providerId="LiveId" clId="{3186F996-6D90-444D-879F-F326EE5945F1}" dt="2024-11-08T00:27:56.718" v="541"/>
        <pc:sldMkLst>
          <pc:docMk/>
          <pc:sldMk cId="199491488" sldId="418"/>
        </pc:sldMkLst>
      </pc:sldChg>
      <pc:sldChg chg="addSp modSp add mod">
        <pc:chgData name="Jhomayra Herrera Villa" userId="be9a6c190bc31514" providerId="LiveId" clId="{3186F996-6D90-444D-879F-F326EE5945F1}" dt="2024-11-08T00:27:28.959" v="532" actId="732"/>
        <pc:sldMkLst>
          <pc:docMk/>
          <pc:sldMk cId="252310543" sldId="419"/>
        </pc:sldMkLst>
      </pc:sldChg>
      <pc:sldChg chg="addSp modSp add mod">
        <pc:chgData name="Jhomayra Herrera Villa" userId="be9a6c190bc31514" providerId="LiveId" clId="{3186F996-6D90-444D-879F-F326EE5945F1}" dt="2024-11-08T00:27:41.085" v="535"/>
        <pc:sldMkLst>
          <pc:docMk/>
          <pc:sldMk cId="2203984474" sldId="420"/>
        </pc:sldMkLst>
      </pc:sldChg>
      <pc:sldChg chg="addSp modSp add mod">
        <pc:chgData name="Jhomayra Herrera Villa" userId="be9a6c190bc31514" providerId="LiveId" clId="{3186F996-6D90-444D-879F-F326EE5945F1}" dt="2024-11-08T00:27:36.062" v="534" actId="14100"/>
        <pc:sldMkLst>
          <pc:docMk/>
          <pc:sldMk cId="646993374" sldId="422"/>
        </pc:sldMkLst>
      </pc:sldChg>
      <pc:sldChg chg="addSp modSp add mod">
        <pc:chgData name="Jhomayra Herrera Villa" userId="be9a6c190bc31514" providerId="LiveId" clId="{3186F996-6D90-444D-879F-F326EE5945F1}" dt="2024-11-08T00:27:06.408" v="525" actId="1076"/>
        <pc:sldMkLst>
          <pc:docMk/>
          <pc:sldMk cId="2347373085" sldId="423"/>
        </pc:sldMkLst>
      </pc:sldChg>
      <pc:sldChg chg="add del">
        <pc:chgData name="Jhomayra Herrera Villa" userId="be9a6c190bc31514" providerId="LiveId" clId="{3186F996-6D90-444D-879F-F326EE5945F1}" dt="2024-11-08T00:13:59.421" v="364" actId="47"/>
        <pc:sldMkLst>
          <pc:docMk/>
          <pc:sldMk cId="1402433655" sldId="424"/>
        </pc:sldMkLst>
      </pc:sldChg>
      <pc:sldChg chg="add del">
        <pc:chgData name="Jhomayra Herrera Villa" userId="be9a6c190bc31514" providerId="LiveId" clId="{3186F996-6D90-444D-879F-F326EE5945F1}" dt="2024-11-08T00:13:44.590" v="345" actId="47"/>
        <pc:sldMkLst>
          <pc:docMk/>
          <pc:sldMk cId="36308448" sldId="425"/>
        </pc:sldMkLst>
      </pc:sldChg>
      <pc:sldChg chg="add del">
        <pc:chgData name="Jhomayra Herrera Villa" userId="be9a6c190bc31514" providerId="LiveId" clId="{3186F996-6D90-444D-879F-F326EE5945F1}" dt="2024-11-08T00:11:06.440" v="277" actId="47"/>
        <pc:sldMkLst>
          <pc:docMk/>
          <pc:sldMk cId="4165346499" sldId="426"/>
        </pc:sldMkLst>
      </pc:sldChg>
      <pc:sldChg chg="addSp modSp add mod">
        <pc:chgData name="Jhomayra Herrera Villa" userId="be9a6c190bc31514" providerId="LiveId" clId="{3186F996-6D90-444D-879F-F326EE5945F1}" dt="2024-11-08T00:25:41.199" v="496" actId="1076"/>
        <pc:sldMkLst>
          <pc:docMk/>
          <pc:sldMk cId="504406609" sldId="427"/>
        </pc:sldMkLst>
      </pc:sldChg>
      <pc:sldChg chg="addSp modSp add mod">
        <pc:chgData name="Jhomayra Herrera Villa" userId="be9a6c190bc31514" providerId="LiveId" clId="{3186F996-6D90-444D-879F-F326EE5945F1}" dt="2024-11-08T00:25:16.151" v="486" actId="1076"/>
        <pc:sldMkLst>
          <pc:docMk/>
          <pc:sldMk cId="2752822714" sldId="428"/>
        </pc:sldMkLst>
      </pc:sldChg>
      <pc:sldChg chg="add del">
        <pc:chgData name="Jhomayra Herrera Villa" userId="be9a6c190bc31514" providerId="LiveId" clId="{3186F996-6D90-444D-879F-F326EE5945F1}" dt="2024-11-08T00:10:12.456" v="256" actId="47"/>
        <pc:sldMkLst>
          <pc:docMk/>
          <pc:sldMk cId="3190008902" sldId="429"/>
        </pc:sldMkLst>
      </pc:sldChg>
      <pc:sldChg chg="add del">
        <pc:chgData name="Jhomayra Herrera Villa" userId="be9a6c190bc31514" providerId="LiveId" clId="{3186F996-6D90-444D-879F-F326EE5945F1}" dt="2024-11-08T00:08:13.347" v="207" actId="47"/>
        <pc:sldMkLst>
          <pc:docMk/>
          <pc:sldMk cId="2432419270" sldId="430"/>
        </pc:sldMkLst>
      </pc:sldChg>
      <pc:sldChg chg="addSp modSp add mod">
        <pc:chgData name="Jhomayra Herrera Villa" userId="be9a6c190bc31514" providerId="LiveId" clId="{3186F996-6D90-444D-879F-F326EE5945F1}" dt="2024-11-08T00:27:11.071" v="527" actId="1076"/>
        <pc:sldMkLst>
          <pc:docMk/>
          <pc:sldMk cId="1556760963" sldId="431"/>
        </pc:sldMkLst>
      </pc:sldChg>
      <pc:sldChg chg="addSp modSp add mod">
        <pc:chgData name="Jhomayra Herrera Villa" userId="be9a6c190bc31514" providerId="LiveId" clId="{3186F996-6D90-444D-879F-F326EE5945F1}" dt="2024-11-08T00:27:15.814" v="529"/>
        <pc:sldMkLst>
          <pc:docMk/>
          <pc:sldMk cId="4001660188" sldId="432"/>
        </pc:sldMkLst>
      </pc:sldChg>
      <pc:sldChg chg="add del">
        <pc:chgData name="Jhomayra Herrera Villa" userId="be9a6c190bc31514" providerId="LiveId" clId="{3186F996-6D90-444D-879F-F326EE5945F1}" dt="2024-11-08T00:07:07.145" v="170" actId="47"/>
        <pc:sldMkLst>
          <pc:docMk/>
          <pc:sldMk cId="3545558799" sldId="433"/>
        </pc:sldMkLst>
      </pc:sldChg>
      <pc:sldChg chg="addSp modSp add mod">
        <pc:chgData name="Jhomayra Herrera Villa" userId="be9a6c190bc31514" providerId="LiveId" clId="{3186F996-6D90-444D-879F-F326EE5945F1}" dt="2024-11-08T00:26:36.258" v="516" actId="14100"/>
        <pc:sldMkLst>
          <pc:docMk/>
          <pc:sldMk cId="2058990593" sldId="434"/>
        </pc:sldMkLst>
      </pc:sldChg>
      <pc:sldChg chg="addSp modSp add mod">
        <pc:chgData name="Jhomayra Herrera Villa" userId="be9a6c190bc31514" providerId="LiveId" clId="{3186F996-6D90-444D-879F-F326EE5945F1}" dt="2024-11-08T00:26:43.603" v="517"/>
        <pc:sldMkLst>
          <pc:docMk/>
          <pc:sldMk cId="4061059812" sldId="435"/>
        </pc:sldMkLst>
      </pc:sldChg>
      <pc:sldChg chg="del">
        <pc:chgData name="Jhomayra Herrera Villa" userId="be9a6c190bc31514" providerId="LiveId" clId="{3186F996-6D90-444D-879F-F326EE5945F1}" dt="2024-11-08T00:23:09.662" v="452" actId="47"/>
        <pc:sldMkLst>
          <pc:docMk/>
          <pc:sldMk cId="2214803605" sldId="624"/>
        </pc:sldMkLst>
      </pc:sldChg>
      <pc:sldChg chg="addSp modSp add mod">
        <pc:chgData name="Jhomayra Herrera Villa" userId="be9a6c190bc31514" providerId="LiveId" clId="{3186F996-6D90-444D-879F-F326EE5945F1}" dt="2024-11-08T00:23:46.514" v="462"/>
        <pc:sldMkLst>
          <pc:docMk/>
          <pc:sldMk cId="923929036" sldId="625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377151808" sldId="625"/>
        </pc:sldMkLst>
      </pc:sldChg>
      <pc:sldChg chg="modSp add mod ord">
        <pc:chgData name="Jhomayra Herrera Villa" userId="be9a6c190bc31514" providerId="LiveId" clId="{3186F996-6D90-444D-879F-F326EE5945F1}" dt="2024-11-08T00:08:10.912" v="206" actId="20577"/>
        <pc:sldMkLst>
          <pc:docMk/>
          <pc:sldMk cId="2726890020" sldId="626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222216413" sldId="626"/>
        </pc:sldMkLst>
      </pc:sldChg>
      <pc:sldChg chg="add">
        <pc:chgData name="Jhomayra Herrera Villa" userId="be9a6c190bc31514" providerId="LiveId" clId="{3186F996-6D90-444D-879F-F326EE5945F1}" dt="2024-11-08T00:07:57.504" v="188" actId="2890"/>
        <pc:sldMkLst>
          <pc:docMk/>
          <pc:sldMk cId="911180369" sldId="627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4123023067" sldId="627"/>
        </pc:sldMkLst>
      </pc:sldChg>
      <pc:sldChg chg="modSp add mod ord">
        <pc:chgData name="Jhomayra Herrera Villa" userId="be9a6c190bc31514" providerId="LiveId" clId="{3186F996-6D90-444D-879F-F326EE5945F1}" dt="2024-11-08T00:10:08.989" v="255" actId="20577"/>
        <pc:sldMkLst>
          <pc:docMk/>
          <pc:sldMk cId="2109756472" sldId="62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808003632" sldId="628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3542118908" sldId="629"/>
        </pc:sldMkLst>
      </pc:sldChg>
      <pc:sldChg chg="modSp add mod ord">
        <pc:chgData name="Jhomayra Herrera Villa" userId="be9a6c190bc31514" providerId="LiveId" clId="{3186F996-6D90-444D-879F-F326EE5945F1}" dt="2024-11-08T00:19:08.007" v="433" actId="20577"/>
        <pc:sldMkLst>
          <pc:docMk/>
          <pc:sldMk cId="4097227591" sldId="629"/>
        </pc:sldMkLst>
      </pc:sldChg>
      <pc:sldChg chg="del">
        <pc:chgData name="Jhomayra Herrera Villa" userId="be9a6c190bc31514" providerId="LiveId" clId="{3186F996-6D90-444D-879F-F326EE5945F1}" dt="2024-11-07T23:44:33.443" v="0" actId="47"/>
        <pc:sldMkLst>
          <pc:docMk/>
          <pc:sldMk cId="2140423409" sldId="630"/>
        </pc:sldMkLst>
      </pc:sldChg>
      <pc:sldChg chg="add">
        <pc:chgData name="Jhomayra Herrera Villa" userId="be9a6c190bc31514" providerId="LiveId" clId="{3186F996-6D90-444D-879F-F326EE5945F1}" dt="2024-11-08T00:13:04.369" v="310" actId="2890"/>
        <pc:sldMkLst>
          <pc:docMk/>
          <pc:sldMk cId="3793672870" sldId="630"/>
        </pc:sldMkLst>
      </pc:sldChg>
      <pc:sldChg chg="modSp add mod ord">
        <pc:chgData name="Jhomayra Herrera Villa" userId="be9a6c190bc31514" providerId="LiveId" clId="{3186F996-6D90-444D-879F-F326EE5945F1}" dt="2024-11-08T00:13:41.705" v="344" actId="20577"/>
        <pc:sldMkLst>
          <pc:docMk/>
          <pc:sldMk cId="3113212924" sldId="631"/>
        </pc:sldMkLst>
      </pc:sldChg>
      <pc:sldChg chg="add">
        <pc:chgData name="Jhomayra Herrera Villa" userId="be9a6c190bc31514" providerId="LiveId" clId="{3186F996-6D90-444D-879F-F326EE5945F1}" dt="2024-11-08T00:14:27.847" v="375" actId="2890"/>
        <pc:sldMkLst>
          <pc:docMk/>
          <pc:sldMk cId="1931880807" sldId="632"/>
        </pc:sldMkLst>
      </pc:sldChg>
      <pc:sldChg chg="add">
        <pc:chgData name="Jhomayra Herrera Villa" userId="be9a6c190bc31514" providerId="LiveId" clId="{3186F996-6D90-444D-879F-F326EE5945F1}" dt="2024-11-08T00:18:52.748" v="406" actId="2890"/>
        <pc:sldMkLst>
          <pc:docMk/>
          <pc:sldMk cId="3526310687" sldId="633"/>
        </pc:sldMkLst>
      </pc:sldChg>
      <pc:sldMasterChg chg="delSldLayout modSldLayout">
        <pc:chgData name="Jhomayra Herrera Villa" userId="be9a6c190bc31514" providerId="LiveId" clId="{3186F996-6D90-444D-879F-F326EE5945F1}" dt="2024-11-08T00:23:14.658" v="454" actId="47"/>
        <pc:sldMasterMkLst>
          <pc:docMk/>
          <pc:sldMasterMk cId="298573331" sldId="2147483648"/>
        </pc:sldMasterMkLst>
        <pc:sldLayoutChg chg="delSp mod">
          <pc:chgData name="Jhomayra Herrera Villa" userId="be9a6c190bc31514" providerId="LiveId" clId="{3186F996-6D90-444D-879F-F326EE5945F1}" dt="2024-11-08T00:02:25.569" v="69" actId="478"/>
          <pc:sldLayoutMkLst>
            <pc:docMk/>
            <pc:sldMasterMk cId="298573331" sldId="2147483648"/>
            <pc:sldLayoutMk cId="647376143" sldId="2147483650"/>
          </pc:sldLayoutMkLst>
        </pc:sldLayoutChg>
        <pc:sldLayoutChg chg="delSp mod">
          <pc:chgData name="Jhomayra Herrera Villa" userId="be9a6c190bc31514" providerId="LiveId" clId="{3186F996-6D90-444D-879F-F326EE5945F1}" dt="2024-11-08T00:00:53.697" v="57" actId="478"/>
          <pc:sldLayoutMkLst>
            <pc:docMk/>
            <pc:sldMasterMk cId="298573331" sldId="2147483648"/>
            <pc:sldLayoutMk cId="2453926659" sldId="2147483651"/>
          </pc:sldLayoutMkLst>
        </pc:sldLayoutChg>
        <pc:sldLayoutChg chg="delSp mod">
          <pc:chgData name="Jhomayra Herrera Villa" userId="be9a6c190bc31514" providerId="LiveId" clId="{3186F996-6D90-444D-879F-F326EE5945F1}" dt="2024-11-08T00:00:56.010" v="58" actId="478"/>
          <pc:sldLayoutMkLst>
            <pc:docMk/>
            <pc:sldMasterMk cId="298573331" sldId="2147483648"/>
            <pc:sldLayoutMk cId="535089624" sldId="2147483652"/>
          </pc:sldLayoutMkLst>
        </pc:sldLayoutChg>
        <pc:sldLayoutChg chg="delSp mod">
          <pc:chgData name="Jhomayra Herrera Villa" userId="be9a6c190bc31514" providerId="LiveId" clId="{3186F996-6D90-444D-879F-F326EE5945F1}" dt="2024-11-08T00:00:59.050" v="59" actId="478"/>
          <pc:sldLayoutMkLst>
            <pc:docMk/>
            <pc:sldMasterMk cId="298573331" sldId="2147483648"/>
            <pc:sldLayoutMk cId="2545449334" sldId="2147483653"/>
          </pc:sldLayoutMkLst>
        </pc:sldLayoutChg>
        <pc:sldLayoutChg chg="delSp mod">
          <pc:chgData name="Jhomayra Herrera Villa" userId="be9a6c190bc31514" providerId="LiveId" clId="{3186F996-6D90-444D-879F-F326EE5945F1}" dt="2024-11-08T00:01:02.164" v="60" actId="478"/>
          <pc:sldLayoutMkLst>
            <pc:docMk/>
            <pc:sldMasterMk cId="298573331" sldId="2147483648"/>
            <pc:sldLayoutMk cId="3571486893" sldId="2147483654"/>
          </pc:sldLayoutMkLst>
        </pc:sldLayoutChg>
        <pc:sldLayoutChg chg="delSp mod">
          <pc:chgData name="Jhomayra Herrera Villa" userId="be9a6c190bc31514" providerId="LiveId" clId="{3186F996-6D90-444D-879F-F326EE5945F1}" dt="2024-11-08T00:01:04.768" v="61" actId="478"/>
          <pc:sldLayoutMkLst>
            <pc:docMk/>
            <pc:sldMasterMk cId="298573331" sldId="2147483648"/>
            <pc:sldLayoutMk cId="4040456107" sldId="2147483656"/>
          </pc:sldLayoutMkLst>
        </pc:sldLayoutChg>
        <pc:sldLayoutChg chg="delSp mod">
          <pc:chgData name="Jhomayra Herrera Villa" userId="be9a6c190bc31514" providerId="LiveId" clId="{3186F996-6D90-444D-879F-F326EE5945F1}" dt="2024-11-08T00:01:07.616" v="62" actId="478"/>
          <pc:sldLayoutMkLst>
            <pc:docMk/>
            <pc:sldMasterMk cId="298573331" sldId="2147483648"/>
            <pc:sldLayoutMk cId="3265641447" sldId="2147483657"/>
          </pc:sldLayoutMkLst>
        </pc:sldLayoutChg>
        <pc:sldLayoutChg chg="delSp mod">
          <pc:chgData name="Jhomayra Herrera Villa" userId="be9a6c190bc31514" providerId="LiveId" clId="{3186F996-6D90-444D-879F-F326EE5945F1}" dt="2024-11-08T00:01:16.944" v="63" actId="478"/>
          <pc:sldLayoutMkLst>
            <pc:docMk/>
            <pc:sldMasterMk cId="298573331" sldId="2147483648"/>
            <pc:sldLayoutMk cId="668545421" sldId="2147483658"/>
          </pc:sldLayoutMkLst>
        </pc:sldLayoutChg>
        <pc:sldLayoutChg chg="delSp mod">
          <pc:chgData name="Jhomayra Herrera Villa" userId="be9a6c190bc31514" providerId="LiveId" clId="{3186F996-6D90-444D-879F-F326EE5945F1}" dt="2024-11-08T00:01:20.933" v="64" actId="478"/>
          <pc:sldLayoutMkLst>
            <pc:docMk/>
            <pc:sldMasterMk cId="298573331" sldId="2147483648"/>
            <pc:sldLayoutMk cId="3819741895" sldId="2147483659"/>
          </pc:sldLayoutMkLst>
        </pc:sldLayoutChg>
        <pc:sldLayoutChg chg="delSp mod">
          <pc:chgData name="Jhomayra Herrera Villa" userId="be9a6c190bc31514" providerId="LiveId" clId="{3186F996-6D90-444D-879F-F326EE5945F1}" dt="2024-11-08T00:02:05.088" v="65" actId="478"/>
          <pc:sldLayoutMkLst>
            <pc:docMk/>
            <pc:sldMasterMk cId="298573331" sldId="2147483648"/>
            <pc:sldLayoutMk cId="3725020474" sldId="2147483660"/>
          </pc:sldLayoutMkLst>
        </pc:sldLayoutChg>
        <pc:sldLayoutChg chg="delSp mod">
          <pc:chgData name="Jhomayra Herrera Villa" userId="be9a6c190bc31514" providerId="LiveId" clId="{3186F996-6D90-444D-879F-F326EE5945F1}" dt="2024-11-08T00:02:33.721" v="70" actId="478"/>
          <pc:sldLayoutMkLst>
            <pc:docMk/>
            <pc:sldMasterMk cId="298573331" sldId="2147483648"/>
            <pc:sldLayoutMk cId="589066025" sldId="2147483662"/>
          </pc:sldLayoutMkLst>
        </pc:sldLayoutChg>
        <pc:sldLayoutChg chg="delSp mod">
          <pc:chgData name="Jhomayra Herrera Villa" userId="be9a6c190bc31514" providerId="LiveId" clId="{3186F996-6D90-444D-879F-F326EE5945F1}" dt="2024-11-08T00:00:50.447" v="56" actId="478"/>
          <pc:sldLayoutMkLst>
            <pc:docMk/>
            <pc:sldMasterMk cId="298573331" sldId="2147483648"/>
            <pc:sldLayoutMk cId="632805564" sldId="2147483663"/>
          </pc:sldLayoutMkLst>
        </pc:sldLayoutChg>
        <pc:sldLayoutChg chg="delSp mod">
          <pc:chgData name="Jhomayra Herrera Villa" userId="be9a6c190bc31514" providerId="LiveId" clId="{3186F996-6D90-444D-879F-F326EE5945F1}" dt="2024-11-08T00:02:43.824" v="72" actId="478"/>
          <pc:sldLayoutMkLst>
            <pc:docMk/>
            <pc:sldMasterMk cId="298573331" sldId="2147483648"/>
            <pc:sldLayoutMk cId="4021565350" sldId="2147483664"/>
          </pc:sldLayoutMkLst>
        </pc:sldLayoutChg>
        <pc:sldLayoutChg chg="delSp mod">
          <pc:chgData name="Jhomayra Herrera Villa" userId="be9a6c190bc31514" providerId="LiveId" clId="{3186F996-6D90-444D-879F-F326EE5945F1}" dt="2024-11-08T00:02:37.908" v="71" actId="478"/>
          <pc:sldLayoutMkLst>
            <pc:docMk/>
            <pc:sldMasterMk cId="298573331" sldId="2147483648"/>
            <pc:sldLayoutMk cId="2192570471" sldId="2147483665"/>
          </pc:sldLayoutMkLst>
        </pc:sldLayoutChg>
        <pc:sldLayoutChg chg="delSp mod">
          <pc:chgData name="Jhomayra Herrera Villa" userId="be9a6c190bc31514" providerId="LiveId" clId="{3186F996-6D90-444D-879F-F326EE5945F1}" dt="2024-11-08T00:02:18.988" v="67" actId="478"/>
          <pc:sldLayoutMkLst>
            <pc:docMk/>
            <pc:sldMasterMk cId="298573331" sldId="2147483648"/>
            <pc:sldLayoutMk cId="1368137362" sldId="2147483666"/>
          </pc:sldLayoutMkLst>
        </pc:sldLayoutChg>
        <pc:sldLayoutChg chg="delSp del mod">
          <pc:chgData name="Jhomayra Herrera Villa" userId="be9a6c190bc31514" providerId="LiveId" clId="{3186F996-6D90-444D-879F-F326EE5945F1}" dt="2024-11-08T00:23:14.658" v="454" actId="47"/>
          <pc:sldLayoutMkLst>
            <pc:docMk/>
            <pc:sldMasterMk cId="298573331" sldId="2147483648"/>
            <pc:sldLayoutMk cId="3971188805" sldId="2147483667"/>
          </pc:sldLayoutMkLst>
        </pc:sldLayoutChg>
        <pc:sldLayoutChg chg="delSp mod">
          <pc:chgData name="Jhomayra Herrera Villa" userId="be9a6c190bc31514" providerId="LiveId" clId="{3186F996-6D90-444D-879F-F326EE5945F1}" dt="2024-11-08T00:00:34.388" v="53" actId="478"/>
          <pc:sldLayoutMkLst>
            <pc:docMk/>
            <pc:sldMasterMk cId="298573331" sldId="2147483648"/>
            <pc:sldLayoutMk cId="272024669" sldId="2147483668"/>
          </pc:sldLayoutMkLst>
        </pc:sldLayoutChg>
        <pc:sldLayoutChg chg="delSp del">
          <pc:chgData name="Jhomayra Herrera Villa" userId="be9a6c190bc31514" providerId="LiveId" clId="{3186F996-6D90-444D-879F-F326EE5945F1}" dt="2024-11-08T00:19:11.235" v="434" actId="47"/>
          <pc:sldLayoutMkLst>
            <pc:docMk/>
            <pc:sldMasterMk cId="298573331" sldId="2147483648"/>
            <pc:sldLayoutMk cId="3326596599" sldId="2147483669"/>
          </pc:sldLayoutMkLst>
        </pc:sldLayoutChg>
        <pc:sldLayoutChg chg="del">
          <pc:chgData name="Jhomayra Herrera Villa" userId="be9a6c190bc31514" providerId="LiveId" clId="{3186F996-6D90-444D-879F-F326EE5945F1}" dt="2024-11-07T23:44:33.443" v="0" actId="47"/>
          <pc:sldLayoutMkLst>
            <pc:docMk/>
            <pc:sldMasterMk cId="298573331" sldId="2147483648"/>
            <pc:sldLayoutMk cId="1600741941" sldId="2147483670"/>
          </pc:sldLayoutMkLst>
        </pc:sldLayoutChg>
        <pc:sldLayoutChg chg="delSp">
          <pc:chgData name="Jhomayra Herrera Villa" userId="be9a6c190bc31514" providerId="LiveId" clId="{3186F996-6D90-444D-879F-F326EE5945F1}" dt="2024-11-08T00:00:43.056" v="55" actId="478"/>
          <pc:sldLayoutMkLst>
            <pc:docMk/>
            <pc:sldMasterMk cId="298573331" sldId="2147483648"/>
            <pc:sldLayoutMk cId="1979052635" sldId="2147483670"/>
          </pc:sldLayoutMkLst>
        </pc:sldLayoutChg>
        <pc:sldLayoutChg chg="del">
          <pc:chgData name="Jhomayra Herrera Villa" userId="be9a6c190bc31514" providerId="LiveId" clId="{3186F996-6D90-444D-879F-F326EE5945F1}" dt="2024-11-07T23:44:33.443" v="0" actId="47"/>
          <pc:sldLayoutMkLst>
            <pc:docMk/>
            <pc:sldMasterMk cId="298573331" sldId="2147483648"/>
            <pc:sldLayoutMk cId="2738583297" sldId="2147483672"/>
          </pc:sldLayoutMkLst>
        </pc:sldLayoutChg>
      </pc:sldMasterChg>
    </pc:docChg>
  </pc:docChgLst>
  <pc:docChgLst>
    <pc:chgData name="Jhomayra Herrera Villa" userId="be9a6c190bc31514" providerId="LiveId" clId="{596F2599-66C9-4BF6-ABB0-63ADF622E28A}"/>
    <pc:docChg chg="undo custSel addSld delSld modSld sldOrd modMainMaster">
      <pc:chgData name="Jhomayra Herrera Villa" userId="be9a6c190bc31514" providerId="LiveId" clId="{596F2599-66C9-4BF6-ABB0-63ADF622E28A}" dt="2024-09-28T21:28:52.480" v="2119" actId="6549"/>
      <pc:docMkLst>
        <pc:docMk/>
      </pc:docMkLst>
      <pc:sldChg chg="addSp delSp modSp mod">
        <pc:chgData name="Jhomayra Herrera Villa" userId="be9a6c190bc31514" providerId="LiveId" clId="{596F2599-66C9-4BF6-ABB0-63ADF622E28A}" dt="2024-09-28T17:38:56.985" v="1202" actId="1076"/>
        <pc:sldMkLst>
          <pc:docMk/>
          <pc:sldMk cId="220195443" sldId="256"/>
        </pc:sldMkLst>
      </pc:sldChg>
      <pc:sldChg chg="modSp del mod">
        <pc:chgData name="Jhomayra Herrera Villa" userId="be9a6c190bc31514" providerId="LiveId" clId="{596F2599-66C9-4BF6-ABB0-63ADF622E28A}" dt="2024-09-24T20:58:44.337" v="493" actId="47"/>
        <pc:sldMkLst>
          <pc:docMk/>
          <pc:sldMk cId="2951716788" sldId="262"/>
        </pc:sldMkLst>
      </pc:sldChg>
      <pc:sldChg chg="delSp modSp del mod">
        <pc:chgData name="Jhomayra Herrera Villa" userId="be9a6c190bc31514" providerId="LiveId" clId="{596F2599-66C9-4BF6-ABB0-63ADF622E28A}" dt="2024-09-24T20:58:44.337" v="493" actId="47"/>
        <pc:sldMkLst>
          <pc:docMk/>
          <pc:sldMk cId="2257954939" sldId="274"/>
        </pc:sldMkLst>
      </pc:sldChg>
      <pc:sldChg chg="delSp modSp mod">
        <pc:chgData name="Jhomayra Herrera Villa" userId="be9a6c190bc31514" providerId="LiveId" clId="{596F2599-66C9-4BF6-ABB0-63ADF622E28A}" dt="2024-09-28T21:14:43.999" v="2115" actId="20577"/>
        <pc:sldMkLst>
          <pc:docMk/>
          <pc:sldMk cId="1819366046" sldId="276"/>
        </pc:sldMkLst>
      </pc:sldChg>
      <pc:sldChg chg="delSp modSp del mod">
        <pc:chgData name="Jhomayra Herrera Villa" userId="be9a6c190bc31514" providerId="LiveId" clId="{596F2599-66C9-4BF6-ABB0-63ADF622E28A}" dt="2024-09-28T18:08:01.760" v="1484" actId="47"/>
        <pc:sldMkLst>
          <pc:docMk/>
          <pc:sldMk cId="3106471367" sldId="280"/>
        </pc:sldMkLst>
      </pc:sldChg>
      <pc:sldChg chg="del">
        <pc:chgData name="Jhomayra Herrera Villa" userId="be9a6c190bc31514" providerId="LiveId" clId="{596F2599-66C9-4BF6-ABB0-63ADF622E28A}" dt="2024-09-24T20:58:44.337" v="493" actId="47"/>
        <pc:sldMkLst>
          <pc:docMk/>
          <pc:sldMk cId="3382561747" sldId="286"/>
        </pc:sldMkLst>
      </pc:sldChg>
      <pc:sldChg chg="addSp modSp add del mod">
        <pc:chgData name="Jhomayra Herrera Villa" userId="be9a6c190bc31514" providerId="LiveId" clId="{596F2599-66C9-4BF6-ABB0-63ADF622E28A}" dt="2024-09-28T21:10:35.770" v="2069" actId="47"/>
        <pc:sldMkLst>
          <pc:docMk/>
          <pc:sldMk cId="4044790179" sldId="290"/>
        </pc:sldMkLst>
      </pc:sldChg>
      <pc:sldChg chg="addSp modSp mod">
        <pc:chgData name="Jhomayra Herrera Villa" userId="be9a6c190bc31514" providerId="LiveId" clId="{596F2599-66C9-4BF6-ABB0-63ADF622E28A}" dt="2024-09-28T17:44:27.102" v="1251" actId="207"/>
        <pc:sldMkLst>
          <pc:docMk/>
          <pc:sldMk cId="1159565736" sldId="291"/>
        </pc:sldMkLst>
      </pc:sldChg>
      <pc:sldChg chg="addSp modSp mod">
        <pc:chgData name="Jhomayra Herrera Villa" userId="be9a6c190bc31514" providerId="LiveId" clId="{596F2599-66C9-4BF6-ABB0-63ADF622E28A}" dt="2024-09-28T17:45:22.147" v="1261" actId="207"/>
        <pc:sldMkLst>
          <pc:docMk/>
          <pc:sldMk cId="4240583982" sldId="309"/>
        </pc:sldMkLst>
      </pc:sldChg>
      <pc:sldChg chg="modSp del mod">
        <pc:chgData name="Jhomayra Herrera Villa" userId="be9a6c190bc31514" providerId="LiveId" clId="{596F2599-66C9-4BF6-ABB0-63ADF622E28A}" dt="2024-09-28T21:12:46.064" v="2075" actId="47"/>
        <pc:sldMkLst>
          <pc:docMk/>
          <pc:sldMk cId="3439730481" sldId="312"/>
        </pc:sldMkLst>
      </pc:sldChg>
      <pc:sldChg chg="del">
        <pc:chgData name="Jhomayra Herrera Villa" userId="be9a6c190bc31514" providerId="LiveId" clId="{596F2599-66C9-4BF6-ABB0-63ADF622E28A}" dt="2024-09-24T21:21:58.343" v="878" actId="47"/>
        <pc:sldMkLst>
          <pc:docMk/>
          <pc:sldMk cId="370683479" sldId="374"/>
        </pc:sldMkLst>
      </pc:sldChg>
      <pc:sldChg chg="delSp modSp mod">
        <pc:chgData name="Jhomayra Herrera Villa" userId="be9a6c190bc31514" providerId="LiveId" clId="{596F2599-66C9-4BF6-ABB0-63ADF622E28A}" dt="2024-09-28T17:39:53.142" v="1207" actId="207"/>
        <pc:sldMkLst>
          <pc:docMk/>
          <pc:sldMk cId="800749039" sldId="380"/>
        </pc:sldMkLst>
      </pc:sldChg>
      <pc:sldChg chg="delSp modSp mod">
        <pc:chgData name="Jhomayra Herrera Villa" userId="be9a6c190bc31514" providerId="LiveId" clId="{596F2599-66C9-4BF6-ABB0-63ADF622E28A}" dt="2024-09-28T17:44:15.455" v="1249" actId="207"/>
        <pc:sldMkLst>
          <pc:docMk/>
          <pc:sldMk cId="3716104243" sldId="381"/>
        </pc:sldMkLst>
      </pc:sldChg>
      <pc:sldChg chg="delSp modSp mod">
        <pc:chgData name="Jhomayra Herrera Villa" userId="be9a6c190bc31514" providerId="LiveId" clId="{596F2599-66C9-4BF6-ABB0-63ADF622E28A}" dt="2024-09-28T17:40:49.849" v="1215" actId="207"/>
        <pc:sldMkLst>
          <pc:docMk/>
          <pc:sldMk cId="1009842745" sldId="382"/>
        </pc:sldMkLst>
      </pc:sldChg>
      <pc:sldChg chg="addSp delSp modSp mod">
        <pc:chgData name="Jhomayra Herrera Villa" userId="be9a6c190bc31514" providerId="LiveId" clId="{596F2599-66C9-4BF6-ABB0-63ADF622E28A}" dt="2024-09-28T17:41:55.664" v="1225" actId="207"/>
        <pc:sldMkLst>
          <pc:docMk/>
          <pc:sldMk cId="3107028511" sldId="385"/>
        </pc:sldMkLst>
      </pc:sldChg>
      <pc:sldChg chg="addSp delSp modSp mod">
        <pc:chgData name="Jhomayra Herrera Villa" userId="be9a6c190bc31514" providerId="LiveId" clId="{596F2599-66C9-4BF6-ABB0-63ADF622E28A}" dt="2024-09-28T17:43:18.541" v="1239" actId="207"/>
        <pc:sldMkLst>
          <pc:docMk/>
          <pc:sldMk cId="1982533903" sldId="388"/>
        </pc:sldMkLst>
      </pc:sldChg>
      <pc:sldChg chg="delSp modSp del mod">
        <pc:chgData name="Jhomayra Herrera Villa" userId="be9a6c190bc31514" providerId="LiveId" clId="{596F2599-66C9-4BF6-ABB0-63ADF622E28A}" dt="2024-09-28T21:13:46.136" v="2076" actId="47"/>
        <pc:sldMkLst>
          <pc:docMk/>
          <pc:sldMk cId="4214062097" sldId="391"/>
        </pc:sldMkLst>
      </pc:sldChg>
      <pc:sldChg chg="addSp delSp modSp mod ord">
        <pc:chgData name="Jhomayra Herrera Villa" userId="be9a6c190bc31514" providerId="LiveId" clId="{596F2599-66C9-4BF6-ABB0-63ADF622E28A}" dt="2024-09-28T17:40:17.831" v="1211" actId="207"/>
        <pc:sldMkLst>
          <pc:docMk/>
          <pc:sldMk cId="793931032" sldId="392"/>
        </pc:sldMkLst>
      </pc:sldChg>
      <pc:sldChg chg="addSp delSp modSp mod delAnim modNotesTx">
        <pc:chgData name="Jhomayra Herrera Villa" userId="be9a6c190bc31514" providerId="LiveId" clId="{596F2599-66C9-4BF6-ABB0-63ADF622E28A}" dt="2024-09-28T20:47:47.439" v="2045" actId="27636"/>
        <pc:sldMkLst>
          <pc:docMk/>
          <pc:sldMk cId="80445456" sldId="397"/>
        </pc:sldMkLst>
      </pc:sldChg>
      <pc:sldChg chg="modSp del mod">
        <pc:chgData name="Jhomayra Herrera Villa" userId="be9a6c190bc31514" providerId="LiveId" clId="{596F2599-66C9-4BF6-ABB0-63ADF622E28A}" dt="2024-09-28T21:11:49.216" v="2071" actId="47"/>
        <pc:sldMkLst>
          <pc:docMk/>
          <pc:sldMk cId="2290619721" sldId="398"/>
        </pc:sldMkLst>
      </pc:sldChg>
      <pc:sldChg chg="addSp delSp modSp mod delAnim modNotesTx">
        <pc:chgData name="Jhomayra Herrera Villa" userId="be9a6c190bc31514" providerId="LiveId" clId="{596F2599-66C9-4BF6-ABB0-63ADF622E28A}" dt="2024-09-28T20:56:31.936" v="2050" actId="1076"/>
        <pc:sldMkLst>
          <pc:docMk/>
          <pc:sldMk cId="1220824868" sldId="400"/>
        </pc:sldMkLst>
      </pc:sldChg>
      <pc:sldChg chg="modSp del mod">
        <pc:chgData name="Jhomayra Herrera Villa" userId="be9a6c190bc31514" providerId="LiveId" clId="{596F2599-66C9-4BF6-ABB0-63ADF622E28A}" dt="2024-09-28T21:12:30.037" v="2072" actId="47"/>
        <pc:sldMkLst>
          <pc:docMk/>
          <pc:sldMk cId="319715398" sldId="402"/>
        </pc:sldMkLst>
      </pc:sldChg>
      <pc:sldChg chg="modSp del mod">
        <pc:chgData name="Jhomayra Herrera Villa" userId="be9a6c190bc31514" providerId="LiveId" clId="{596F2599-66C9-4BF6-ABB0-63ADF622E28A}" dt="2024-09-28T21:12:35.996" v="2073" actId="47"/>
        <pc:sldMkLst>
          <pc:docMk/>
          <pc:sldMk cId="3998747784" sldId="403"/>
        </pc:sldMkLst>
      </pc:sldChg>
      <pc:sldChg chg="modSp del mod">
        <pc:chgData name="Jhomayra Herrera Villa" userId="be9a6c190bc31514" providerId="LiveId" clId="{596F2599-66C9-4BF6-ABB0-63ADF622E28A}" dt="2024-09-28T21:12:39.930" v="2074" actId="47"/>
        <pc:sldMkLst>
          <pc:docMk/>
          <pc:sldMk cId="4004020236" sldId="404"/>
        </pc:sldMkLst>
      </pc:sldChg>
      <pc:sldChg chg="modSp mod">
        <pc:chgData name="Jhomayra Herrera Villa" userId="be9a6c190bc31514" providerId="LiveId" clId="{596F2599-66C9-4BF6-ABB0-63ADF622E28A}" dt="2024-09-28T17:45:07.129" v="1258" actId="207"/>
        <pc:sldMkLst>
          <pc:docMk/>
          <pc:sldMk cId="1236764800" sldId="407"/>
        </pc:sldMkLst>
      </pc:sldChg>
      <pc:sldChg chg="addSp modSp mod">
        <pc:chgData name="Jhomayra Herrera Villa" userId="be9a6c190bc31514" providerId="LiveId" clId="{596F2599-66C9-4BF6-ABB0-63ADF622E28A}" dt="2024-09-28T17:43:28.067" v="1241" actId="207"/>
        <pc:sldMkLst>
          <pc:docMk/>
          <pc:sldMk cId="1498381777" sldId="408"/>
        </pc:sldMkLst>
      </pc:sldChg>
      <pc:sldChg chg="addSp delSp modSp mod ord">
        <pc:chgData name="Jhomayra Herrera Villa" userId="be9a6c190bc31514" providerId="LiveId" clId="{596F2599-66C9-4BF6-ABB0-63ADF622E28A}" dt="2024-09-28T20:58:27.631" v="2055"/>
        <pc:sldMkLst>
          <pc:docMk/>
          <pc:sldMk cId="2774566539" sldId="411"/>
        </pc:sldMkLst>
      </pc:sldChg>
      <pc:sldChg chg="modSp mod">
        <pc:chgData name="Jhomayra Herrera Villa" userId="be9a6c190bc31514" providerId="LiveId" clId="{596F2599-66C9-4BF6-ABB0-63ADF622E28A}" dt="2024-09-28T17:44:52.690" v="1255" actId="207"/>
        <pc:sldMkLst>
          <pc:docMk/>
          <pc:sldMk cId="397740096" sldId="412"/>
        </pc:sldMkLst>
      </pc:sldChg>
      <pc:sldChg chg="addSp delSp modSp mod ord">
        <pc:chgData name="Jhomayra Herrera Villa" userId="be9a6c190bc31514" providerId="LiveId" clId="{596F2599-66C9-4BF6-ABB0-63ADF622E28A}" dt="2024-09-28T20:58:24.922" v="2053"/>
        <pc:sldMkLst>
          <pc:docMk/>
          <pc:sldMk cId="2630057679" sldId="415"/>
        </pc:sldMkLst>
      </pc:sldChg>
      <pc:sldChg chg="addSp modSp mod">
        <pc:chgData name="Jhomayra Herrera Villa" userId="be9a6c190bc31514" providerId="LiveId" clId="{596F2599-66C9-4BF6-ABB0-63ADF622E28A}" dt="2024-09-28T17:44:41.398" v="1253" actId="207"/>
        <pc:sldMkLst>
          <pc:docMk/>
          <pc:sldMk cId="531451633" sldId="422"/>
        </pc:sldMkLst>
      </pc:sldChg>
      <pc:sldChg chg="modSp mod">
        <pc:chgData name="Jhomayra Herrera Villa" userId="be9a6c190bc31514" providerId="LiveId" clId="{596F2599-66C9-4BF6-ABB0-63ADF622E28A}" dt="2024-09-28T17:46:30.851" v="1271" actId="207"/>
        <pc:sldMkLst>
          <pc:docMk/>
          <pc:sldMk cId="2481875055" sldId="423"/>
        </pc:sldMkLst>
      </pc:sldChg>
      <pc:sldChg chg="modSp del mod">
        <pc:chgData name="Jhomayra Herrera Villa" userId="be9a6c190bc31514" providerId="LiveId" clId="{596F2599-66C9-4BF6-ABB0-63ADF622E28A}" dt="2024-09-28T21:14:02.087" v="2079" actId="47"/>
        <pc:sldMkLst>
          <pc:docMk/>
          <pc:sldMk cId="1934800314" sldId="424"/>
        </pc:sldMkLst>
      </pc:sldChg>
      <pc:sldChg chg="modSp del mod">
        <pc:chgData name="Jhomayra Herrera Villa" userId="be9a6c190bc31514" providerId="LiveId" clId="{596F2599-66C9-4BF6-ABB0-63ADF622E28A}" dt="2024-09-28T21:14:10.410" v="2081" actId="47"/>
        <pc:sldMkLst>
          <pc:docMk/>
          <pc:sldMk cId="1344684634" sldId="425"/>
        </pc:sldMkLst>
      </pc:sldChg>
      <pc:sldChg chg="modSp del mod">
        <pc:chgData name="Jhomayra Herrera Villa" userId="be9a6c190bc31514" providerId="LiveId" clId="{596F2599-66C9-4BF6-ABB0-63ADF622E28A}" dt="2024-09-28T21:13:55.894" v="2077" actId="47"/>
        <pc:sldMkLst>
          <pc:docMk/>
          <pc:sldMk cId="1954216977" sldId="426"/>
        </pc:sldMkLst>
      </pc:sldChg>
      <pc:sldChg chg="modSp del mod">
        <pc:chgData name="Jhomayra Herrera Villa" userId="be9a6c190bc31514" providerId="LiveId" clId="{596F2599-66C9-4BF6-ABB0-63ADF622E28A}" dt="2024-09-28T21:14:00.210" v="2078" actId="47"/>
        <pc:sldMkLst>
          <pc:docMk/>
          <pc:sldMk cId="1912597117" sldId="427"/>
        </pc:sldMkLst>
      </pc:sldChg>
      <pc:sldChg chg="del">
        <pc:chgData name="Jhomayra Herrera Villa" userId="be9a6c190bc31514" providerId="LiveId" clId="{596F2599-66C9-4BF6-ABB0-63ADF622E28A}" dt="2024-09-24T21:00:28.442" v="500" actId="47"/>
        <pc:sldMkLst>
          <pc:docMk/>
          <pc:sldMk cId="3451023103" sldId="455"/>
        </pc:sldMkLst>
      </pc:sldChg>
      <pc:sldChg chg="addSp delSp modSp mod">
        <pc:chgData name="Jhomayra Herrera Villa" userId="be9a6c190bc31514" providerId="LiveId" clId="{596F2599-66C9-4BF6-ABB0-63ADF622E28A}" dt="2024-09-28T17:42:00.660" v="1226" actId="207"/>
        <pc:sldMkLst>
          <pc:docMk/>
          <pc:sldMk cId="1195071462" sldId="470"/>
        </pc:sldMkLst>
      </pc:sldChg>
      <pc:sldChg chg="addSp delSp modSp mod">
        <pc:chgData name="Jhomayra Herrera Villa" userId="be9a6c190bc31514" providerId="LiveId" clId="{596F2599-66C9-4BF6-ABB0-63ADF622E28A}" dt="2024-09-28T17:42:51.375" v="1234" actId="207"/>
        <pc:sldMkLst>
          <pc:docMk/>
          <pc:sldMk cId="4176524483" sldId="497"/>
        </pc:sldMkLst>
      </pc:sldChg>
      <pc:sldChg chg="addSp delSp modSp mod">
        <pc:chgData name="Jhomayra Herrera Villa" userId="be9a6c190bc31514" providerId="LiveId" clId="{596F2599-66C9-4BF6-ABB0-63ADF622E28A}" dt="2024-09-28T17:42:56.491" v="1235" actId="207"/>
        <pc:sldMkLst>
          <pc:docMk/>
          <pc:sldMk cId="2511461870" sldId="498"/>
        </pc:sldMkLst>
      </pc:sldChg>
      <pc:sldChg chg="addSp delSp modSp mod">
        <pc:chgData name="Jhomayra Herrera Villa" userId="be9a6c190bc31514" providerId="LiveId" clId="{596F2599-66C9-4BF6-ABB0-63ADF622E28A}" dt="2024-09-28T17:43:01.466" v="1236" actId="207"/>
        <pc:sldMkLst>
          <pc:docMk/>
          <pc:sldMk cId="2793288748" sldId="499"/>
        </pc:sldMkLst>
      </pc:sldChg>
      <pc:sldChg chg="addSp delSp modSp mod">
        <pc:chgData name="Jhomayra Herrera Villa" userId="be9a6c190bc31514" providerId="LiveId" clId="{596F2599-66C9-4BF6-ABB0-63ADF622E28A}" dt="2024-09-28T17:43:07.200" v="1237" actId="207"/>
        <pc:sldMkLst>
          <pc:docMk/>
          <pc:sldMk cId="2517705390" sldId="500"/>
        </pc:sldMkLst>
      </pc:sldChg>
      <pc:sldChg chg="addSp delSp modSp mod">
        <pc:chgData name="Jhomayra Herrera Villa" userId="be9a6c190bc31514" providerId="LiveId" clId="{596F2599-66C9-4BF6-ABB0-63ADF622E28A}" dt="2024-09-28T17:43:13.325" v="1238" actId="207"/>
        <pc:sldMkLst>
          <pc:docMk/>
          <pc:sldMk cId="1955817572" sldId="501"/>
        </pc:sldMkLst>
      </pc:sldChg>
      <pc:sldChg chg="addSp delSp modSp mod">
        <pc:chgData name="Jhomayra Herrera Villa" userId="be9a6c190bc31514" providerId="LiveId" clId="{596F2599-66C9-4BF6-ABB0-63ADF622E28A}" dt="2024-09-28T17:42:08.500" v="1227" actId="207"/>
        <pc:sldMkLst>
          <pc:docMk/>
          <pc:sldMk cId="1088852728" sldId="514"/>
        </pc:sldMkLst>
      </pc:sldChg>
      <pc:sldChg chg="addSp delSp modSp mod">
        <pc:chgData name="Jhomayra Herrera Villa" userId="be9a6c190bc31514" providerId="LiveId" clId="{596F2599-66C9-4BF6-ABB0-63ADF622E28A}" dt="2024-09-28T17:42:14.508" v="1228" actId="207"/>
        <pc:sldMkLst>
          <pc:docMk/>
          <pc:sldMk cId="2766108722" sldId="515"/>
        </pc:sldMkLst>
      </pc:sldChg>
      <pc:sldChg chg="addSp delSp modSp mod">
        <pc:chgData name="Jhomayra Herrera Villa" userId="be9a6c190bc31514" providerId="LiveId" clId="{596F2599-66C9-4BF6-ABB0-63ADF622E28A}" dt="2024-09-28T17:42:21.370" v="1229" actId="207"/>
        <pc:sldMkLst>
          <pc:docMk/>
          <pc:sldMk cId="1559235369" sldId="516"/>
        </pc:sldMkLst>
      </pc:sldChg>
      <pc:sldChg chg="addSp delSp modSp mod">
        <pc:chgData name="Jhomayra Herrera Villa" userId="be9a6c190bc31514" providerId="LiveId" clId="{596F2599-66C9-4BF6-ABB0-63ADF622E28A}" dt="2024-09-28T17:42:30.952" v="1230" actId="207"/>
        <pc:sldMkLst>
          <pc:docMk/>
          <pc:sldMk cId="262702713" sldId="517"/>
        </pc:sldMkLst>
      </pc:sldChg>
      <pc:sldChg chg="addSp delSp modSp mod">
        <pc:chgData name="Jhomayra Herrera Villa" userId="be9a6c190bc31514" providerId="LiveId" clId="{596F2599-66C9-4BF6-ABB0-63ADF622E28A}" dt="2024-09-28T17:42:35.827" v="1231" actId="207"/>
        <pc:sldMkLst>
          <pc:docMk/>
          <pc:sldMk cId="641372250" sldId="518"/>
        </pc:sldMkLst>
      </pc:sldChg>
      <pc:sldChg chg="addSp delSp modSp mod">
        <pc:chgData name="Jhomayra Herrera Villa" userId="be9a6c190bc31514" providerId="LiveId" clId="{596F2599-66C9-4BF6-ABB0-63ADF622E28A}" dt="2024-09-28T17:42:40.840" v="1232" actId="207"/>
        <pc:sldMkLst>
          <pc:docMk/>
          <pc:sldMk cId="1132997927" sldId="519"/>
        </pc:sldMkLst>
      </pc:sldChg>
      <pc:sldChg chg="addSp delSp modSp mod">
        <pc:chgData name="Jhomayra Herrera Villa" userId="be9a6c190bc31514" providerId="LiveId" clId="{596F2599-66C9-4BF6-ABB0-63ADF622E28A}" dt="2024-09-28T17:42:46.190" v="1233" actId="207"/>
        <pc:sldMkLst>
          <pc:docMk/>
          <pc:sldMk cId="1689008595" sldId="520"/>
        </pc:sldMkLst>
      </pc:sldChg>
      <pc:sldChg chg="addSp modSp mod">
        <pc:chgData name="Jhomayra Herrera Villa" userId="be9a6c190bc31514" providerId="LiveId" clId="{596F2599-66C9-4BF6-ABB0-63ADF622E28A}" dt="2024-09-28T17:43:41.059" v="1243" actId="207"/>
        <pc:sldMkLst>
          <pc:docMk/>
          <pc:sldMk cId="2814755766" sldId="521"/>
        </pc:sldMkLst>
      </pc:sldChg>
      <pc:sldChg chg="del">
        <pc:chgData name="Jhomayra Herrera Villa" userId="be9a6c190bc31514" providerId="LiveId" clId="{596F2599-66C9-4BF6-ABB0-63ADF622E28A}" dt="2024-09-24T21:00:30.227" v="501" actId="47"/>
        <pc:sldMkLst>
          <pc:docMk/>
          <pc:sldMk cId="1054846413" sldId="522"/>
        </pc:sldMkLst>
      </pc:sldChg>
      <pc:sldChg chg="modSp del mod">
        <pc:chgData name="Jhomayra Herrera Villa" userId="be9a6c190bc31514" providerId="LiveId" clId="{596F2599-66C9-4BF6-ABB0-63ADF622E28A}" dt="2024-09-28T21:14:03.598" v="2080" actId="47"/>
        <pc:sldMkLst>
          <pc:docMk/>
          <pc:sldMk cId="276368924" sldId="523"/>
        </pc:sldMkLst>
      </pc:sldChg>
      <pc:sldChg chg="modSp del mod">
        <pc:chgData name="Jhomayra Herrera Villa" userId="be9a6c190bc31514" providerId="LiveId" clId="{596F2599-66C9-4BF6-ABB0-63ADF622E28A}" dt="2024-09-24T21:15:01.804" v="649" actId="47"/>
        <pc:sldMkLst>
          <pc:docMk/>
          <pc:sldMk cId="264757609" sldId="527"/>
        </pc:sldMkLst>
      </pc:sldChg>
      <pc:sldChg chg="addSp delSp modSp del mod">
        <pc:chgData name="Jhomayra Herrera Villa" userId="be9a6c190bc31514" providerId="LiveId" clId="{596F2599-66C9-4BF6-ABB0-63ADF622E28A}" dt="2024-09-28T20:57:32.669" v="2051" actId="47"/>
        <pc:sldMkLst>
          <pc:docMk/>
          <pc:sldMk cId="1863920649" sldId="528"/>
        </pc:sldMkLst>
      </pc:sldChg>
      <pc:sldChg chg="del">
        <pc:chgData name="Jhomayra Herrera Villa" userId="be9a6c190bc31514" providerId="LiveId" clId="{596F2599-66C9-4BF6-ABB0-63ADF622E28A}" dt="2024-09-24T21:06:10.368" v="646" actId="47"/>
        <pc:sldMkLst>
          <pc:docMk/>
          <pc:sldMk cId="4154345531" sldId="533"/>
        </pc:sldMkLst>
      </pc:sldChg>
      <pc:sldChg chg="addSp delSp modSp del mod">
        <pc:chgData name="Jhomayra Herrera Villa" userId="be9a6c190bc31514" providerId="LiveId" clId="{596F2599-66C9-4BF6-ABB0-63ADF622E28A}" dt="2024-09-28T21:10:22.858" v="2065" actId="47"/>
        <pc:sldMkLst>
          <pc:docMk/>
          <pc:sldMk cId="2289621249" sldId="537"/>
        </pc:sldMkLst>
      </pc:sldChg>
      <pc:sldChg chg="addSp delSp modSp del mod">
        <pc:chgData name="Jhomayra Herrera Villa" userId="be9a6c190bc31514" providerId="LiveId" clId="{596F2599-66C9-4BF6-ABB0-63ADF622E28A}" dt="2024-09-28T21:10:25.359" v="2066" actId="47"/>
        <pc:sldMkLst>
          <pc:docMk/>
          <pc:sldMk cId="2234582666" sldId="538"/>
        </pc:sldMkLst>
      </pc:sldChg>
      <pc:sldChg chg="addSp delSp modSp del mod">
        <pc:chgData name="Jhomayra Herrera Villa" userId="be9a6c190bc31514" providerId="LiveId" clId="{596F2599-66C9-4BF6-ABB0-63ADF622E28A}" dt="2024-09-28T21:10:37.560" v="2070" actId="47"/>
        <pc:sldMkLst>
          <pc:docMk/>
          <pc:sldMk cId="2185518953" sldId="539"/>
        </pc:sldMkLst>
      </pc:sldChg>
      <pc:sldChg chg="addSp delSp modSp del mod">
        <pc:chgData name="Jhomayra Herrera Villa" userId="be9a6c190bc31514" providerId="LiveId" clId="{596F2599-66C9-4BF6-ABB0-63ADF622E28A}" dt="2024-09-28T21:10:31.337" v="2067" actId="47"/>
        <pc:sldMkLst>
          <pc:docMk/>
          <pc:sldMk cId="1584141152" sldId="541"/>
        </pc:sldMkLst>
      </pc:sldChg>
      <pc:sldChg chg="addSp modSp mod">
        <pc:chgData name="Jhomayra Herrera Villa" userId="be9a6c190bc31514" providerId="LiveId" clId="{596F2599-66C9-4BF6-ABB0-63ADF622E28A}" dt="2024-09-28T17:44:46.697" v="1254" actId="207"/>
        <pc:sldMkLst>
          <pc:docMk/>
          <pc:sldMk cId="555117553" sldId="542"/>
        </pc:sldMkLst>
      </pc:sldChg>
      <pc:sldChg chg="addSp modSp mod">
        <pc:chgData name="Jhomayra Herrera Villa" userId="be9a6c190bc31514" providerId="LiveId" clId="{596F2599-66C9-4BF6-ABB0-63ADF622E28A}" dt="2024-09-28T17:45:12.250" v="1259" actId="207"/>
        <pc:sldMkLst>
          <pc:docMk/>
          <pc:sldMk cId="876141110" sldId="544"/>
        </pc:sldMkLst>
      </pc:sldChg>
      <pc:sldChg chg="addSp modSp mod">
        <pc:chgData name="Jhomayra Herrera Villa" userId="be9a6c190bc31514" providerId="LiveId" clId="{596F2599-66C9-4BF6-ABB0-63ADF622E28A}" dt="2024-09-28T17:45:31.348" v="1262" actId="207"/>
        <pc:sldMkLst>
          <pc:docMk/>
          <pc:sldMk cId="2545998775" sldId="545"/>
        </pc:sldMkLst>
      </pc:sldChg>
      <pc:sldChg chg="addSp modSp mod">
        <pc:chgData name="Jhomayra Herrera Villa" userId="be9a6c190bc31514" providerId="LiveId" clId="{596F2599-66C9-4BF6-ABB0-63ADF622E28A}" dt="2024-09-28T17:45:37.193" v="1263" actId="207"/>
        <pc:sldMkLst>
          <pc:docMk/>
          <pc:sldMk cId="3141356087" sldId="547"/>
        </pc:sldMkLst>
      </pc:sldChg>
      <pc:sldChg chg="addSp modSp mod">
        <pc:chgData name="Jhomayra Herrera Villa" userId="be9a6c190bc31514" providerId="LiveId" clId="{596F2599-66C9-4BF6-ABB0-63ADF622E28A}" dt="2024-09-28T17:45:17.662" v="1260" actId="207"/>
        <pc:sldMkLst>
          <pc:docMk/>
          <pc:sldMk cId="1850355699" sldId="551"/>
        </pc:sldMkLst>
      </pc:sldChg>
      <pc:sldChg chg="del">
        <pc:chgData name="Jhomayra Herrera Villa" userId="be9a6c190bc31514" providerId="LiveId" clId="{596F2599-66C9-4BF6-ABB0-63ADF622E28A}" dt="2024-09-24T21:22:12.055" v="879" actId="47"/>
        <pc:sldMkLst>
          <pc:docMk/>
          <pc:sldMk cId="682624876" sldId="552"/>
        </pc:sldMkLst>
      </pc:sldChg>
      <pc:sldChg chg="addSp delSp modSp mod">
        <pc:chgData name="Jhomayra Herrera Villa" userId="be9a6c190bc31514" providerId="LiveId" clId="{596F2599-66C9-4BF6-ABB0-63ADF622E28A}" dt="2024-09-28T20:59:50.084" v="2061" actId="1076"/>
        <pc:sldMkLst>
          <pc:docMk/>
          <pc:sldMk cId="3487161634" sldId="553"/>
        </pc:sldMkLst>
      </pc:sldChg>
      <pc:sldChg chg="modSp del mod">
        <pc:chgData name="Jhomayra Herrera Villa" userId="be9a6c190bc31514" providerId="LiveId" clId="{596F2599-66C9-4BF6-ABB0-63ADF622E28A}" dt="2024-09-24T21:11:53.565" v="648" actId="47"/>
        <pc:sldMkLst>
          <pc:docMk/>
          <pc:sldMk cId="142987133" sldId="554"/>
        </pc:sldMkLst>
      </pc:sldChg>
      <pc:sldChg chg="addSp delSp modSp mod modAnim">
        <pc:chgData name="Jhomayra Herrera Villa" userId="be9a6c190bc31514" providerId="LiveId" clId="{596F2599-66C9-4BF6-ABB0-63ADF622E28A}" dt="2024-09-28T21:08:56.965" v="2064" actId="1076"/>
        <pc:sldMkLst>
          <pc:docMk/>
          <pc:sldMk cId="1824797254" sldId="556"/>
        </pc:sldMkLst>
      </pc:sldChg>
      <pc:sldChg chg="addSp delSp modSp mod">
        <pc:chgData name="Jhomayra Herrera Villa" userId="be9a6c190bc31514" providerId="LiveId" clId="{596F2599-66C9-4BF6-ABB0-63ADF622E28A}" dt="2024-09-28T17:41:23.910" v="1220" actId="207"/>
        <pc:sldMkLst>
          <pc:docMk/>
          <pc:sldMk cId="2576008904" sldId="600"/>
        </pc:sldMkLst>
      </pc:sldChg>
      <pc:sldChg chg="addSp delSp modSp mod">
        <pc:chgData name="Jhomayra Herrera Villa" userId="be9a6c190bc31514" providerId="LiveId" clId="{596F2599-66C9-4BF6-ABB0-63ADF622E28A}" dt="2024-09-28T17:41:12.990" v="1219" actId="207"/>
        <pc:sldMkLst>
          <pc:docMk/>
          <pc:sldMk cId="1960228067" sldId="608"/>
        </pc:sldMkLst>
      </pc:sldChg>
      <pc:sldChg chg="addSp delSp modSp mod">
        <pc:chgData name="Jhomayra Herrera Villa" userId="be9a6c190bc31514" providerId="LiveId" clId="{596F2599-66C9-4BF6-ABB0-63ADF622E28A}" dt="2024-09-28T17:41:07.781" v="1218" actId="207"/>
        <pc:sldMkLst>
          <pc:docMk/>
          <pc:sldMk cId="3892361141" sldId="609"/>
        </pc:sldMkLst>
      </pc:sldChg>
      <pc:sldChg chg="addSp delSp modSp mod">
        <pc:chgData name="Jhomayra Herrera Villa" userId="be9a6c190bc31514" providerId="LiveId" clId="{596F2599-66C9-4BF6-ABB0-63ADF622E28A}" dt="2024-09-28T21:08:39.304" v="2062" actId="478"/>
        <pc:sldMkLst>
          <pc:docMk/>
          <pc:sldMk cId="3435678241" sldId="610"/>
        </pc:sldMkLst>
      </pc:sldChg>
      <pc:sldChg chg="addSp delSp modSp mod">
        <pc:chgData name="Jhomayra Herrera Villa" userId="be9a6c190bc31514" providerId="LiveId" clId="{596F2599-66C9-4BF6-ABB0-63ADF622E28A}" dt="2024-09-28T17:41:42.443" v="1223" actId="207"/>
        <pc:sldMkLst>
          <pc:docMk/>
          <pc:sldMk cId="1484947550" sldId="611"/>
        </pc:sldMkLst>
      </pc:sldChg>
      <pc:sldChg chg="addSp delSp modSp mod">
        <pc:chgData name="Jhomayra Herrera Villa" userId="be9a6c190bc31514" providerId="LiveId" clId="{596F2599-66C9-4BF6-ABB0-63ADF622E28A}" dt="2024-09-28T17:43:23.533" v="1240" actId="207"/>
        <pc:sldMkLst>
          <pc:docMk/>
          <pc:sldMk cId="3507398812" sldId="612"/>
        </pc:sldMkLst>
      </pc:sldChg>
      <pc:sldChg chg="addSp delSp modSp mod">
        <pc:chgData name="Jhomayra Herrera Villa" userId="be9a6c190bc31514" providerId="LiveId" clId="{596F2599-66C9-4BF6-ABB0-63ADF622E28A}" dt="2024-09-28T17:43:48.497" v="1244" actId="207"/>
        <pc:sldMkLst>
          <pc:docMk/>
          <pc:sldMk cId="4235869124" sldId="613"/>
        </pc:sldMkLst>
      </pc:sldChg>
      <pc:sldChg chg="addSp modSp mod">
        <pc:chgData name="Jhomayra Herrera Villa" userId="be9a6c190bc31514" providerId="LiveId" clId="{596F2599-66C9-4BF6-ABB0-63ADF622E28A}" dt="2024-09-28T17:43:33.523" v="1242" actId="207"/>
        <pc:sldMkLst>
          <pc:docMk/>
          <pc:sldMk cId="1843545420" sldId="614"/>
        </pc:sldMkLst>
      </pc:sldChg>
      <pc:sldChg chg="addSp delSp modSp mod">
        <pc:chgData name="Jhomayra Herrera Villa" userId="be9a6c190bc31514" providerId="LiveId" clId="{596F2599-66C9-4BF6-ABB0-63ADF622E28A}" dt="2024-09-28T17:41:29.064" v="1221" actId="207"/>
        <pc:sldMkLst>
          <pc:docMk/>
          <pc:sldMk cId="3753373523" sldId="615"/>
        </pc:sldMkLst>
      </pc:sldChg>
      <pc:sldChg chg="addSp delSp modSp mod">
        <pc:chgData name="Jhomayra Herrera Villa" userId="be9a6c190bc31514" providerId="LiveId" clId="{596F2599-66C9-4BF6-ABB0-63ADF622E28A}" dt="2024-09-28T17:41:36.137" v="1222" actId="207"/>
        <pc:sldMkLst>
          <pc:docMk/>
          <pc:sldMk cId="2642050461" sldId="616"/>
        </pc:sldMkLst>
      </pc:sldChg>
      <pc:sldChg chg="addSp delSp modSp mod">
        <pc:chgData name="Jhomayra Herrera Villa" userId="be9a6c190bc31514" providerId="LiveId" clId="{596F2599-66C9-4BF6-ABB0-63ADF622E28A}" dt="2024-09-28T17:41:49.687" v="1224" actId="207"/>
        <pc:sldMkLst>
          <pc:docMk/>
          <pc:sldMk cId="3983387730" sldId="617"/>
        </pc:sldMkLst>
      </pc:sldChg>
      <pc:sldChg chg="addSp modSp mod">
        <pc:chgData name="Jhomayra Herrera Villa" userId="be9a6c190bc31514" providerId="LiveId" clId="{596F2599-66C9-4BF6-ABB0-63ADF622E28A}" dt="2024-09-28T17:44:32.924" v="1252" actId="207"/>
        <pc:sldMkLst>
          <pc:docMk/>
          <pc:sldMk cId="1573465510" sldId="618"/>
        </pc:sldMkLst>
      </pc:sldChg>
      <pc:sldChg chg="addSp modSp mod">
        <pc:chgData name="Jhomayra Herrera Villa" userId="be9a6c190bc31514" providerId="LiveId" clId="{596F2599-66C9-4BF6-ABB0-63ADF622E28A}" dt="2024-09-28T17:45:02.314" v="1257" actId="207"/>
        <pc:sldMkLst>
          <pc:docMk/>
          <pc:sldMk cId="2019148066" sldId="619"/>
        </pc:sldMkLst>
      </pc:sldChg>
      <pc:sldChg chg="addSp modSp mod">
        <pc:chgData name="Jhomayra Herrera Villa" userId="be9a6c190bc31514" providerId="LiveId" clId="{596F2599-66C9-4BF6-ABB0-63ADF622E28A}" dt="2024-09-28T17:45:42.107" v="1264" actId="207"/>
        <pc:sldMkLst>
          <pc:docMk/>
          <pc:sldMk cId="146928780" sldId="620"/>
        </pc:sldMkLst>
      </pc:sldChg>
      <pc:sldChg chg="addSp modSp mod">
        <pc:chgData name="Jhomayra Herrera Villa" userId="be9a6c190bc31514" providerId="LiveId" clId="{596F2599-66C9-4BF6-ABB0-63ADF622E28A}" dt="2024-09-28T17:45:47.250" v="1265" actId="207"/>
        <pc:sldMkLst>
          <pc:docMk/>
          <pc:sldMk cId="189351131" sldId="621"/>
        </pc:sldMkLst>
      </pc:sldChg>
      <pc:sldChg chg="addSp delSp modSp add del mod ord">
        <pc:chgData name="Jhomayra Herrera Villa" userId="be9a6c190bc31514" providerId="LiveId" clId="{596F2599-66C9-4BF6-ABB0-63ADF622E28A}" dt="2024-09-28T18:02:11.435" v="1470" actId="47"/>
        <pc:sldMkLst>
          <pc:docMk/>
          <pc:sldMk cId="743885241" sldId="622"/>
        </pc:sldMkLst>
      </pc:sldChg>
      <pc:sldChg chg="addSp delSp modSp new mod">
        <pc:chgData name="Jhomayra Herrera Villa" userId="be9a6c190bc31514" providerId="LiveId" clId="{596F2599-66C9-4BF6-ABB0-63ADF622E28A}" dt="2024-09-28T18:02:20.072" v="1471" actId="1076"/>
        <pc:sldMkLst>
          <pc:docMk/>
          <pc:sldMk cId="3958893489" sldId="623"/>
        </pc:sldMkLst>
      </pc:sldChg>
      <pc:sldChg chg="addSp delSp modSp new mod">
        <pc:chgData name="Jhomayra Herrera Villa" userId="be9a6c190bc31514" providerId="LiveId" clId="{596F2599-66C9-4BF6-ABB0-63ADF622E28A}" dt="2024-09-28T21:28:52.480" v="2119" actId="6549"/>
        <pc:sldMkLst>
          <pc:docMk/>
          <pc:sldMk cId="2214803605" sldId="624"/>
        </pc:sldMkLst>
      </pc:sldChg>
      <pc:sldChg chg="new del">
        <pc:chgData name="Jhomayra Herrera Villa" userId="be9a6c190bc31514" providerId="LiveId" clId="{596F2599-66C9-4BF6-ABB0-63ADF622E28A}" dt="2024-09-28T18:03:10.822" v="1474" actId="47"/>
        <pc:sldMkLst>
          <pc:docMk/>
          <pc:sldMk cId="2761492759" sldId="624"/>
        </pc:sldMkLst>
      </pc:sldChg>
      <pc:sldChg chg="delSp add del mod delAnim">
        <pc:chgData name="Jhomayra Herrera Villa" userId="be9a6c190bc31514" providerId="LiveId" clId="{596F2599-66C9-4BF6-ABB0-63ADF622E28A}" dt="2024-09-28T20:51:53.072" v="2047" actId="47"/>
        <pc:sldMkLst>
          <pc:docMk/>
          <pc:sldMk cId="100413792" sldId="625"/>
        </pc:sldMkLst>
      </pc:sldChg>
      <pc:sldMasterChg chg="addSldLayout modSldLayout">
        <pc:chgData name="Jhomayra Herrera Villa" userId="be9a6c190bc31514" providerId="LiveId" clId="{596F2599-66C9-4BF6-ABB0-63ADF622E28A}" dt="2024-09-28T18:07:37.925" v="1480" actId="14100"/>
        <pc:sldMasterMkLst>
          <pc:docMk/>
          <pc:sldMasterMk cId="298573331" sldId="2147483648"/>
        </pc:sldMasterMkLst>
        <pc:sldLayoutChg chg="delSp mod">
          <pc:chgData name="Jhomayra Herrera Villa" userId="be9a6c190bc31514" providerId="LiveId" clId="{596F2599-66C9-4BF6-ABB0-63ADF622E28A}" dt="2024-09-24T20:38:20.153" v="27" actId="478"/>
          <pc:sldLayoutMkLst>
            <pc:docMk/>
            <pc:sldMasterMk cId="298573331" sldId="2147483648"/>
            <pc:sldLayoutMk cId="134262335" sldId="2147483649"/>
          </pc:sldLayoutMkLst>
        </pc:sldLayoutChg>
        <pc:sldLayoutChg chg="delSp modSp mod">
          <pc:chgData name="Jhomayra Herrera Villa" userId="be9a6c190bc31514" providerId="LiveId" clId="{596F2599-66C9-4BF6-ABB0-63ADF622E28A}" dt="2024-09-28T17:39:26.699" v="1204" actId="207"/>
          <pc:sldLayoutMkLst>
            <pc:docMk/>
            <pc:sldMasterMk cId="298573331" sldId="2147483648"/>
            <pc:sldLayoutMk cId="647376143" sldId="2147483650"/>
          </pc:sldLayoutMkLst>
        </pc:sldLayoutChg>
        <pc:sldLayoutChg chg="modSp mod">
          <pc:chgData name="Jhomayra Herrera Villa" userId="be9a6c190bc31514" providerId="LiveId" clId="{596F2599-66C9-4BF6-ABB0-63ADF622E28A}" dt="2024-09-28T17:39:33.045" v="1205" actId="207"/>
          <pc:sldLayoutMkLst>
            <pc:docMk/>
            <pc:sldMasterMk cId="298573331" sldId="2147483648"/>
            <pc:sldLayoutMk cId="3725020474" sldId="2147483660"/>
          </pc:sldLayoutMkLst>
        </pc:sldLayoutChg>
        <pc:sldLayoutChg chg="delSp modSp mod">
          <pc:chgData name="Jhomayra Herrera Villa" userId="be9a6c190bc31514" providerId="LiveId" clId="{596F2599-66C9-4BF6-ABB0-63ADF622E28A}" dt="2024-09-28T17:39:20.266" v="1203" actId="207"/>
          <pc:sldLayoutMkLst>
            <pc:docMk/>
            <pc:sldMasterMk cId="298573331" sldId="2147483648"/>
            <pc:sldLayoutMk cId="4074252559" sldId="2147483661"/>
          </pc:sldLayoutMkLst>
        </pc:sldLayoutChg>
        <pc:sldLayoutChg chg="modSp mod">
          <pc:chgData name="Jhomayra Herrera Villa" userId="be9a6c190bc31514" providerId="LiveId" clId="{596F2599-66C9-4BF6-ABB0-63ADF622E28A}" dt="2024-09-28T17:33:28.344" v="1170" actId="207"/>
          <pc:sldLayoutMkLst>
            <pc:docMk/>
            <pc:sldMasterMk cId="298573331" sldId="2147483648"/>
            <pc:sldLayoutMk cId="4021565350" sldId="2147483664"/>
          </pc:sldLayoutMkLst>
        </pc:sldLayoutChg>
        <pc:sldLayoutChg chg="modSp add mod modTransition">
          <pc:chgData name="Jhomayra Herrera Villa" userId="be9a6c190bc31514" providerId="LiveId" clId="{596F2599-66C9-4BF6-ABB0-63ADF622E28A}" dt="2024-09-28T18:00:57.369" v="1456" actId="14100"/>
          <pc:sldLayoutMkLst>
            <pc:docMk/>
            <pc:sldMasterMk cId="298573331" sldId="2147483648"/>
            <pc:sldLayoutMk cId="2192570471" sldId="2147483665"/>
          </pc:sldLayoutMkLst>
        </pc:sldLayoutChg>
        <pc:sldLayoutChg chg="modSp add mod modTransition">
          <pc:chgData name="Jhomayra Herrera Villa" userId="be9a6c190bc31514" providerId="LiveId" clId="{596F2599-66C9-4BF6-ABB0-63ADF622E28A}" dt="2024-09-28T18:07:37.925" v="1480" actId="14100"/>
          <pc:sldLayoutMkLst>
            <pc:docMk/>
            <pc:sldMasterMk cId="298573331" sldId="2147483648"/>
            <pc:sldLayoutMk cId="1368137362" sldId="2147483666"/>
          </pc:sldLayoutMkLst>
        </pc:sldLayoutChg>
      </pc:sldMasterChg>
    </pc:docChg>
  </pc:docChgLst>
  <pc:docChgLst>
    <pc:chgData name="Jhomayra Herrera Villa" userId="be9a6c190bc31514" providerId="LiveId" clId="{B3AED20E-9E3B-4DF0-BAC1-005FADDE6AFC}"/>
    <pc:docChg chg="undo custSel addSld delSld modSld sldOrd modMainMaster">
      <pc:chgData name="Jhomayra Herrera Villa" userId="be9a6c190bc31514" providerId="LiveId" clId="{B3AED20E-9E3B-4DF0-BAC1-005FADDE6AFC}" dt="2024-11-07T23:38:43.769" v="660" actId="113"/>
      <pc:docMkLst>
        <pc:docMk/>
      </pc:docMkLst>
      <pc:sldChg chg="addSp delSp modSp mod">
        <pc:chgData name="Jhomayra Herrera Villa" userId="be9a6c190bc31514" providerId="LiveId" clId="{B3AED20E-9E3B-4DF0-BAC1-005FADDE6AFC}" dt="2024-11-05T21:16:32.479" v="593"/>
        <pc:sldMkLst>
          <pc:docMk/>
          <pc:sldMk cId="220195443" sldId="256"/>
        </pc:sldMkLst>
        <pc:spChg chg="mod">
          <ac:chgData name="Jhomayra Herrera Villa" userId="be9a6c190bc31514" providerId="LiveId" clId="{B3AED20E-9E3B-4DF0-BAC1-005FADDE6AFC}" dt="2024-11-05T20:32:44.068" v="56" actId="20577"/>
          <ac:spMkLst>
            <pc:docMk/>
            <pc:sldMk cId="220195443" sldId="256"/>
            <ac:spMk id="9" creationId="{00000000-0000-0000-0000-000000000000}"/>
          </ac:spMkLst>
        </pc:spChg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819366046" sldId="276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4044790179" sldId="29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159565736" sldId="291"/>
        </pc:sldMkLst>
      </pc:sldChg>
      <pc:sldChg chg="add del">
        <pc:chgData name="Jhomayra Herrera Villa" userId="be9a6c190bc31514" providerId="LiveId" clId="{B3AED20E-9E3B-4DF0-BAC1-005FADDE6AFC}" dt="2024-11-05T20:36:12.012" v="258" actId="47"/>
        <pc:sldMkLst>
          <pc:docMk/>
          <pc:sldMk cId="2799528031" sldId="295"/>
        </pc:sldMkLst>
      </pc:sldChg>
      <pc:sldChg chg="add del">
        <pc:chgData name="Jhomayra Herrera Villa" userId="be9a6c190bc31514" providerId="LiveId" clId="{B3AED20E-9E3B-4DF0-BAC1-005FADDE6AFC}" dt="2024-11-05T20:36:12.012" v="258" actId="47"/>
        <pc:sldMkLst>
          <pc:docMk/>
          <pc:sldMk cId="801177488" sldId="296"/>
        </pc:sldMkLst>
      </pc:sldChg>
      <pc:sldChg chg="add del">
        <pc:chgData name="Jhomayra Herrera Villa" userId="be9a6c190bc31514" providerId="LiveId" clId="{B3AED20E-9E3B-4DF0-BAC1-005FADDE6AFC}" dt="2024-11-05T20:36:12.012" v="258" actId="47"/>
        <pc:sldMkLst>
          <pc:docMk/>
          <pc:sldMk cId="1555377708" sldId="297"/>
        </pc:sldMkLst>
      </pc:sldChg>
      <pc:sldChg chg="modSp add mod">
        <pc:chgData name="Jhomayra Herrera Villa" userId="be9a6c190bc31514" providerId="LiveId" clId="{B3AED20E-9E3B-4DF0-BAC1-005FADDE6AFC}" dt="2024-11-05T20:42:23.604" v="308" actId="1076"/>
        <pc:sldMkLst>
          <pc:docMk/>
          <pc:sldMk cId="2707906527" sldId="298"/>
        </pc:sldMkLst>
      </pc:sldChg>
      <pc:sldChg chg="modSp add mod">
        <pc:chgData name="Jhomayra Herrera Villa" userId="be9a6c190bc31514" providerId="LiveId" clId="{B3AED20E-9E3B-4DF0-BAC1-005FADDE6AFC}" dt="2024-11-05T20:46:58.981" v="330" actId="12385"/>
        <pc:sldMkLst>
          <pc:docMk/>
          <pc:sldMk cId="4093196715" sldId="299"/>
        </pc:sldMkLst>
      </pc:sldChg>
      <pc:sldChg chg="addSp delSp modSp add mod">
        <pc:chgData name="Jhomayra Herrera Villa" userId="be9a6c190bc31514" providerId="LiveId" clId="{B3AED20E-9E3B-4DF0-BAC1-005FADDE6AFC}" dt="2024-11-07T23:29:16.985" v="628" actId="1076"/>
        <pc:sldMkLst>
          <pc:docMk/>
          <pc:sldMk cId="1047953880" sldId="300"/>
        </pc:sldMkLst>
      </pc:sldChg>
      <pc:sldChg chg="add del">
        <pc:chgData name="Jhomayra Herrera Villa" userId="be9a6c190bc31514" providerId="LiveId" clId="{B3AED20E-9E3B-4DF0-BAC1-005FADDE6AFC}" dt="2024-11-05T20:50:26.051" v="371" actId="47"/>
        <pc:sldMkLst>
          <pc:docMk/>
          <pc:sldMk cId="1570590620" sldId="304"/>
        </pc:sldMkLst>
      </pc:sldChg>
      <pc:sldChg chg="add del">
        <pc:chgData name="Jhomayra Herrera Villa" userId="be9a6c190bc31514" providerId="LiveId" clId="{B3AED20E-9E3B-4DF0-BAC1-005FADDE6AFC}" dt="2024-11-05T20:51:52.311" v="416" actId="47"/>
        <pc:sldMkLst>
          <pc:docMk/>
          <pc:sldMk cId="1965113033" sldId="305"/>
        </pc:sldMkLst>
      </pc:sldChg>
      <pc:sldChg chg="add del">
        <pc:chgData name="Jhomayra Herrera Villa" userId="be9a6c190bc31514" providerId="LiveId" clId="{B3AED20E-9E3B-4DF0-BAC1-005FADDE6AFC}" dt="2024-11-05T21:09:09.601" v="500" actId="47"/>
        <pc:sldMkLst>
          <pc:docMk/>
          <pc:sldMk cId="2385693873" sldId="306"/>
        </pc:sldMkLst>
      </pc:sldChg>
      <pc:sldChg chg="add del">
        <pc:chgData name="Jhomayra Herrera Villa" userId="be9a6c190bc31514" providerId="LiveId" clId="{B3AED20E-9E3B-4DF0-BAC1-005FADDE6AFC}" dt="2024-11-05T21:11:43.434" v="550" actId="47"/>
        <pc:sldMkLst>
          <pc:docMk/>
          <pc:sldMk cId="2791267603" sldId="30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4240583982" sldId="309"/>
        </pc:sldMkLst>
      </pc:sldChg>
      <pc:sldChg chg="modSp add mod">
        <pc:chgData name="Jhomayra Herrera Villa" userId="be9a6c190bc31514" providerId="LiveId" clId="{B3AED20E-9E3B-4DF0-BAC1-005FADDE6AFC}" dt="2024-11-05T20:43:44.433" v="314" actId="14100"/>
        <pc:sldMkLst>
          <pc:docMk/>
          <pc:sldMk cId="1490396708" sldId="311"/>
        </pc:sldMkLst>
      </pc:sldChg>
      <pc:sldChg chg="addSp modSp add del mod">
        <pc:chgData name="Jhomayra Herrera Villa" userId="be9a6c190bc31514" providerId="LiveId" clId="{B3AED20E-9E3B-4DF0-BAC1-005FADDE6AFC}" dt="2024-11-05T21:16:39.160" v="594"/>
        <pc:sldMkLst>
          <pc:docMk/>
          <pc:sldMk cId="1281601654" sldId="312"/>
        </pc:sldMkLst>
      </pc:sldChg>
      <pc:sldChg chg="modSp add mod">
        <pc:chgData name="Jhomayra Herrera Villa" userId="be9a6c190bc31514" providerId="LiveId" clId="{B3AED20E-9E3B-4DF0-BAC1-005FADDE6AFC}" dt="2024-11-05T20:50:36.853" v="373" actId="207"/>
        <pc:sldMkLst>
          <pc:docMk/>
          <pc:sldMk cId="3629771386" sldId="313"/>
        </pc:sldMkLst>
      </pc:sldChg>
      <pc:sldChg chg="addSp modSp add mod">
        <pc:chgData name="Jhomayra Herrera Villa" userId="be9a6c190bc31514" providerId="LiveId" clId="{B3AED20E-9E3B-4DF0-BAC1-005FADDE6AFC}" dt="2024-11-05T21:16:53.211" v="596"/>
        <pc:sldMkLst>
          <pc:docMk/>
          <pc:sldMk cId="883537829" sldId="314"/>
        </pc:sldMkLst>
      </pc:sldChg>
      <pc:sldChg chg="modSp add mod">
        <pc:chgData name="Jhomayra Herrera Villa" userId="be9a6c190bc31514" providerId="LiveId" clId="{B3AED20E-9E3B-4DF0-BAC1-005FADDE6AFC}" dt="2024-11-05T20:49:11.637" v="344" actId="207"/>
        <pc:sldMkLst>
          <pc:docMk/>
          <pc:sldMk cId="3811122785" sldId="315"/>
        </pc:sldMkLst>
      </pc:sldChg>
      <pc:sldChg chg="modSp add mod">
        <pc:chgData name="Jhomayra Herrera Villa" userId="be9a6c190bc31514" providerId="LiveId" clId="{B3AED20E-9E3B-4DF0-BAC1-005FADDE6AFC}" dt="2024-11-05T20:49:23.262" v="346" actId="207"/>
        <pc:sldMkLst>
          <pc:docMk/>
          <pc:sldMk cId="3039010194" sldId="316"/>
        </pc:sldMkLst>
      </pc:sldChg>
      <pc:sldChg chg="addSp modSp add mod">
        <pc:chgData name="Jhomayra Herrera Villa" userId="be9a6c190bc31514" providerId="LiveId" clId="{B3AED20E-9E3B-4DF0-BAC1-005FADDE6AFC}" dt="2024-11-05T21:16:56.427" v="597"/>
        <pc:sldMkLst>
          <pc:docMk/>
          <pc:sldMk cId="4219758570" sldId="317"/>
        </pc:sldMkLst>
      </pc:sldChg>
      <pc:sldChg chg="modSp add mod">
        <pc:chgData name="Jhomayra Herrera Villa" userId="be9a6c190bc31514" providerId="LiveId" clId="{B3AED20E-9E3B-4DF0-BAC1-005FADDE6AFC}" dt="2024-11-05T20:50:49.461" v="375" actId="207"/>
        <pc:sldMkLst>
          <pc:docMk/>
          <pc:sldMk cId="2455704526" sldId="318"/>
        </pc:sldMkLst>
      </pc:sldChg>
      <pc:sldChg chg="addSp modSp add mod">
        <pc:chgData name="Jhomayra Herrera Villa" userId="be9a6c190bc31514" providerId="LiveId" clId="{B3AED20E-9E3B-4DF0-BAC1-005FADDE6AFC}" dt="2024-11-05T21:17:00.491" v="598"/>
        <pc:sldMkLst>
          <pc:docMk/>
          <pc:sldMk cId="3194597489" sldId="319"/>
        </pc:sldMkLst>
      </pc:sldChg>
      <pc:sldChg chg="modSp add mod">
        <pc:chgData name="Jhomayra Herrera Villa" userId="be9a6c190bc31514" providerId="LiveId" clId="{B3AED20E-9E3B-4DF0-BAC1-005FADDE6AFC}" dt="2024-11-05T20:52:38.529" v="424" actId="207"/>
        <pc:sldMkLst>
          <pc:docMk/>
          <pc:sldMk cId="3840204326" sldId="320"/>
        </pc:sldMkLst>
      </pc:sldChg>
      <pc:sldChg chg="modSp add mod">
        <pc:chgData name="Jhomayra Herrera Villa" userId="be9a6c190bc31514" providerId="LiveId" clId="{B3AED20E-9E3B-4DF0-BAC1-005FADDE6AFC}" dt="2024-11-05T20:53:03.222" v="432" actId="1076"/>
        <pc:sldMkLst>
          <pc:docMk/>
          <pc:sldMk cId="23054789" sldId="321"/>
        </pc:sldMkLst>
      </pc:sldChg>
      <pc:sldChg chg="modSp add mod">
        <pc:chgData name="Jhomayra Herrera Villa" userId="be9a6c190bc31514" providerId="LiveId" clId="{B3AED20E-9E3B-4DF0-BAC1-005FADDE6AFC}" dt="2024-11-05T20:53:16.036" v="435" actId="1076"/>
        <pc:sldMkLst>
          <pc:docMk/>
          <pc:sldMk cId="3151678197" sldId="325"/>
        </pc:sldMkLst>
      </pc:sldChg>
      <pc:sldChg chg="add del">
        <pc:chgData name="Jhomayra Herrera Villa" userId="be9a6c190bc31514" providerId="LiveId" clId="{B3AED20E-9E3B-4DF0-BAC1-005FADDE6AFC}" dt="2024-11-05T20:42:02.312" v="303" actId="47"/>
        <pc:sldMkLst>
          <pc:docMk/>
          <pc:sldMk cId="3736214872" sldId="332"/>
        </pc:sldMkLst>
      </pc:sldChg>
      <pc:sldChg chg="modSp add del mod">
        <pc:chgData name="Jhomayra Herrera Villa" userId="be9a6c190bc31514" providerId="LiveId" clId="{B3AED20E-9E3B-4DF0-BAC1-005FADDE6AFC}" dt="2024-11-05T20:40:40.958" v="288" actId="1076"/>
        <pc:sldMkLst>
          <pc:docMk/>
          <pc:sldMk cId="3885296821" sldId="333"/>
        </pc:sldMkLst>
      </pc:sldChg>
      <pc:sldChg chg="modSp add del mod">
        <pc:chgData name="Jhomayra Herrera Villa" userId="be9a6c190bc31514" providerId="LiveId" clId="{B3AED20E-9E3B-4DF0-BAC1-005FADDE6AFC}" dt="2024-11-05T20:41:33.838" v="296" actId="1076"/>
        <pc:sldMkLst>
          <pc:docMk/>
          <pc:sldMk cId="4253870754" sldId="336"/>
        </pc:sldMkLst>
      </pc:sldChg>
      <pc:sldChg chg="modSp add mod">
        <pc:chgData name="Jhomayra Herrera Villa" userId="be9a6c190bc31514" providerId="LiveId" clId="{B3AED20E-9E3B-4DF0-BAC1-005FADDE6AFC}" dt="2024-11-05T20:47:22.657" v="333" actId="12385"/>
        <pc:sldMkLst>
          <pc:docMk/>
          <pc:sldMk cId="3687886661" sldId="337"/>
        </pc:sldMkLst>
      </pc:sldChg>
      <pc:sldChg chg="addSp delSp modSp add mod">
        <pc:chgData name="Jhomayra Herrera Villa" userId="be9a6c190bc31514" providerId="LiveId" clId="{B3AED20E-9E3B-4DF0-BAC1-005FADDE6AFC}" dt="2024-11-07T23:38:02.087" v="654" actId="1076"/>
        <pc:sldMkLst>
          <pc:docMk/>
          <pc:sldMk cId="4082104335" sldId="338"/>
        </pc:sldMkLst>
      </pc:sldChg>
      <pc:sldChg chg="addSp delSp modSp add mod">
        <pc:chgData name="Jhomayra Herrera Villa" userId="be9a6c190bc31514" providerId="LiveId" clId="{B3AED20E-9E3B-4DF0-BAC1-005FADDE6AFC}" dt="2024-11-07T23:38:28.472" v="657" actId="1076"/>
        <pc:sldMkLst>
          <pc:docMk/>
          <pc:sldMk cId="2902940750" sldId="339"/>
        </pc:sldMkLst>
      </pc:sldChg>
      <pc:sldChg chg="addSp delSp modSp add mod">
        <pc:chgData name="Jhomayra Herrera Villa" userId="be9a6c190bc31514" providerId="LiveId" clId="{B3AED20E-9E3B-4DF0-BAC1-005FADDE6AFC}" dt="2024-11-07T23:33:49.432" v="636" actId="1076"/>
        <pc:sldMkLst>
          <pc:docMk/>
          <pc:sldMk cId="635443133" sldId="340"/>
        </pc:sldMkLst>
      </pc:sldChg>
      <pc:sldChg chg="add del">
        <pc:chgData name="Jhomayra Herrera Villa" userId="be9a6c190bc31514" providerId="LiveId" clId="{B3AED20E-9E3B-4DF0-BAC1-005FADDE6AFC}" dt="2024-11-05T21:14:43.748" v="590" actId="47"/>
        <pc:sldMkLst>
          <pc:docMk/>
          <pc:sldMk cId="2845906322" sldId="341"/>
        </pc:sldMkLst>
      </pc:sldChg>
      <pc:sldChg chg="modSp add mod">
        <pc:chgData name="Jhomayra Herrera Villa" userId="be9a6c190bc31514" providerId="LiveId" clId="{B3AED20E-9E3B-4DF0-BAC1-005FADDE6AFC}" dt="2024-11-07T23:38:43.769" v="660" actId="113"/>
        <pc:sldMkLst>
          <pc:docMk/>
          <pc:sldMk cId="3279239087" sldId="343"/>
        </pc:sldMkLst>
      </pc:sldChg>
      <pc:sldChg chg="addSp modSp add mod">
        <pc:chgData name="Jhomayra Herrera Villa" userId="be9a6c190bc31514" providerId="LiveId" clId="{B3AED20E-9E3B-4DF0-BAC1-005FADDE6AFC}" dt="2024-11-05T21:16:50.724" v="595"/>
        <pc:sldMkLst>
          <pc:docMk/>
          <pc:sldMk cId="1307403741" sldId="345"/>
        </pc:sldMkLst>
      </pc:sldChg>
      <pc:sldChg chg="modSp add mod">
        <pc:chgData name="Jhomayra Herrera Villa" userId="be9a6c190bc31514" providerId="LiveId" clId="{B3AED20E-9E3B-4DF0-BAC1-005FADDE6AFC}" dt="2024-11-05T20:49:46.559" v="349" actId="113"/>
        <pc:sldMkLst>
          <pc:docMk/>
          <pc:sldMk cId="1907503572" sldId="346"/>
        </pc:sldMkLst>
      </pc:sldChg>
      <pc:sldChg chg="addSp modSp add mod">
        <pc:chgData name="Jhomayra Herrera Villa" userId="be9a6c190bc31514" providerId="LiveId" clId="{B3AED20E-9E3B-4DF0-BAC1-005FADDE6AFC}" dt="2024-11-05T21:17:06.467" v="600"/>
        <pc:sldMkLst>
          <pc:docMk/>
          <pc:sldMk cId="2415799082" sldId="347"/>
        </pc:sldMkLst>
      </pc:sldChg>
      <pc:sldChg chg="addSp modSp add mod">
        <pc:chgData name="Jhomayra Herrera Villa" userId="be9a6c190bc31514" providerId="LiveId" clId="{B3AED20E-9E3B-4DF0-BAC1-005FADDE6AFC}" dt="2024-11-05T21:17:11.939" v="601"/>
        <pc:sldMkLst>
          <pc:docMk/>
          <pc:sldMk cId="1188050881" sldId="348"/>
        </pc:sldMkLst>
      </pc:sldChg>
      <pc:sldChg chg="modSp add mod">
        <pc:chgData name="Jhomayra Herrera Villa" userId="be9a6c190bc31514" providerId="LiveId" clId="{B3AED20E-9E3B-4DF0-BAC1-005FADDE6AFC}" dt="2024-11-05T21:09:22.097" v="503" actId="12385"/>
        <pc:sldMkLst>
          <pc:docMk/>
          <pc:sldMk cId="750370094" sldId="349"/>
        </pc:sldMkLst>
      </pc:sldChg>
      <pc:sldChg chg="modSp add mod">
        <pc:chgData name="Jhomayra Herrera Villa" userId="be9a6c190bc31514" providerId="LiveId" clId="{B3AED20E-9E3B-4DF0-BAC1-005FADDE6AFC}" dt="2024-11-05T20:53:41.437" v="441" actId="1076"/>
        <pc:sldMkLst>
          <pc:docMk/>
          <pc:sldMk cId="891649962" sldId="352"/>
        </pc:sldMkLst>
      </pc:sldChg>
      <pc:sldChg chg="modSp add mod">
        <pc:chgData name="Jhomayra Herrera Villa" userId="be9a6c190bc31514" providerId="LiveId" clId="{B3AED20E-9E3B-4DF0-BAC1-005FADDE6AFC}" dt="2024-11-05T20:53:52.116" v="444" actId="1076"/>
        <pc:sldMkLst>
          <pc:docMk/>
          <pc:sldMk cId="4218465768" sldId="353"/>
        </pc:sldMkLst>
      </pc:sldChg>
      <pc:sldChg chg="modSp add mod">
        <pc:chgData name="Jhomayra Herrera Villa" userId="be9a6c190bc31514" providerId="LiveId" clId="{B3AED20E-9E3B-4DF0-BAC1-005FADDE6AFC}" dt="2024-11-05T20:55:00.055" v="451" actId="207"/>
        <pc:sldMkLst>
          <pc:docMk/>
          <pc:sldMk cId="1688035457" sldId="354"/>
        </pc:sldMkLst>
      </pc:sldChg>
      <pc:sldChg chg="modSp add mod">
        <pc:chgData name="Jhomayra Herrera Villa" userId="be9a6c190bc31514" providerId="LiveId" clId="{B3AED20E-9E3B-4DF0-BAC1-005FADDE6AFC}" dt="2024-11-05T21:10:01.115" v="511" actId="113"/>
        <pc:sldMkLst>
          <pc:docMk/>
          <pc:sldMk cId="4254748675" sldId="355"/>
        </pc:sldMkLst>
      </pc:sldChg>
      <pc:sldChg chg="modSp add mod">
        <pc:chgData name="Jhomayra Herrera Villa" userId="be9a6c190bc31514" providerId="LiveId" clId="{B3AED20E-9E3B-4DF0-BAC1-005FADDE6AFC}" dt="2024-11-05T21:10:22.525" v="514" actId="12385"/>
        <pc:sldMkLst>
          <pc:docMk/>
          <pc:sldMk cId="1473156288" sldId="358"/>
        </pc:sldMkLst>
      </pc:sldChg>
      <pc:sldChg chg="modSp add mod">
        <pc:chgData name="Jhomayra Herrera Villa" userId="be9a6c190bc31514" providerId="LiveId" clId="{B3AED20E-9E3B-4DF0-BAC1-005FADDE6AFC}" dt="2024-11-05T21:10:34.693" v="517" actId="1076"/>
        <pc:sldMkLst>
          <pc:docMk/>
          <pc:sldMk cId="3405833390" sldId="359"/>
        </pc:sldMkLst>
      </pc:sldChg>
      <pc:sldChg chg="add del">
        <pc:chgData name="Jhomayra Herrera Villa" userId="be9a6c190bc31514" providerId="LiveId" clId="{B3AED20E-9E3B-4DF0-BAC1-005FADDE6AFC}" dt="2024-11-05T21:14:53.546" v="592" actId="47"/>
        <pc:sldMkLst>
          <pc:docMk/>
          <pc:sldMk cId="3472780057" sldId="360"/>
        </pc:sldMkLst>
      </pc:sldChg>
      <pc:sldChg chg="modSp add mod">
        <pc:chgData name="Jhomayra Herrera Villa" userId="be9a6c190bc31514" providerId="LiveId" clId="{B3AED20E-9E3B-4DF0-BAC1-005FADDE6AFC}" dt="2024-11-05T20:52:27.072" v="422" actId="207"/>
        <pc:sldMkLst>
          <pc:docMk/>
          <pc:sldMk cId="1475718191" sldId="362"/>
        </pc:sldMkLst>
      </pc:sldChg>
      <pc:sldChg chg="modSp add mod">
        <pc:chgData name="Jhomayra Herrera Villa" userId="be9a6c190bc31514" providerId="LiveId" clId="{B3AED20E-9E3B-4DF0-BAC1-005FADDE6AFC}" dt="2024-11-05T21:09:29.228" v="505" actId="1076"/>
        <pc:sldMkLst>
          <pc:docMk/>
          <pc:sldMk cId="4222820921" sldId="363"/>
        </pc:sldMkLst>
      </pc:sldChg>
      <pc:sldChg chg="modSp add mod">
        <pc:chgData name="Jhomayra Herrera Villa" userId="be9a6c190bc31514" providerId="LiveId" clId="{B3AED20E-9E3B-4DF0-BAC1-005FADDE6AFC}" dt="2024-11-05T21:10:27.664" v="515" actId="14100"/>
        <pc:sldMkLst>
          <pc:docMk/>
          <pc:sldMk cId="2403823933" sldId="364"/>
        </pc:sldMkLst>
      </pc:sldChg>
      <pc:sldChg chg="modSp add mod">
        <pc:chgData name="Jhomayra Herrera Villa" userId="be9a6c190bc31514" providerId="LiveId" clId="{B3AED20E-9E3B-4DF0-BAC1-005FADDE6AFC}" dt="2024-11-05T21:11:17.032" v="529" actId="207"/>
        <pc:sldMkLst>
          <pc:docMk/>
          <pc:sldMk cId="439083822" sldId="365"/>
        </pc:sldMkLst>
      </pc:sldChg>
      <pc:sldChg chg="modSp add mod">
        <pc:chgData name="Jhomayra Herrera Villa" userId="be9a6c190bc31514" providerId="LiveId" clId="{B3AED20E-9E3B-4DF0-BAC1-005FADDE6AFC}" dt="2024-11-05T21:10:41.922" v="519" actId="1076"/>
        <pc:sldMkLst>
          <pc:docMk/>
          <pc:sldMk cId="1165163605" sldId="366"/>
        </pc:sldMkLst>
      </pc:sldChg>
      <pc:sldChg chg="modSp add mod">
        <pc:chgData name="Jhomayra Herrera Villa" userId="be9a6c190bc31514" providerId="LiveId" clId="{B3AED20E-9E3B-4DF0-BAC1-005FADDE6AFC}" dt="2024-11-05T21:10:52.738" v="522" actId="255"/>
        <pc:sldMkLst>
          <pc:docMk/>
          <pc:sldMk cId="350566632" sldId="367"/>
        </pc:sldMkLst>
      </pc:sldChg>
      <pc:sldChg chg="addSp delSp modSp add mod">
        <pc:chgData name="Jhomayra Herrera Villa" userId="be9a6c190bc31514" providerId="LiveId" clId="{B3AED20E-9E3B-4DF0-BAC1-005FADDE6AFC}" dt="2024-11-07T23:35:48.446" v="639"/>
        <pc:sldMkLst>
          <pc:docMk/>
          <pc:sldMk cId="3227476005" sldId="368"/>
        </pc:sldMkLst>
      </pc:sldChg>
      <pc:sldChg chg="addSp delSp modSp add mod">
        <pc:chgData name="Jhomayra Herrera Villa" userId="be9a6c190bc31514" providerId="LiveId" clId="{B3AED20E-9E3B-4DF0-BAC1-005FADDE6AFC}" dt="2024-11-07T23:35:57.839" v="643"/>
        <pc:sldMkLst>
          <pc:docMk/>
          <pc:sldMk cId="869353807" sldId="369"/>
        </pc:sldMkLst>
      </pc:sldChg>
      <pc:sldChg chg="addSp delSp modSp add mod setBg">
        <pc:chgData name="Jhomayra Herrera Villa" userId="be9a6c190bc31514" providerId="LiveId" clId="{B3AED20E-9E3B-4DF0-BAC1-005FADDE6AFC}" dt="2024-11-07T23:36:02.531" v="645"/>
        <pc:sldMkLst>
          <pc:docMk/>
          <pc:sldMk cId="2233517980" sldId="370"/>
        </pc:sldMkLst>
      </pc:sldChg>
      <pc:sldChg chg="addSp delSp modSp add mod">
        <pc:chgData name="Jhomayra Herrera Villa" userId="be9a6c190bc31514" providerId="LiveId" clId="{B3AED20E-9E3B-4DF0-BAC1-005FADDE6AFC}" dt="2024-11-07T23:36:08.227" v="647"/>
        <pc:sldMkLst>
          <pc:docMk/>
          <pc:sldMk cId="2084615722" sldId="371"/>
        </pc:sldMkLst>
      </pc:sldChg>
      <pc:sldChg chg="modSp add del mod">
        <pc:chgData name="Jhomayra Herrera Villa" userId="be9a6c190bc31514" providerId="LiveId" clId="{B3AED20E-9E3B-4DF0-BAC1-005FADDE6AFC}" dt="2024-11-05T20:40:48.679" v="291" actId="1076"/>
        <pc:sldMkLst>
          <pc:docMk/>
          <pc:sldMk cId="3743103616" sldId="372"/>
        </pc:sldMkLst>
      </pc:sldChg>
      <pc:sldChg chg="addSp modSp add mod">
        <pc:chgData name="Jhomayra Herrera Villa" userId="be9a6c190bc31514" providerId="LiveId" clId="{B3AED20E-9E3B-4DF0-BAC1-005FADDE6AFC}" dt="2024-11-05T21:17:03.592" v="599"/>
        <pc:sldMkLst>
          <pc:docMk/>
          <pc:sldMk cId="3322478070" sldId="373"/>
        </pc:sldMkLst>
      </pc:sldChg>
      <pc:sldChg chg="addSp delSp modSp add mod">
        <pc:chgData name="Jhomayra Herrera Villa" userId="be9a6c190bc31514" providerId="LiveId" clId="{B3AED20E-9E3B-4DF0-BAC1-005FADDE6AFC}" dt="2024-11-07T23:28:31.299" v="623" actId="1076"/>
        <pc:sldMkLst>
          <pc:docMk/>
          <pc:sldMk cId="4055564294" sldId="374"/>
        </pc:sldMkLst>
      </pc:sldChg>
      <pc:sldChg chg="addSp delSp modSp add mod">
        <pc:chgData name="Jhomayra Herrera Villa" userId="be9a6c190bc31514" providerId="LiveId" clId="{B3AED20E-9E3B-4DF0-BAC1-005FADDE6AFC}" dt="2024-11-07T23:33:04.634" v="633" actId="1076"/>
        <pc:sldMkLst>
          <pc:docMk/>
          <pc:sldMk cId="711333690" sldId="375"/>
        </pc:sldMkLst>
      </pc:sldChg>
      <pc:sldChg chg="modSp add mod">
        <pc:chgData name="Jhomayra Herrera Villa" userId="be9a6c190bc31514" providerId="LiveId" clId="{B3AED20E-9E3B-4DF0-BAC1-005FADDE6AFC}" dt="2024-11-05T20:52:15.378" v="420" actId="207"/>
        <pc:sldMkLst>
          <pc:docMk/>
          <pc:sldMk cId="1056050615" sldId="376"/>
        </pc:sldMkLst>
      </pc:sldChg>
      <pc:sldChg chg="modSp add mod">
        <pc:chgData name="Jhomayra Herrera Villa" userId="be9a6c190bc31514" providerId="LiveId" clId="{B3AED20E-9E3B-4DF0-BAC1-005FADDE6AFC}" dt="2024-11-05T20:52:49.154" v="426" actId="207"/>
        <pc:sldMkLst>
          <pc:docMk/>
          <pc:sldMk cId="4054158943" sldId="377"/>
        </pc:sldMkLst>
      </pc:sldChg>
      <pc:sldChg chg="addSp delSp modSp add mod">
        <pc:chgData name="Jhomayra Herrera Villa" userId="be9a6c190bc31514" providerId="LiveId" clId="{B3AED20E-9E3B-4DF0-BAC1-005FADDE6AFC}" dt="2024-11-07T23:35:53.210" v="641"/>
        <pc:sldMkLst>
          <pc:docMk/>
          <pc:sldMk cId="2965402313" sldId="378"/>
        </pc:sldMkLst>
      </pc:sldChg>
      <pc:sldChg chg="modSp mod">
        <pc:chgData name="Jhomayra Herrera Villa" userId="be9a6c190bc31514" providerId="LiveId" clId="{B3AED20E-9E3B-4DF0-BAC1-005FADDE6AFC}" dt="2024-11-05T20:41:56.323" v="302" actId="20577"/>
        <pc:sldMkLst>
          <pc:docMk/>
          <pc:sldMk cId="800749039" sldId="38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716104243" sldId="381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009842745" sldId="382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107028511" sldId="385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982533903" sldId="38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793931032" sldId="392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80445456" sldId="397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220824868" sldId="40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236764800" sldId="407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498381777" sldId="40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774566539" sldId="411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97740096" sldId="412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630057679" sldId="415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531451633" sldId="422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481875055" sldId="423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195071462" sldId="47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4176524483" sldId="497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511461870" sldId="49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793288748" sldId="499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517705390" sldId="50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955817572" sldId="501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088852728" sldId="514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766108722" sldId="515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559235369" sldId="516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62702713" sldId="517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641372250" sldId="51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132997927" sldId="519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689008595" sldId="52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814755766" sldId="521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555117553" sldId="542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876141110" sldId="544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545998775" sldId="545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141356087" sldId="547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850355699" sldId="551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487161634" sldId="553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824797254" sldId="556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576008904" sldId="60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960228067" sldId="60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892361141" sldId="609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435678241" sldId="61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484947550" sldId="611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507398812" sldId="612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4235869124" sldId="613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843545420" sldId="614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753373523" sldId="615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642050461" sldId="616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3983387730" sldId="617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573465510" sldId="618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2019148066" sldId="619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46928780" sldId="620"/>
        </pc:sldMkLst>
      </pc:sldChg>
      <pc:sldChg chg="del">
        <pc:chgData name="Jhomayra Herrera Villa" userId="be9a6c190bc31514" providerId="LiveId" clId="{B3AED20E-9E3B-4DF0-BAC1-005FADDE6AFC}" dt="2024-11-05T20:36:12.012" v="258" actId="47"/>
        <pc:sldMkLst>
          <pc:docMk/>
          <pc:sldMk cId="189351131" sldId="621"/>
        </pc:sldMkLst>
      </pc:sldChg>
      <pc:sldChg chg="del">
        <pc:chgData name="Jhomayra Herrera Villa" userId="be9a6c190bc31514" providerId="LiveId" clId="{B3AED20E-9E3B-4DF0-BAC1-005FADDE6AFC}" dt="2024-11-05T20:33:59.159" v="115" actId="47"/>
        <pc:sldMkLst>
          <pc:docMk/>
          <pc:sldMk cId="3958893489" sldId="623"/>
        </pc:sldMkLst>
      </pc:sldChg>
      <pc:sldChg chg="modSp mod">
        <pc:chgData name="Jhomayra Herrera Villa" userId="be9a6c190bc31514" providerId="LiveId" clId="{B3AED20E-9E3B-4DF0-BAC1-005FADDE6AFC}" dt="2024-11-05T20:35:42.411" v="255" actId="20577"/>
        <pc:sldMkLst>
          <pc:docMk/>
          <pc:sldMk cId="2214803605" sldId="624"/>
        </pc:sldMkLst>
      </pc:sldChg>
      <pc:sldChg chg="modSp add mod ord">
        <pc:chgData name="Jhomayra Herrera Villa" userId="be9a6c190bc31514" providerId="LiveId" clId="{B3AED20E-9E3B-4DF0-BAC1-005FADDE6AFC}" dt="2024-11-05T20:41:50.611" v="301" actId="20577"/>
        <pc:sldMkLst>
          <pc:docMk/>
          <pc:sldMk cId="2377151808" sldId="625"/>
        </pc:sldMkLst>
      </pc:sldChg>
      <pc:sldChg chg="modSp add mod ord">
        <pc:chgData name="Jhomayra Herrera Villa" userId="be9a6c190bc31514" providerId="LiveId" clId="{B3AED20E-9E3B-4DF0-BAC1-005FADDE6AFC}" dt="2024-11-05T20:50:22.519" v="370" actId="20577"/>
        <pc:sldMkLst>
          <pc:docMk/>
          <pc:sldMk cId="3222216413" sldId="626"/>
        </pc:sldMkLst>
      </pc:sldChg>
      <pc:sldChg chg="modSp add mod ord">
        <pc:chgData name="Jhomayra Herrera Villa" userId="be9a6c190bc31514" providerId="LiveId" clId="{B3AED20E-9E3B-4DF0-BAC1-005FADDE6AFC}" dt="2024-11-05T20:51:48.538" v="415" actId="20577"/>
        <pc:sldMkLst>
          <pc:docMk/>
          <pc:sldMk cId="4123023067" sldId="627"/>
        </pc:sldMkLst>
      </pc:sldChg>
      <pc:sldChg chg="modSp add mod ord">
        <pc:chgData name="Jhomayra Herrera Villa" userId="be9a6c190bc31514" providerId="LiveId" clId="{B3AED20E-9E3B-4DF0-BAC1-005FADDE6AFC}" dt="2024-11-05T21:09:02.070" v="497" actId="20577"/>
        <pc:sldMkLst>
          <pc:docMk/>
          <pc:sldMk cId="2808003632" sldId="628"/>
        </pc:sldMkLst>
      </pc:sldChg>
      <pc:sldChg chg="modSp add mod ord">
        <pc:chgData name="Jhomayra Herrera Villa" userId="be9a6c190bc31514" providerId="LiveId" clId="{B3AED20E-9E3B-4DF0-BAC1-005FADDE6AFC}" dt="2024-11-05T21:11:40.664" v="549" actId="20577"/>
        <pc:sldMkLst>
          <pc:docMk/>
          <pc:sldMk cId="3542118908" sldId="629"/>
        </pc:sldMkLst>
      </pc:sldChg>
      <pc:sldChg chg="modSp add mod ord">
        <pc:chgData name="Jhomayra Herrera Villa" userId="be9a6c190bc31514" providerId="LiveId" clId="{B3AED20E-9E3B-4DF0-BAC1-005FADDE6AFC}" dt="2024-11-05T21:14:40.662" v="589" actId="20577"/>
        <pc:sldMkLst>
          <pc:docMk/>
          <pc:sldMk cId="2140423409" sldId="630"/>
        </pc:sldMkLst>
      </pc:sldChg>
      <pc:sldMasterChg chg="delSldLayout modSldLayout">
        <pc:chgData name="Jhomayra Herrera Villa" userId="be9a6c190bc31514" providerId="LiveId" clId="{B3AED20E-9E3B-4DF0-BAC1-005FADDE6AFC}" dt="2024-11-05T21:14:53.546" v="592" actId="47"/>
        <pc:sldMasterMkLst>
          <pc:docMk/>
          <pc:sldMasterMk cId="298573331" sldId="2147483648"/>
        </pc:sldMasterMkLst>
        <pc:sldLayoutChg chg="addSp delSp modSp mod">
          <pc:chgData name="Jhomayra Herrera Villa" userId="be9a6c190bc31514" providerId="LiveId" clId="{B3AED20E-9E3B-4DF0-BAC1-005FADDE6AFC}" dt="2024-11-05T20:40:11.478" v="280"/>
          <pc:sldLayoutMkLst>
            <pc:docMk/>
            <pc:sldMasterMk cId="298573331" sldId="2147483648"/>
            <pc:sldLayoutMk cId="647376143" sldId="2147483650"/>
          </pc:sldLayoutMkLst>
          <pc:spChg chg="add mod">
            <ac:chgData name="Jhomayra Herrera Villa" userId="be9a6c190bc31514" providerId="LiveId" clId="{B3AED20E-9E3B-4DF0-BAC1-005FADDE6AFC}" dt="2024-11-05T20:40:11.478" v="280"/>
            <ac:spMkLst>
              <pc:docMk/>
              <pc:sldMasterMk cId="298573331" sldId="2147483648"/>
              <pc:sldLayoutMk cId="647376143" sldId="2147483650"/>
              <ac:spMk id="8" creationId="{415B735A-D7CD-A471-3269-D08F109BA6D2}"/>
            </ac:spMkLst>
          </pc:spChg>
        </pc:sldLayoutChg>
        <pc:sldLayoutChg chg="addSp delSp modSp mod">
          <pc:chgData name="Jhomayra Herrera Villa" userId="be9a6c190bc31514" providerId="LiveId" clId="{B3AED20E-9E3B-4DF0-BAC1-005FADDE6AFC}" dt="2024-11-05T20:40:01.774" v="278"/>
          <pc:sldLayoutMkLst>
            <pc:docMk/>
            <pc:sldMasterMk cId="298573331" sldId="2147483648"/>
            <pc:sldLayoutMk cId="2192570471" sldId="2147483665"/>
          </pc:sldLayoutMkLst>
          <pc:spChg chg="add mod">
            <ac:chgData name="Jhomayra Herrera Villa" userId="be9a6c190bc31514" providerId="LiveId" clId="{B3AED20E-9E3B-4DF0-BAC1-005FADDE6AFC}" dt="2024-11-05T20:40:01.774" v="278"/>
            <ac:spMkLst>
              <pc:docMk/>
              <pc:sldMasterMk cId="298573331" sldId="2147483648"/>
              <pc:sldLayoutMk cId="2192570471" sldId="2147483665"/>
              <ac:spMk id="3" creationId="{6DCF933E-AA40-8100-4716-68716F6AF6E2}"/>
            </ac:spMkLst>
          </pc:spChg>
        </pc:sldLayoutChg>
        <pc:sldLayoutChg chg="del">
          <pc:chgData name="Jhomayra Herrera Villa" userId="be9a6c190bc31514" providerId="LiveId" clId="{B3AED20E-9E3B-4DF0-BAC1-005FADDE6AFC}" dt="2024-11-05T20:36:12.012" v="258" actId="47"/>
          <pc:sldLayoutMkLst>
            <pc:docMk/>
            <pc:sldMasterMk cId="298573331" sldId="2147483648"/>
            <pc:sldLayoutMk cId="1611211529" sldId="2147483667"/>
          </pc:sldLayoutMkLst>
        </pc:sldLayoutChg>
        <pc:sldLayoutChg chg="del">
          <pc:chgData name="Jhomayra Herrera Villa" userId="be9a6c190bc31514" providerId="LiveId" clId="{B3AED20E-9E3B-4DF0-BAC1-005FADDE6AFC}" dt="2024-11-05T20:36:12.012" v="258" actId="47"/>
          <pc:sldLayoutMkLst>
            <pc:docMk/>
            <pc:sldMasterMk cId="298573331" sldId="2147483648"/>
            <pc:sldLayoutMk cId="1102977598" sldId="2147483668"/>
          </pc:sldLayoutMkLst>
        </pc:sldLayoutChg>
        <pc:sldLayoutChg chg="delSp del mod">
          <pc:chgData name="Jhomayra Herrera Villa" userId="be9a6c190bc31514" providerId="LiveId" clId="{B3AED20E-9E3B-4DF0-BAC1-005FADDE6AFC}" dt="2024-11-05T21:14:53.546" v="592" actId="47"/>
          <pc:sldLayoutMkLst>
            <pc:docMk/>
            <pc:sldMasterMk cId="298573331" sldId="2147483648"/>
            <pc:sldLayoutMk cId="1541205918" sldId="2147483669"/>
          </pc:sldLayoutMkLst>
        </pc:sldLayoutChg>
        <pc:sldLayoutChg chg="delSp mod">
          <pc:chgData name="Jhomayra Herrera Villa" userId="be9a6c190bc31514" providerId="LiveId" clId="{B3AED20E-9E3B-4DF0-BAC1-005FADDE6AFC}" dt="2024-11-05T20:37:51.104" v="272" actId="478"/>
          <pc:sldLayoutMkLst>
            <pc:docMk/>
            <pc:sldMasterMk cId="298573331" sldId="2147483648"/>
            <pc:sldLayoutMk cId="1600741941" sldId="2147483670"/>
          </pc:sldLayoutMkLst>
        </pc:sldLayoutChg>
        <pc:sldLayoutChg chg="delSp del mod">
          <pc:chgData name="Jhomayra Herrera Villa" userId="be9a6c190bc31514" providerId="LiveId" clId="{B3AED20E-9E3B-4DF0-BAC1-005FADDE6AFC}" dt="2024-11-05T21:11:43.434" v="550" actId="47"/>
          <pc:sldLayoutMkLst>
            <pc:docMk/>
            <pc:sldMasterMk cId="298573331" sldId="2147483648"/>
            <pc:sldLayoutMk cId="3027261152" sldId="2147483671"/>
          </pc:sldLayoutMkLst>
        </pc:sldLayoutChg>
        <pc:sldLayoutChg chg="delSp mod">
          <pc:chgData name="Jhomayra Herrera Villa" userId="be9a6c190bc31514" providerId="LiveId" clId="{B3AED20E-9E3B-4DF0-BAC1-005FADDE6AFC}" dt="2024-11-05T20:41:14.651" v="293" actId="478"/>
          <pc:sldLayoutMkLst>
            <pc:docMk/>
            <pc:sldMasterMk cId="298573331" sldId="2147483648"/>
            <pc:sldLayoutMk cId="2738583297" sldId="2147483672"/>
          </pc:sldLayoutMkLst>
        </pc:sldLayoutChg>
      </pc:sldMasterChg>
    </pc:docChg>
  </pc:docChgLst>
  <pc:docChgLst>
    <pc:chgData name="Jhomayra Herrera Villa" userId="be9a6c190bc31514" providerId="LiveId" clId="{06236EEE-1EB8-4319-962F-CC508A0F67A1}"/>
    <pc:docChg chg="undo custSel addSld delSld modSld sldOrd">
      <pc:chgData name="Jhomayra Herrera Villa" userId="be9a6c190bc31514" providerId="LiveId" clId="{06236EEE-1EB8-4319-962F-CC508A0F67A1}" dt="2024-11-15T19:08:22.672" v="1194" actId="1076"/>
      <pc:docMkLst>
        <pc:docMk/>
      </pc:docMkLst>
      <pc:sldChg chg="addSp delSp modSp mod">
        <pc:chgData name="Jhomayra Herrera Villa" userId="be9a6c190bc31514" providerId="LiveId" clId="{06236EEE-1EB8-4319-962F-CC508A0F67A1}" dt="2024-11-15T01:04:43.018" v="1108" actId="1076"/>
        <pc:sldMkLst>
          <pc:docMk/>
          <pc:sldMk cId="220195443" sldId="256"/>
        </pc:sldMkLst>
        <pc:spChg chg="mod">
          <ac:chgData name="Jhomayra Herrera Villa" userId="be9a6c190bc31514" providerId="LiveId" clId="{06236EEE-1EB8-4319-962F-CC508A0F67A1}" dt="2024-11-13T00:13:18.495" v="43" actId="20577"/>
          <ac:spMkLst>
            <pc:docMk/>
            <pc:sldMk cId="220195443" sldId="256"/>
            <ac:spMk id="9" creationId="{00000000-0000-0000-0000-000000000000}"/>
          </ac:spMkLst>
        </pc:spChg>
      </pc:sldChg>
      <pc:sldChg chg="delSp modSp mod">
        <pc:chgData name="Jhomayra Herrera Villa" userId="be9a6c190bc31514" providerId="LiveId" clId="{06236EEE-1EB8-4319-962F-CC508A0F67A1}" dt="2024-11-14T23:43:31.244" v="627" actId="255"/>
        <pc:sldMkLst>
          <pc:docMk/>
          <pc:sldMk cId="801177488" sldId="296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281601654" sldId="312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885296821" sldId="333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743103616" sldId="372"/>
        </pc:sldMkLst>
      </pc:sldChg>
      <pc:sldChg chg="addSp delSp modSp mod delAnim modAnim">
        <pc:chgData name="Jhomayra Herrera Villa" userId="be9a6c190bc31514" providerId="LiveId" clId="{06236EEE-1EB8-4319-962F-CC508A0F67A1}" dt="2024-11-15T19:04:21.716" v="1110" actId="1076"/>
        <pc:sldMkLst>
          <pc:docMk/>
          <pc:sldMk cId="628612492" sldId="376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922444347" sldId="37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438817871" sldId="379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712096278" sldId="381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176702294" sldId="38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051647129" sldId="388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269116543" sldId="389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928988110" sldId="390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568594714" sldId="391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513167902" sldId="392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095012956" sldId="393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534100461" sldId="394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039107329" sldId="395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600735928" sldId="396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4105569982" sldId="39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890379038" sldId="398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001525804" sldId="399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398646732" sldId="400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542686215" sldId="401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281213439" sldId="402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965248438" sldId="403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4201482509" sldId="404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54090763" sldId="405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4225668457" sldId="40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436180001" sldId="408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867437314" sldId="409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853399174" sldId="410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026733297" sldId="413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220269672" sldId="414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303267174" sldId="415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771143224" sldId="416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548087846" sldId="41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99491488" sldId="418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52310543" sldId="419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203984474" sldId="420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646993374" sldId="422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347373085" sldId="423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504406609" sldId="42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752822714" sldId="428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556760963" sldId="431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4001660188" sldId="432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058990593" sldId="434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4061059812" sldId="435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923929036" sldId="625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726890020" sldId="626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911180369" sldId="627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2109756472" sldId="628"/>
        </pc:sldMkLst>
      </pc:sldChg>
      <pc:sldChg chg="modSp mod">
        <pc:chgData name="Jhomayra Herrera Villa" userId="be9a6c190bc31514" providerId="LiveId" clId="{06236EEE-1EB8-4319-962F-CC508A0F67A1}" dt="2024-11-13T00:24:21.585" v="135" actId="20577"/>
        <pc:sldMkLst>
          <pc:docMk/>
          <pc:sldMk cId="4097227591" sldId="629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793672870" sldId="630"/>
        </pc:sldMkLst>
      </pc:sldChg>
      <pc:sldChg chg="addSp delSp modSp add del mod">
        <pc:chgData name="Jhomayra Herrera Villa" userId="be9a6c190bc31514" providerId="LiveId" clId="{06236EEE-1EB8-4319-962F-CC508A0F67A1}" dt="2024-11-13T00:36:52.181" v="206" actId="47"/>
        <pc:sldMkLst>
          <pc:docMk/>
          <pc:sldMk cId="3952631455" sldId="630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113212924" sldId="631"/>
        </pc:sldMkLst>
      </pc:sldChg>
      <pc:sldChg chg="addSp delSp modSp add del mod">
        <pc:chgData name="Jhomayra Herrera Villa" userId="be9a6c190bc31514" providerId="LiveId" clId="{06236EEE-1EB8-4319-962F-CC508A0F67A1}" dt="2024-11-13T00:36:52.181" v="206" actId="47"/>
        <pc:sldMkLst>
          <pc:docMk/>
          <pc:sldMk cId="3915414349" sldId="631"/>
        </pc:sldMkLst>
      </pc:sldChg>
      <pc:sldChg chg="addSp delSp modSp add mod ord">
        <pc:chgData name="Jhomayra Herrera Villa" userId="be9a6c190bc31514" providerId="LiveId" clId="{06236EEE-1EB8-4319-962F-CC508A0F67A1}" dt="2024-11-15T19:04:38.329" v="1116" actId="1076"/>
        <pc:sldMkLst>
          <pc:docMk/>
          <pc:sldMk cId="1779666358" sldId="632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1931880807" sldId="632"/>
        </pc:sldMkLst>
      </pc:sldChg>
      <pc:sldChg chg="addSp delSp modSp add del mod">
        <pc:chgData name="Jhomayra Herrera Villa" userId="be9a6c190bc31514" providerId="LiveId" clId="{06236EEE-1EB8-4319-962F-CC508A0F67A1}" dt="2024-11-14T23:49:44.232" v="667" actId="47"/>
        <pc:sldMkLst>
          <pc:docMk/>
          <pc:sldMk cId="2480969801" sldId="633"/>
        </pc:sldMkLst>
      </pc:sldChg>
      <pc:sldChg chg="del">
        <pc:chgData name="Jhomayra Herrera Villa" userId="be9a6c190bc31514" providerId="LiveId" clId="{06236EEE-1EB8-4319-962F-CC508A0F67A1}" dt="2024-11-13T00:25:43.230" v="136" actId="47"/>
        <pc:sldMkLst>
          <pc:docMk/>
          <pc:sldMk cId="3526310687" sldId="633"/>
        </pc:sldMkLst>
      </pc:sldChg>
      <pc:sldChg chg="addSp modSp add del">
        <pc:chgData name="Jhomayra Herrera Villa" userId="be9a6c190bc31514" providerId="LiveId" clId="{06236EEE-1EB8-4319-962F-CC508A0F67A1}" dt="2024-11-13T00:43:27.728" v="282" actId="47"/>
        <pc:sldMkLst>
          <pc:docMk/>
          <pc:sldMk cId="2143748688" sldId="634"/>
        </pc:sldMkLst>
      </pc:sldChg>
      <pc:sldChg chg="addSp delSp modSp add mod">
        <pc:chgData name="Jhomayra Herrera Villa" userId="be9a6c190bc31514" providerId="LiveId" clId="{06236EEE-1EB8-4319-962F-CC508A0F67A1}" dt="2024-11-15T19:04:31.201" v="1113" actId="1076"/>
        <pc:sldMkLst>
          <pc:docMk/>
          <pc:sldMk cId="776052127" sldId="635"/>
        </pc:sldMkLst>
      </pc:sldChg>
      <pc:sldChg chg="modSp add del mod ord">
        <pc:chgData name="Jhomayra Herrera Villa" userId="be9a6c190bc31514" providerId="LiveId" clId="{06236EEE-1EB8-4319-962F-CC508A0F67A1}" dt="2024-11-15T00:38:16.884" v="948" actId="47"/>
        <pc:sldMkLst>
          <pc:docMk/>
          <pc:sldMk cId="176913926" sldId="636"/>
        </pc:sldMkLst>
      </pc:sldChg>
      <pc:sldChg chg="add del">
        <pc:chgData name="Jhomayra Herrera Villa" userId="be9a6c190bc31514" providerId="LiveId" clId="{06236EEE-1EB8-4319-962F-CC508A0F67A1}" dt="2024-11-13T00:44:10.685" v="314" actId="47"/>
        <pc:sldMkLst>
          <pc:docMk/>
          <pc:sldMk cId="3606204679" sldId="637"/>
        </pc:sldMkLst>
      </pc:sldChg>
      <pc:sldChg chg="addSp delSp modSp add mod ord">
        <pc:chgData name="Jhomayra Herrera Villa" userId="be9a6c190bc31514" providerId="LiveId" clId="{06236EEE-1EB8-4319-962F-CC508A0F67A1}" dt="2024-11-15T19:06:35.483" v="1160" actId="1076"/>
        <pc:sldMkLst>
          <pc:docMk/>
          <pc:sldMk cId="830473677" sldId="638"/>
        </pc:sldMkLst>
      </pc:sldChg>
      <pc:sldChg chg="addSp delSp modSp add mod">
        <pc:chgData name="Jhomayra Herrera Villa" userId="be9a6c190bc31514" providerId="LiveId" clId="{06236EEE-1EB8-4319-962F-CC508A0F67A1}" dt="2024-11-15T19:06:40.866" v="1162" actId="1076"/>
        <pc:sldMkLst>
          <pc:docMk/>
          <pc:sldMk cId="1501271371" sldId="639"/>
        </pc:sldMkLst>
      </pc:sldChg>
      <pc:sldChg chg="addSp delSp modSp add mod">
        <pc:chgData name="Jhomayra Herrera Villa" userId="be9a6c190bc31514" providerId="LiveId" clId="{06236EEE-1EB8-4319-962F-CC508A0F67A1}" dt="2024-11-15T19:06:54.276" v="1168" actId="478"/>
        <pc:sldMkLst>
          <pc:docMk/>
          <pc:sldMk cId="2377156699" sldId="640"/>
        </pc:sldMkLst>
      </pc:sldChg>
      <pc:sldChg chg="modSp add mod ord">
        <pc:chgData name="Jhomayra Herrera Villa" userId="be9a6c190bc31514" providerId="LiveId" clId="{06236EEE-1EB8-4319-962F-CC508A0F67A1}" dt="2024-11-15T00:44:54.430" v="1080" actId="20577"/>
        <pc:sldMkLst>
          <pc:docMk/>
          <pc:sldMk cId="1941021129" sldId="641"/>
        </pc:sldMkLst>
      </pc:sldChg>
      <pc:sldChg chg="addSp delSp modSp add mod ord modAnim">
        <pc:chgData name="Jhomayra Herrera Villa" userId="be9a6c190bc31514" providerId="LiveId" clId="{06236EEE-1EB8-4319-962F-CC508A0F67A1}" dt="2024-11-15T19:07:01.505" v="1170" actId="1076"/>
        <pc:sldMkLst>
          <pc:docMk/>
          <pc:sldMk cId="193449440" sldId="642"/>
        </pc:sldMkLst>
      </pc:sldChg>
      <pc:sldChg chg="addSp delSp modSp add mod modAnim">
        <pc:chgData name="Jhomayra Herrera Villa" userId="be9a6c190bc31514" providerId="LiveId" clId="{06236EEE-1EB8-4319-962F-CC508A0F67A1}" dt="2024-11-15T19:07:11.948" v="1173" actId="1076"/>
        <pc:sldMkLst>
          <pc:docMk/>
          <pc:sldMk cId="344373684" sldId="643"/>
        </pc:sldMkLst>
      </pc:sldChg>
      <pc:sldChg chg="addSp delSp modSp add mod">
        <pc:chgData name="Jhomayra Herrera Villa" userId="be9a6c190bc31514" providerId="LiveId" clId="{06236EEE-1EB8-4319-962F-CC508A0F67A1}" dt="2024-11-15T19:07:17.400" v="1175" actId="1076"/>
        <pc:sldMkLst>
          <pc:docMk/>
          <pc:sldMk cId="2365501932" sldId="644"/>
        </pc:sldMkLst>
      </pc:sldChg>
      <pc:sldChg chg="addSp delSp modSp add mod">
        <pc:chgData name="Jhomayra Herrera Villa" userId="be9a6c190bc31514" providerId="LiveId" clId="{06236EEE-1EB8-4319-962F-CC508A0F67A1}" dt="2024-11-15T19:07:27.875" v="1179" actId="1076"/>
        <pc:sldMkLst>
          <pc:docMk/>
          <pc:sldMk cId="1725064508" sldId="645"/>
        </pc:sldMkLst>
      </pc:sldChg>
      <pc:sldChg chg="addSp delSp modSp add mod">
        <pc:chgData name="Jhomayra Herrera Villa" userId="be9a6c190bc31514" providerId="LiveId" clId="{06236EEE-1EB8-4319-962F-CC508A0F67A1}" dt="2024-11-15T19:07:33.135" v="1181" actId="1076"/>
        <pc:sldMkLst>
          <pc:docMk/>
          <pc:sldMk cId="2113639484" sldId="646"/>
        </pc:sldMkLst>
      </pc:sldChg>
      <pc:sldChg chg="addSp delSp modSp add mod">
        <pc:chgData name="Jhomayra Herrera Villa" userId="be9a6c190bc31514" providerId="LiveId" clId="{06236EEE-1EB8-4319-962F-CC508A0F67A1}" dt="2024-11-15T19:07:40.947" v="1184" actId="14100"/>
        <pc:sldMkLst>
          <pc:docMk/>
          <pc:sldMk cId="3792788305" sldId="647"/>
        </pc:sldMkLst>
      </pc:sldChg>
      <pc:sldChg chg="addSp delSp modSp add mod">
        <pc:chgData name="Jhomayra Herrera Villa" userId="be9a6c190bc31514" providerId="LiveId" clId="{06236EEE-1EB8-4319-962F-CC508A0F67A1}" dt="2024-11-15T19:07:47.327" v="1186" actId="1076"/>
        <pc:sldMkLst>
          <pc:docMk/>
          <pc:sldMk cId="640192867" sldId="648"/>
        </pc:sldMkLst>
        <pc:spChg chg="add mod">
          <ac:chgData name="Jhomayra Herrera Villa" userId="be9a6c190bc31514" providerId="LiveId" clId="{06236EEE-1EB8-4319-962F-CC508A0F67A1}" dt="2024-11-13T00:50:41.339" v="380"/>
          <ac:spMkLst>
            <pc:docMk/>
            <pc:sldMk cId="640192867" sldId="648"/>
            <ac:spMk id="3" creationId="{7A99B18A-41FD-C0A3-53E0-AF9BC79E0AF7}"/>
          </ac:spMkLst>
        </pc:spChg>
        <pc:spChg chg="add mod">
          <ac:chgData name="Jhomayra Herrera Villa" userId="be9a6c190bc31514" providerId="LiveId" clId="{06236EEE-1EB8-4319-962F-CC508A0F67A1}" dt="2024-11-13T00:50:41.339" v="380"/>
          <ac:spMkLst>
            <pc:docMk/>
            <pc:sldMk cId="640192867" sldId="648"/>
            <ac:spMk id="4" creationId="{07045985-E0AA-D395-44A0-CFA9140007F8}"/>
          </ac:spMkLst>
        </pc:spChg>
        <pc:spChg chg="add mod">
          <ac:chgData name="Jhomayra Herrera Villa" userId="be9a6c190bc31514" providerId="LiveId" clId="{06236EEE-1EB8-4319-962F-CC508A0F67A1}" dt="2024-11-13T00:50:41.339" v="380"/>
          <ac:spMkLst>
            <pc:docMk/>
            <pc:sldMk cId="640192867" sldId="648"/>
            <ac:spMk id="7" creationId="{B403503C-F894-3FAB-0A35-231A4D3FD8B3}"/>
          </ac:spMkLst>
        </pc:spChg>
      </pc:sldChg>
      <pc:sldChg chg="addSp delSp modSp add del">
        <pc:chgData name="Jhomayra Herrera Villa" userId="be9a6c190bc31514" providerId="LiveId" clId="{06236EEE-1EB8-4319-962F-CC508A0F67A1}" dt="2024-11-15T00:46:30.402" v="1081" actId="47"/>
        <pc:sldMkLst>
          <pc:docMk/>
          <pc:sldMk cId="567684051" sldId="649"/>
        </pc:sldMkLst>
      </pc:sldChg>
      <pc:sldChg chg="addSp delSp modSp add">
        <pc:chgData name="Jhomayra Herrera Villa" userId="be9a6c190bc31514" providerId="LiveId" clId="{06236EEE-1EB8-4319-962F-CC508A0F67A1}" dt="2024-11-13T00:51:04.859" v="386"/>
        <pc:sldMkLst>
          <pc:docMk/>
          <pc:sldMk cId="3005494327" sldId="650"/>
        </pc:sldMkLst>
      </pc:sldChg>
      <pc:sldChg chg="addSp delSp modSp add del mod">
        <pc:chgData name="Jhomayra Herrera Villa" userId="be9a6c190bc31514" providerId="LiveId" clId="{06236EEE-1EB8-4319-962F-CC508A0F67A1}" dt="2024-11-15T00:46:48.502" v="1082" actId="47"/>
        <pc:sldMkLst>
          <pc:docMk/>
          <pc:sldMk cId="1404255093" sldId="651"/>
        </pc:sldMkLst>
      </pc:sldChg>
      <pc:sldChg chg="addSp delSp modSp add del mod">
        <pc:chgData name="Jhomayra Herrera Villa" userId="be9a6c190bc31514" providerId="LiveId" clId="{06236EEE-1EB8-4319-962F-CC508A0F67A1}" dt="2024-11-15T00:46:50.779" v="1083" actId="47"/>
        <pc:sldMkLst>
          <pc:docMk/>
          <pc:sldMk cId="1384431146" sldId="652"/>
        </pc:sldMkLst>
      </pc:sldChg>
      <pc:sldChg chg="addSp delSp modSp add del mod">
        <pc:chgData name="Jhomayra Herrera Villa" userId="be9a6c190bc31514" providerId="LiveId" clId="{06236EEE-1EB8-4319-962F-CC508A0F67A1}" dt="2024-11-15T00:47:02.520" v="1084" actId="47"/>
        <pc:sldMkLst>
          <pc:docMk/>
          <pc:sldMk cId="3899966564" sldId="653"/>
        </pc:sldMkLst>
      </pc:sldChg>
      <pc:sldChg chg="addSp delSp modSp add mod">
        <pc:chgData name="Jhomayra Herrera Villa" userId="be9a6c190bc31514" providerId="LiveId" clId="{06236EEE-1EB8-4319-962F-CC508A0F67A1}" dt="2024-11-13T00:51:54.253" v="398"/>
        <pc:sldMkLst>
          <pc:docMk/>
          <pc:sldMk cId="3332374118" sldId="654"/>
        </pc:sldMkLst>
      </pc:sldChg>
      <pc:sldChg chg="addSp delSp modSp add mod">
        <pc:chgData name="Jhomayra Herrera Villa" userId="be9a6c190bc31514" providerId="LiveId" clId="{06236EEE-1EB8-4319-962F-CC508A0F67A1}" dt="2024-11-15T19:08:06.706" v="1189" actId="207"/>
        <pc:sldMkLst>
          <pc:docMk/>
          <pc:sldMk cId="2910871873" sldId="655"/>
        </pc:sldMkLst>
      </pc:sldChg>
      <pc:sldChg chg="addSp delSp modSp add del">
        <pc:chgData name="Jhomayra Herrera Villa" userId="be9a6c190bc31514" providerId="LiveId" clId="{06236EEE-1EB8-4319-962F-CC508A0F67A1}" dt="2024-11-15T19:08:12.456" v="1190" actId="47"/>
        <pc:sldMkLst>
          <pc:docMk/>
          <pc:sldMk cId="593267823" sldId="656"/>
        </pc:sldMkLst>
      </pc:sldChg>
      <pc:sldChg chg="addSp delSp modSp add mod">
        <pc:chgData name="Jhomayra Herrera Villa" userId="be9a6c190bc31514" providerId="LiveId" clId="{06236EEE-1EB8-4319-962F-CC508A0F67A1}" dt="2024-11-15T19:08:16.959" v="1192" actId="1076"/>
        <pc:sldMkLst>
          <pc:docMk/>
          <pc:sldMk cId="1072558720" sldId="657"/>
        </pc:sldMkLst>
      </pc:sldChg>
      <pc:sldChg chg="modSp add mod ord">
        <pc:chgData name="Jhomayra Herrera Villa" userId="be9a6c190bc31514" providerId="LiveId" clId="{06236EEE-1EB8-4319-962F-CC508A0F67A1}" dt="2024-11-15T00:47:40.175" v="1088" actId="20577"/>
        <pc:sldMkLst>
          <pc:docMk/>
          <pc:sldMk cId="776060567" sldId="658"/>
        </pc:sldMkLst>
      </pc:sldChg>
      <pc:sldChg chg="addSp delSp modSp add mod">
        <pc:chgData name="Jhomayra Herrera Villa" userId="be9a6c190bc31514" providerId="LiveId" clId="{06236EEE-1EB8-4319-962F-CC508A0F67A1}" dt="2024-11-15T19:04:45.509" v="1119" actId="1076"/>
        <pc:sldMkLst>
          <pc:docMk/>
          <pc:sldMk cId="3797431715" sldId="659"/>
        </pc:sldMkLst>
      </pc:sldChg>
      <pc:sldChg chg="add">
        <pc:chgData name="Jhomayra Herrera Villa" userId="be9a6c190bc31514" providerId="LiveId" clId="{06236EEE-1EB8-4319-962F-CC508A0F67A1}" dt="2024-11-14T23:49:57.470" v="668" actId="2890"/>
        <pc:sldMkLst>
          <pc:docMk/>
          <pc:sldMk cId="2938789035" sldId="660"/>
        </pc:sldMkLst>
      </pc:sldChg>
      <pc:sldChg chg="addSp delSp modSp add mod ord modAnim">
        <pc:chgData name="Jhomayra Herrera Villa" userId="be9a6c190bc31514" providerId="LiveId" clId="{06236EEE-1EB8-4319-962F-CC508A0F67A1}" dt="2024-11-15T19:05:00.376" v="1124" actId="1076"/>
        <pc:sldMkLst>
          <pc:docMk/>
          <pc:sldMk cId="1295808153" sldId="661"/>
        </pc:sldMkLst>
      </pc:sldChg>
      <pc:sldChg chg="addSp delSp modSp add del mod delAnim modAnim">
        <pc:chgData name="Jhomayra Herrera Villa" userId="be9a6c190bc31514" providerId="LiveId" clId="{06236EEE-1EB8-4319-962F-CC508A0F67A1}" dt="2024-11-15T19:04:49.796" v="1120" actId="47"/>
        <pc:sldMkLst>
          <pc:docMk/>
          <pc:sldMk cId="2091576596" sldId="662"/>
        </pc:sldMkLst>
      </pc:sldChg>
      <pc:sldChg chg="addSp delSp modSp add del modAnim">
        <pc:chgData name="Jhomayra Herrera Villa" userId="be9a6c190bc31514" providerId="LiveId" clId="{06236EEE-1EB8-4319-962F-CC508A0F67A1}" dt="2024-11-15T19:04:51.729" v="1121" actId="47"/>
        <pc:sldMkLst>
          <pc:docMk/>
          <pc:sldMk cId="3257681869" sldId="663"/>
        </pc:sldMkLst>
      </pc:sldChg>
      <pc:sldChg chg="addSp delSp modSp add mod modAnim">
        <pc:chgData name="Jhomayra Herrera Villa" userId="be9a6c190bc31514" providerId="LiveId" clId="{06236EEE-1EB8-4319-962F-CC508A0F67A1}" dt="2024-11-15T00:06:11.354" v="785" actId="20577"/>
        <pc:sldMkLst>
          <pc:docMk/>
          <pc:sldMk cId="16192503" sldId="664"/>
        </pc:sldMkLst>
      </pc:sldChg>
      <pc:sldChg chg="addSp delSp modSp add mod delAnim modAnim">
        <pc:chgData name="Jhomayra Herrera Villa" userId="be9a6c190bc31514" providerId="LiveId" clId="{06236EEE-1EB8-4319-962F-CC508A0F67A1}" dt="2024-11-15T19:05:07.915" v="1127" actId="1076"/>
        <pc:sldMkLst>
          <pc:docMk/>
          <pc:sldMk cId="4040587595" sldId="665"/>
        </pc:sldMkLst>
      </pc:sldChg>
      <pc:sldChg chg="addSp delSp modSp add mod delAnim modAnim">
        <pc:chgData name="Jhomayra Herrera Villa" userId="be9a6c190bc31514" providerId="LiveId" clId="{06236EEE-1EB8-4319-962F-CC508A0F67A1}" dt="2024-11-15T19:05:15.803" v="1130" actId="1076"/>
        <pc:sldMkLst>
          <pc:docMk/>
          <pc:sldMk cId="2810410101" sldId="666"/>
        </pc:sldMkLst>
      </pc:sldChg>
      <pc:sldChg chg="addSp delSp modSp add mod modAnim">
        <pc:chgData name="Jhomayra Herrera Villa" userId="be9a6c190bc31514" providerId="LiveId" clId="{06236EEE-1EB8-4319-962F-CC508A0F67A1}" dt="2024-11-15T19:05:24.298" v="1134" actId="1076"/>
        <pc:sldMkLst>
          <pc:docMk/>
          <pc:sldMk cId="276677081" sldId="667"/>
        </pc:sldMkLst>
      </pc:sldChg>
      <pc:sldChg chg="delSp add del modAnim">
        <pc:chgData name="Jhomayra Herrera Villa" userId="be9a6c190bc31514" providerId="LiveId" clId="{06236EEE-1EB8-4319-962F-CC508A0F67A1}" dt="2024-11-15T00:24:20.750" v="811" actId="47"/>
        <pc:sldMkLst>
          <pc:docMk/>
          <pc:sldMk cId="251479984" sldId="668"/>
        </pc:sldMkLst>
      </pc:sldChg>
      <pc:sldChg chg="modSp add del mod ord">
        <pc:chgData name="Jhomayra Herrera Villa" userId="be9a6c190bc31514" providerId="LiveId" clId="{06236EEE-1EB8-4319-962F-CC508A0F67A1}" dt="2024-11-15T00:39:00.854" v="1026" actId="47"/>
        <pc:sldMkLst>
          <pc:docMk/>
          <pc:sldMk cId="1630938186" sldId="668"/>
        </pc:sldMkLst>
      </pc:sldChg>
      <pc:sldChg chg="addSp delSp modSp add mod ord setBg modAnim">
        <pc:chgData name="Jhomayra Herrera Villa" userId="be9a6c190bc31514" providerId="LiveId" clId="{06236EEE-1EB8-4319-962F-CC508A0F67A1}" dt="2024-11-15T19:05:28.988" v="1136" actId="1076"/>
        <pc:sldMkLst>
          <pc:docMk/>
          <pc:sldMk cId="3541171741" sldId="669"/>
        </pc:sldMkLst>
      </pc:sldChg>
      <pc:sldChg chg="addSp delSp modSp add mod">
        <pc:chgData name="Jhomayra Herrera Villa" userId="be9a6c190bc31514" providerId="LiveId" clId="{06236EEE-1EB8-4319-962F-CC508A0F67A1}" dt="2024-11-15T19:05:43.083" v="1143" actId="1076"/>
        <pc:sldMkLst>
          <pc:docMk/>
          <pc:sldMk cId="2917732630" sldId="670"/>
        </pc:sldMkLst>
      </pc:sldChg>
      <pc:sldChg chg="modSp add del mod ord">
        <pc:chgData name="Jhomayra Herrera Villa" userId="be9a6c190bc31514" providerId="LiveId" clId="{06236EEE-1EB8-4319-962F-CC508A0F67A1}" dt="2024-11-15T00:39:05.832" v="1027" actId="47"/>
        <pc:sldMkLst>
          <pc:docMk/>
          <pc:sldMk cId="2387746842" sldId="671"/>
        </pc:sldMkLst>
      </pc:sldChg>
      <pc:sldChg chg="addSp delSp modSp add mod ord">
        <pc:chgData name="Jhomayra Herrera Villa" userId="be9a6c190bc31514" providerId="LiveId" clId="{06236EEE-1EB8-4319-962F-CC508A0F67A1}" dt="2024-11-15T19:05:50.161" v="1146" actId="1076"/>
        <pc:sldMkLst>
          <pc:docMk/>
          <pc:sldMk cId="2801340977" sldId="672"/>
        </pc:sldMkLst>
      </pc:sldChg>
      <pc:sldChg chg="addSp delSp modSp add mod">
        <pc:chgData name="Jhomayra Herrera Villa" userId="be9a6c190bc31514" providerId="LiveId" clId="{06236EEE-1EB8-4319-962F-CC508A0F67A1}" dt="2024-11-15T19:05:57.300" v="1149" actId="1076"/>
        <pc:sldMkLst>
          <pc:docMk/>
          <pc:sldMk cId="3357290400" sldId="673"/>
        </pc:sldMkLst>
      </pc:sldChg>
      <pc:sldChg chg="addSp delSp modSp add mod">
        <pc:chgData name="Jhomayra Herrera Villa" userId="be9a6c190bc31514" providerId="LiveId" clId="{06236EEE-1EB8-4319-962F-CC508A0F67A1}" dt="2024-11-15T19:06:07.516" v="1153" actId="1076"/>
        <pc:sldMkLst>
          <pc:docMk/>
          <pc:sldMk cId="592464850" sldId="674"/>
        </pc:sldMkLst>
      </pc:sldChg>
      <pc:sldChg chg="addSp delSp modSp add mod">
        <pc:chgData name="Jhomayra Herrera Villa" userId="be9a6c190bc31514" providerId="LiveId" clId="{06236EEE-1EB8-4319-962F-CC508A0F67A1}" dt="2024-11-15T19:06:17.227" v="1156" actId="1076"/>
        <pc:sldMkLst>
          <pc:docMk/>
          <pc:sldMk cId="3495880844" sldId="675"/>
        </pc:sldMkLst>
      </pc:sldChg>
      <pc:sldChg chg="add del">
        <pc:chgData name="Jhomayra Herrera Villa" userId="be9a6c190bc31514" providerId="LiveId" clId="{06236EEE-1EB8-4319-962F-CC508A0F67A1}" dt="2024-11-15T00:52:22.545" v="1100" actId="47"/>
        <pc:sldMkLst>
          <pc:docMk/>
          <pc:sldMk cId="697664572" sldId="676"/>
        </pc:sldMkLst>
      </pc:sldChg>
      <pc:sldChg chg="addSp delSp modSp add mod ord">
        <pc:chgData name="Jhomayra Herrera Villa" userId="be9a6c190bc31514" providerId="LiveId" clId="{06236EEE-1EB8-4319-962F-CC508A0F67A1}" dt="2024-11-15T19:08:22.672" v="1194" actId="1076"/>
        <pc:sldMkLst>
          <pc:docMk/>
          <pc:sldMk cId="3818977416" sldId="6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BE0335CB-7BDE-D35F-9173-0A36C95849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4A952E-4F77-8607-072F-0D6E5D5696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5D1BE-169D-4E43-A1BA-B24506A857F8}" type="datetimeFigureOut">
              <a:rPr lang="es-PE" smtClean="0"/>
              <a:t>15/01/2025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094352-85A4-FCC8-9A33-6C351FD36E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4C021F-6AA9-0782-30B7-5AEBD57FF6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D30DD-A2C6-4BA3-8532-C4BBA6C68E2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644571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8910B4-541B-43B0-8F26-ACDD91902E27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D1AF7-0C4C-411E-B38B-038E8E2B0047}" type="slidenum">
              <a:rPr lang="fr-FR" smtClean="0"/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212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9D1AF7-0C4C-411E-B38B-038E8E2B004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877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algunos casos se sugiere emplear tanto para la carga estática como sísmica H/3 de la base del muro.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D1AF7-0C4C-411E-B38B-038E8E2B004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566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48113" y="700088"/>
            <a:ext cx="754224" cy="365125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497DF0-141A-4D87-A6D8-1C2A03B36738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262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ernate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565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ED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1024839" y="6156042"/>
            <a:ext cx="2259564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4040477D-2DE0-4A3C-A822-C2A68D673D79}" type="datetime3">
              <a:rPr lang="fr-FR" smtClean="0"/>
              <a:t>15.01.25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1024840" y="5813029"/>
            <a:ext cx="2259563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fr-FR"/>
              <a:t>Direction de la Communication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438572" y="5766702"/>
            <a:ext cx="586267" cy="365125"/>
          </a:xfrm>
        </p:spPr>
        <p:txBody>
          <a:bodyPr/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fld id="{76497DF0-141A-4D87-A6D8-1C2A03B36738}" type="slidenum">
              <a:rPr lang="fr-FR" smtClean="0"/>
              <a:pPr/>
              <a:t>‹Nº›</a:t>
            </a:fld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8572" y="602355"/>
            <a:ext cx="10311591" cy="1600200"/>
          </a:xfrm>
        </p:spPr>
        <p:txBody>
          <a:bodyPr anchor="t" anchorCtr="0">
            <a:noAutofit/>
          </a:bodyPr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38572" y="2659224"/>
            <a:ext cx="6027543" cy="3209764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07425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>
            <a:extLst>
              <a:ext uri="{FF2B5EF4-FFF2-40B4-BE49-F238E27FC236}">
                <a16:creationId xmlns:a16="http://schemas.microsoft.com/office/drawing/2014/main" id="{6DCF933E-AA40-8100-4716-68716F6AF6E2}"/>
              </a:ext>
            </a:extLst>
          </p:cNvPr>
          <p:cNvSpPr/>
          <p:nvPr userDrawn="1"/>
        </p:nvSpPr>
        <p:spPr>
          <a:xfrm>
            <a:off x="0" y="-5"/>
            <a:ext cx="12192000" cy="751731"/>
          </a:xfrm>
          <a:prstGeom prst="rect">
            <a:avLst/>
          </a:prstGeom>
          <a:solidFill>
            <a:srgbClr val="6ED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257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06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option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415B735A-D7CD-A471-3269-D08F109BA6D2}"/>
              </a:ext>
            </a:extLst>
          </p:cNvPr>
          <p:cNvSpPr/>
          <p:nvPr userDrawn="1"/>
        </p:nvSpPr>
        <p:spPr>
          <a:xfrm>
            <a:off x="0" y="-5"/>
            <a:ext cx="12192000" cy="751731"/>
          </a:xfrm>
          <a:prstGeom prst="rect">
            <a:avLst/>
          </a:prstGeom>
          <a:solidFill>
            <a:srgbClr val="6ED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7376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option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8783782" y="0"/>
            <a:ext cx="3408218" cy="6858000"/>
          </a:xfrm>
          <a:prstGeom prst="rect">
            <a:avLst/>
          </a:prstGeom>
          <a:solidFill>
            <a:srgbClr val="6ED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813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option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5"/>
            <a:ext cx="12192000" cy="751731"/>
          </a:xfrm>
          <a:prstGeom prst="rect">
            <a:avLst/>
          </a:prstGeom>
          <a:solidFill>
            <a:srgbClr val="6ED4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046409" y="193297"/>
            <a:ext cx="75422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6497DF0-141A-4D87-A6D8-1C2A03B36738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020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805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92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089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449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1486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7D6C4-C0C1-4FC6-9CD6-FF671A168AAA}" type="datetime3">
              <a:rPr lang="fr-FR" smtClean="0"/>
              <a:t>15.01.25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Direction de la Communication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97DF0-141A-4D87-A6D8-1C2A03B36738}" type="slidenum">
              <a:rPr lang="fr-FR" smtClean="0"/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4087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456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641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545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741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+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24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05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6532" y="355794"/>
            <a:ext cx="8238927" cy="922499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endParaRPr lang="fr-FR" dirty="0" err="1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6531" y="1670178"/>
            <a:ext cx="11271379" cy="48705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873417" y="841258"/>
            <a:ext cx="225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BCFD0AF-4020-44AE-A650-BFAF78AAC842}" type="datetime3">
              <a:rPr lang="fr-FR" smtClean="0"/>
              <a:t>15.01.25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8873418" y="498245"/>
            <a:ext cx="2259563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fr-FR"/>
              <a:t>Direction de la Communication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65024" y="451918"/>
            <a:ext cx="754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76497DF0-141A-4D87-A6D8-1C2A03B36738}" type="slidenum">
              <a:rPr lang="fr-FR" smtClean="0"/>
              <a:pPr/>
              <a:t>‹Nº›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57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1" r:id="rId3"/>
    <p:sldLayoutId id="2147483665" r:id="rId4"/>
    <p:sldLayoutId id="2147483662" r:id="rId5"/>
    <p:sldLayoutId id="2147483650" r:id="rId6"/>
    <p:sldLayoutId id="2147483666" r:id="rId7"/>
    <p:sldLayoutId id="2147483660" r:id="rId8"/>
    <p:sldLayoutId id="2147483663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8" r:id="rId19"/>
    <p:sldLayoutId id="2147483670" r:id="rId20"/>
  </p:sldLayoutIdLs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SzPct val="150000"/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0000"/>
        </a:lnSpc>
        <a:spcBef>
          <a:spcPts val="500"/>
        </a:spcBef>
        <a:buSzPct val="150000"/>
        <a:buFontTx/>
        <a:buBlip>
          <a:blip r:embed="rId23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0000"/>
        </a:lnSpc>
        <a:spcBef>
          <a:spcPts val="500"/>
        </a:spcBef>
        <a:buSzPct val="150000"/>
        <a:buFontTx/>
        <a:buBlip>
          <a:blip r:embed="rId23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0000"/>
        </a:lnSpc>
        <a:spcBef>
          <a:spcPts val="500"/>
        </a:spcBef>
        <a:buSzPct val="150000"/>
        <a:buFontTx/>
        <a:buBlip>
          <a:blip r:embed="rId23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0000"/>
        </a:lnSpc>
        <a:spcBef>
          <a:spcPts val="500"/>
        </a:spcBef>
        <a:buSzPct val="150000"/>
        <a:buFontTx/>
        <a:buBlip>
          <a:blip r:embed="rId23"/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xfrm>
            <a:off x="10948113" y="806768"/>
            <a:ext cx="754224" cy="365125"/>
          </a:xfrm>
        </p:spPr>
        <p:txBody>
          <a:bodyPr/>
          <a:lstStyle/>
          <a:p>
            <a:fld id="{76497DF0-141A-4D87-A6D8-1C2A03B36738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18" name="Rectángulo 17"/>
          <p:cNvSpPr/>
          <p:nvPr/>
        </p:nvSpPr>
        <p:spPr>
          <a:xfrm>
            <a:off x="1" y="0"/>
            <a:ext cx="6251435" cy="6858000"/>
          </a:xfrm>
          <a:prstGeom prst="rect">
            <a:avLst/>
          </a:prstGeom>
          <a:solidFill>
            <a:srgbClr val="6ED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Rectangle 10"/>
          <p:cNvSpPr txBox="1">
            <a:spLocks noChangeArrowheads="1"/>
          </p:cNvSpPr>
          <p:nvPr/>
        </p:nvSpPr>
        <p:spPr>
          <a:xfrm>
            <a:off x="309683" y="2371382"/>
            <a:ext cx="5443055" cy="4667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PE" altLang="fr-FR" sz="2800" dirty="0">
                <a:solidFill>
                  <a:schemeClr val="accent6">
                    <a:lumMod val="50000"/>
                  </a:schemeClr>
                </a:solidFill>
              </a:rPr>
              <a:t>DISEÑO SÍSMICO DE ESTRUCTURAS DE CONTENCIÓN</a:t>
            </a:r>
          </a:p>
        </p:txBody>
      </p:sp>
      <p:sp>
        <p:nvSpPr>
          <p:cNvPr id="10" name="Rectangle 11"/>
          <p:cNvSpPr txBox="1">
            <a:spLocks noChangeArrowheads="1"/>
          </p:cNvSpPr>
          <p:nvPr/>
        </p:nvSpPr>
        <p:spPr>
          <a:xfrm>
            <a:off x="523633" y="4268468"/>
            <a:ext cx="5015154" cy="38639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SzPct val="150000"/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SzPct val="15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SzPct val="15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SzPct val="15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0000"/>
              </a:lnSpc>
              <a:spcBef>
                <a:spcPts val="500"/>
              </a:spcBef>
              <a:buSzPct val="150000"/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s-PE" altLang="fr-FR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Manual de Puentes,  Apéndice A11 – MTC</a:t>
            </a:r>
          </a:p>
          <a:p>
            <a:pPr algn="ctr">
              <a:defRPr/>
            </a:pPr>
            <a:r>
              <a:rPr lang="es-PE" altLang="es-PE" sz="24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AASHTO Bridge, 2017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B16871-2DDA-D739-A8C4-87B5D366E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56" y="387747"/>
            <a:ext cx="3041567" cy="95214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3A28D0E-6F08-4789-C8F0-C2939D2E62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868" y="1339890"/>
            <a:ext cx="5182049" cy="3795089"/>
          </a:xfrm>
          <a:prstGeom prst="rect">
            <a:avLst/>
          </a:prstGeom>
        </p:spPr>
      </p:pic>
      <p:sp>
        <p:nvSpPr>
          <p:cNvPr id="11" name="CuadroTexto 39">
            <a:extLst>
              <a:ext uri="{FF2B5EF4-FFF2-40B4-BE49-F238E27FC236}">
                <a16:creationId xmlns:a16="http://schemas.microsoft.com/office/drawing/2014/main" id="{7C3F8384-63CF-2CE1-6AA0-86FA61EEF4EB}"/>
              </a:ext>
            </a:extLst>
          </p:cNvPr>
          <p:cNvSpPr txBox="1"/>
          <p:nvPr/>
        </p:nvSpPr>
        <p:spPr>
          <a:xfrm>
            <a:off x="7416117" y="6162909"/>
            <a:ext cx="46318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400" b="1" dirty="0"/>
              <a:t>Tomado de: Manual de Diseño Sismorresistente de Estructuras Subterráneas para la Infraestructura Vial </a:t>
            </a:r>
          </a:p>
        </p:txBody>
      </p:sp>
    </p:spTree>
    <p:extLst>
      <p:ext uri="{BB962C8B-B14F-4D97-AF65-F5344CB8AC3E}">
        <p14:creationId xmlns:p14="http://schemas.microsoft.com/office/powerpoint/2010/main" val="22019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7532-0168-4830-E3F9-9FC0EA59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7A99B18A-41FD-C0A3-53E0-AF9BC79E0AF7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7045985-E0AA-D395-44A0-CFA9140007F8}"/>
              </a:ext>
            </a:extLst>
          </p:cNvPr>
          <p:cNvSpPr txBox="1">
            <a:spLocks/>
          </p:cNvSpPr>
          <p:nvPr/>
        </p:nvSpPr>
        <p:spPr>
          <a:xfrm>
            <a:off x="76552" y="12649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Generalidades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B403503C-F894-3FAB-0A35-231A4D3FD8B3}"/>
              </a:ext>
            </a:extLst>
          </p:cNvPr>
          <p:cNvSpPr>
            <a:spLocks noGrp="1"/>
          </p:cNvSpPr>
          <p:nvPr/>
        </p:nvSpPr>
        <p:spPr bwMode="auto">
          <a:xfrm>
            <a:off x="364277" y="1141794"/>
            <a:ext cx="11410956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Se proporciona una metodología simplificada de diseño para el cálculo de presiones sísmicas del suelo, tanto activa como pasiva.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También proporciona lineamientos sobre la aceleración sísmica que experimentará un muro.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Los daños observados en estructuras de contención frente a solicitaciones sísmicas típicamente están asociados con el asentamiento del relleno, desplazamientos inducidos por los elevados empujes laterales del suelo que provocan los movimientos sísmicos o la transferencia de importantes fuerzas inerciales longitudinales o transversales de la propia estructura del puente. 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</a:endParaRPr>
          </a:p>
          <a:p>
            <a:pPr algn="just">
              <a:buFontTx/>
              <a:buChar char="-"/>
              <a:defRPr/>
            </a:pPr>
            <a:endParaRPr lang="es-PE" sz="24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19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5D43-50A7-3338-606B-15473F0A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5FC3E7B1-F2D5-262C-FEBE-FFEBD638EE86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403D415-F340-0BFD-A77C-AD3612EB57B7}"/>
              </a:ext>
            </a:extLst>
          </p:cNvPr>
          <p:cNvSpPr txBox="1">
            <a:spLocks/>
          </p:cNvSpPr>
          <p:nvPr/>
        </p:nvSpPr>
        <p:spPr>
          <a:xfrm>
            <a:off x="76552" y="12649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1. Presión activa sísmica 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EA6E0532-4DF5-3181-7186-837359F64A74}"/>
              </a:ext>
            </a:extLst>
          </p:cNvPr>
          <p:cNvSpPr>
            <a:spLocks noGrp="1"/>
          </p:cNvSpPr>
          <p:nvPr/>
        </p:nvSpPr>
        <p:spPr bwMode="auto">
          <a:xfrm>
            <a:off x="364277" y="1141794"/>
            <a:ext cx="11410956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La presión activa sísmica históricamente ha sido estimada empleando el método Mononobe – Okabe; sin embargo tiene limitaciones.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En el 2008 se ha sugerido un método de equilibrio limite generalizado (GLE) que es ampliamente aplicable.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 método de Mononobe-Okabe es aceptable cuando: </a:t>
            </a:r>
          </a:p>
          <a:p>
            <a:pPr lvl="1" algn="just">
              <a:defRPr/>
            </a:pP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   El material detrás del muro sea razonablemente aproximado a un material uniforme, formado por suelos sin cohesión dentro de la zona de la cuña, definida por 3H: 1V, en el talón del muro. </a:t>
            </a:r>
          </a:p>
          <a:p>
            <a:pPr lvl="1" algn="just">
              <a:defRPr/>
            </a:pPr>
            <a:r>
              <a:rPr lang="es-PE" sz="200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 relleno no está saturado no en una condición suficientemente floja que puede licuar durante el movimiento agitador. </a:t>
            </a:r>
          </a:p>
          <a:p>
            <a:pPr lvl="1" algn="just">
              <a:defRPr/>
            </a:pP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La combinación de la aceleración pico del suelo y el ángulo interno no excede el ángulo de fricción del suelo detrás del muro, tal como se especifica: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</a:endParaRPr>
          </a:p>
          <a:p>
            <a:pPr algn="just">
              <a:buFontTx/>
              <a:buChar char="-"/>
              <a:defRPr/>
            </a:pPr>
            <a:endParaRPr lang="es-PE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F99B7A-52B8-A87D-F182-2AD302F5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840" y="5716206"/>
            <a:ext cx="5550319" cy="101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60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C6004-D172-835D-65A1-038725BCF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2C932EB5-8C9F-D460-5307-A84B7DED481D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0B89E41-0997-C1CC-CED9-6C118B49CB72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>
                <a:solidFill>
                  <a:schemeClr val="tx1">
                    <a:lumMod val="50000"/>
                  </a:schemeClr>
                </a:solidFill>
              </a:rPr>
              <a:t>Método Mononobe – Okabe </a:t>
            </a:r>
            <a:endParaRPr lang="es-PE" sz="36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0BAC008-449C-4297-C3DC-D3E0483C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219"/>
          <a:stretch/>
        </p:blipFill>
        <p:spPr>
          <a:xfrm>
            <a:off x="3579050" y="890284"/>
            <a:ext cx="5128464" cy="112215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718524-0132-0706-4C98-A661BDEE52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059"/>
          <a:stretch/>
        </p:blipFill>
        <p:spPr>
          <a:xfrm>
            <a:off x="1273811" y="2065456"/>
            <a:ext cx="10501422" cy="9616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34A8C37-767E-AD14-A284-5A499E8F0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556" y="3088282"/>
            <a:ext cx="6523285" cy="225571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A982A34-EB9C-4AC6-3B23-ADD3CC7EB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1474" y="5457173"/>
            <a:ext cx="7216765" cy="1257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4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23FA-BF8F-C6B3-C62C-7FC4079A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E075FB6B-0435-03E3-5359-C66130662634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F64BF8D-916B-9513-2880-BAFA039AD808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>
                <a:solidFill>
                  <a:schemeClr val="tx1">
                    <a:lumMod val="50000"/>
                  </a:schemeClr>
                </a:solidFill>
              </a:rPr>
              <a:t>Método Mononobe – Okabe </a:t>
            </a:r>
            <a:endParaRPr lang="es-PE" sz="36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3A3BFE-553A-042A-C0BE-65F7E02A2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830" y="876432"/>
            <a:ext cx="9557922" cy="55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53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707C9-12A8-4252-41C2-C43E9FFBC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5C2BF9C3-762D-8045-26D6-2DB98BB937B4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957CCB4-4B2C-1B09-BC2E-7CF28CD3303F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Resultante de la presión activa sísmica 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8B74340-627E-890F-B5EF-A82B64A7C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6457"/>
            <a:ext cx="8066314" cy="3910715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13A9CD98-02EA-C4A6-7DBC-4679DEFC6BA4}"/>
              </a:ext>
            </a:extLst>
          </p:cNvPr>
          <p:cNvSpPr>
            <a:spLocks noGrp="1"/>
          </p:cNvSpPr>
          <p:nvPr/>
        </p:nvSpPr>
        <p:spPr bwMode="auto">
          <a:xfrm>
            <a:off x="8066313" y="1435708"/>
            <a:ext cx="3855875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Originalmente se sugirió que la resultante permanece igual a cuando solamente actúan cargas estáticas, es decir a H/3. Sin embargo, de acuerdo a estudios de Seed y Whitman (1970), sugieren que la componentes estática del suelo actúa a H/3, y el efecto adicional dinámico actúa a 0.6H de la base del muro. </a:t>
            </a:r>
          </a:p>
        </p:txBody>
      </p:sp>
    </p:spTree>
    <p:extLst>
      <p:ext uri="{BB962C8B-B14F-4D97-AF65-F5344CB8AC3E}">
        <p14:creationId xmlns:p14="http://schemas.microsoft.com/office/powerpoint/2010/main" val="2751061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02D58-17AD-2679-60B6-A6F25FAC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3337B9D1-54D3-7046-1E84-C58C20450068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EA6DB0F-3FFE-D505-88C0-F8B79E0B724E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Resultante de la presión activa sísmica 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CC91B2A-48D5-D770-D024-A5383675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84" y="1011166"/>
            <a:ext cx="6667149" cy="3898644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18879B34-D7DA-66CF-BC56-5C273F86E78C}"/>
              </a:ext>
            </a:extLst>
          </p:cNvPr>
          <p:cNvSpPr>
            <a:spLocks noGrp="1"/>
          </p:cNvSpPr>
          <p:nvPr/>
        </p:nvSpPr>
        <p:spPr bwMode="auto">
          <a:xfrm>
            <a:off x="7070271" y="1011166"/>
            <a:ext cx="4868245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 método M-O no considera las fuerzas inerciales del muro.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Para investigar la estabilidad de los muros de contención , considerando que los efectos de la combinación de inercias no son simúlatenos (cuña y muro), la estabilidad se puede estudiar de la siguiente manera: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400050" lvl="1" indent="0" algn="just">
              <a:buNone/>
              <a:defRPr/>
            </a:pP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- 100 % Pae + 50% Pir </a:t>
            </a:r>
          </a:p>
          <a:p>
            <a:pPr marL="400050" lvl="1" indent="0" algn="just">
              <a:buNone/>
              <a:defRPr/>
            </a:pP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- 50 % Pae ( no menor a </a:t>
            </a:r>
            <a:r>
              <a:rPr lang="es-PE" sz="2000" b="0" dirty="0" err="1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</a:t>
            </a: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presión estática) + 100 % Pir </a:t>
            </a:r>
          </a:p>
        </p:txBody>
      </p:sp>
    </p:spTree>
    <p:extLst>
      <p:ext uri="{BB962C8B-B14F-4D97-AF65-F5344CB8AC3E}">
        <p14:creationId xmlns:p14="http://schemas.microsoft.com/office/powerpoint/2010/main" val="496264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8B89-3E3B-2AD2-7DC3-911761A8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697E8A6D-2E33-47DB-133A-430CB277E4D7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115B2ED-39AA-F83A-89E3-29382633664C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Resultante de la presión activa sísmica 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24B3DA-698B-A2FC-9F92-2CACA46FD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84" y="1011166"/>
            <a:ext cx="6667149" cy="3898644"/>
          </a:xfrm>
          <a:prstGeom prst="rect">
            <a:avLst/>
          </a:prstGeom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5448E7F-99A2-24C4-DBCE-1172A9B04CD4}"/>
              </a:ext>
            </a:extLst>
          </p:cNvPr>
          <p:cNvSpPr>
            <a:spLocks noGrp="1"/>
          </p:cNvSpPr>
          <p:nvPr/>
        </p:nvSpPr>
        <p:spPr bwMode="auto">
          <a:xfrm>
            <a:off x="7070271" y="1011166"/>
            <a:ext cx="4868245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 método M-O no considera las fuerzas inerciales del muro.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Para investigar la estabilidad de los muros de contención , considerando que los efectos de la combinación de inercias no son simúlatenos (cuña y muro), la estabilidad se puede estudiar de la siguiente manera: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400050" lvl="1" indent="0" algn="just">
              <a:buNone/>
              <a:defRPr/>
            </a:pP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- 100 % Pae + 50% Pir </a:t>
            </a:r>
          </a:p>
          <a:p>
            <a:pPr marL="400050" lvl="1" indent="0" algn="just">
              <a:buNone/>
              <a:defRPr/>
            </a:pP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- 50 % Pae ( no menor a </a:t>
            </a:r>
            <a:r>
              <a:rPr lang="es-PE" sz="2000" b="0" dirty="0" err="1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</a:t>
            </a:r>
            <a:r>
              <a:rPr lang="es-PE" sz="20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presión estática) + 100 % Pir </a:t>
            </a:r>
          </a:p>
        </p:txBody>
      </p:sp>
    </p:spTree>
    <p:extLst>
      <p:ext uri="{BB962C8B-B14F-4D97-AF65-F5344CB8AC3E}">
        <p14:creationId xmlns:p14="http://schemas.microsoft.com/office/powerpoint/2010/main" val="3370660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7F74-54F7-6290-82ED-51CCA57F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E8D82D5D-388A-1BA8-6B5B-1F3EBA530B27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9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DB10A0C-ECC1-405F-EFC5-D8E0854CEFFB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 dirty="0">
                <a:solidFill>
                  <a:schemeClr val="tx1">
                    <a:lumMod val="50000"/>
                  </a:schemeClr>
                </a:solidFill>
              </a:rPr>
              <a:t>Modificación de Mononobe-Okabe para considerar la cohesión 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AEAF607-0257-7215-319E-E811B4924ACB}"/>
              </a:ext>
            </a:extLst>
          </p:cNvPr>
          <p:cNvSpPr>
            <a:spLocks noGrp="1"/>
          </p:cNvSpPr>
          <p:nvPr/>
        </p:nvSpPr>
        <p:spPr bwMode="auto">
          <a:xfrm>
            <a:off x="408213" y="876432"/>
            <a:ext cx="11367020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Generalmente, en suelos con mas del 15% de contenido de finos,  se puede asumir no drenados durante la carga sísmicos. En dado caso, se emplean parámetros de esfuerzo total, peso especifico y resistencia al corte sin drenaje.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Caso general: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C03F708-3D57-BD67-F22A-FB875349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012" y="2815968"/>
            <a:ext cx="9757954" cy="12260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BAEB20F-EF55-EDD7-B0B7-4431BAB33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097" y="4042032"/>
            <a:ext cx="4892464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2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1DC-6ECC-26EB-2289-C35AF40F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64934C37-5080-93E3-C48C-B65EE012E2F6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1879DE5-4BA4-7E82-3CDD-5F6606E51CC7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>
                <a:solidFill>
                  <a:schemeClr val="tx1">
                    <a:lumMod val="50000"/>
                  </a:schemeClr>
                </a:solidFill>
              </a:rPr>
              <a:t>Modificación de Mononobe-Okabe para considerar la cohesión </a:t>
            </a:r>
            <a:endParaRPr lang="es-PE" sz="3000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54AF61-1B4A-7617-E48C-25705F3E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016" y="2292231"/>
            <a:ext cx="7222984" cy="456576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5736FE1-7DBC-A9A1-301B-FD7261DE4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9" y="982369"/>
            <a:ext cx="9757954" cy="122606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C98FA16-F5CB-B0FD-BEEB-5E2D03EA2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2" y="3184786"/>
            <a:ext cx="4892464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00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0E29-C4DF-DA07-9C16-062C93CA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18F4AC53-36F6-02EC-6C45-8CC6556B9A5B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11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91C478A4-24CD-8716-9945-29D337854DAA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 dirty="0">
                <a:solidFill>
                  <a:schemeClr val="tx1">
                    <a:lumMod val="50000"/>
                  </a:schemeClr>
                </a:solidFill>
              </a:rPr>
              <a:t>Modificación de Mononobe-Okabe para considerar la cohesión 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734E723-A111-0223-2125-AC8B50C9C8D6}"/>
              </a:ext>
            </a:extLst>
          </p:cNvPr>
          <p:cNvSpPr>
            <a:spLocks noGrp="1"/>
          </p:cNvSpPr>
          <p:nvPr/>
        </p:nvSpPr>
        <p:spPr bwMode="auto">
          <a:xfrm>
            <a:off x="408213" y="876432"/>
            <a:ext cx="11367020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Gráficas para casos particulares, considerando fricción suelo muro = 0.67</a:t>
            </a:r>
            <a:r>
              <a:rPr lang="el-GR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Φ</a:t>
            </a: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F3A1F3-5F9A-EACB-095A-2339919C7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388" y="1531743"/>
            <a:ext cx="7132938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94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F1E89-1E41-4DA3-95AA-FA384F48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3F80F3F0-5670-9607-5181-E3EAF737B12E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12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5DF45D6-865A-4A95-523F-8CE3F4C1C08D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 dirty="0">
                <a:solidFill>
                  <a:schemeClr val="tx1">
                    <a:lumMod val="50000"/>
                  </a:schemeClr>
                </a:solidFill>
              </a:rPr>
              <a:t>Modificación de Mononobe-Okabe para considerar la cohesión 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FB600A7-3877-8C71-FC2B-DF1F8D9CC1AB}"/>
              </a:ext>
            </a:extLst>
          </p:cNvPr>
          <p:cNvSpPr>
            <a:spLocks noGrp="1"/>
          </p:cNvSpPr>
          <p:nvPr/>
        </p:nvSpPr>
        <p:spPr bwMode="auto">
          <a:xfrm>
            <a:off x="408213" y="876432"/>
            <a:ext cx="11367020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Gráficas para casos particulares, considerando fricción suelo muro = 0.67</a:t>
            </a:r>
            <a:r>
              <a:rPr lang="el-GR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Φ</a:t>
            </a: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74B9777-02C7-7AFD-D5AB-D38DB28A5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495" y="1866411"/>
            <a:ext cx="7102455" cy="41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17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40249-D514-74DE-EA3F-C0FC1B70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0ABD8103-4100-FC13-5FD7-2BE0698E8722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13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6649770-9BF3-3528-6D3D-F068943B3C15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 dirty="0">
                <a:solidFill>
                  <a:schemeClr val="tx1">
                    <a:lumMod val="50000"/>
                  </a:schemeClr>
                </a:solidFill>
              </a:rPr>
              <a:t>Modificación de Mononobe-Okabe para considerar la cohesión 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FA76A0B2-5DA6-672C-A579-5D8A288A7168}"/>
              </a:ext>
            </a:extLst>
          </p:cNvPr>
          <p:cNvSpPr>
            <a:spLocks noGrp="1"/>
          </p:cNvSpPr>
          <p:nvPr/>
        </p:nvSpPr>
        <p:spPr bwMode="auto">
          <a:xfrm>
            <a:off x="408213" y="876432"/>
            <a:ext cx="11367020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Gráficas para casos particulares, considerando fricción suelo muro = 0.67</a:t>
            </a:r>
            <a:r>
              <a:rPr lang="el-GR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Φ</a:t>
            </a: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28CF42-FFCF-8ABE-5F3E-C86948EA9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08" y="1895553"/>
            <a:ext cx="6980525" cy="41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46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A6E69-A4F8-759D-D5CD-25D02202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57B24392-9EB5-3B32-B5C3-E6F38A3F572F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14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BA7D2DF-469A-311F-7D84-108977FC57EB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 dirty="0">
                <a:solidFill>
                  <a:schemeClr val="tx1">
                    <a:lumMod val="50000"/>
                  </a:schemeClr>
                </a:solidFill>
              </a:rPr>
              <a:t>Método de equilibrio límite generalizado (GLE)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E2DCFE4-38FE-6271-1770-546E02261E8C}"/>
              </a:ext>
            </a:extLst>
          </p:cNvPr>
          <p:cNvSpPr>
            <a:spLocks noGrp="1"/>
          </p:cNvSpPr>
          <p:nvPr/>
        </p:nvSpPr>
        <p:spPr bwMode="auto">
          <a:xfrm>
            <a:off x="408213" y="876432"/>
            <a:ext cx="11367020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>
              <a:buNone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Las etapas en el análisis del equilibrio límite generalizado son como sigue: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Configurar la geometría del modelo, el perfil de agua y las propiedades de diseño del suelo. La cara vertical interna en el talón del muro o en el plano donde la presión necesita ser calculada debe modelarse como un limite libre.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Elija un método de análisis de estabilidad de pendiente adecuado. El método de Spencer generalmente produce buenos resultados porque satisface el equilibrio de fuerzas y momentos.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Elija un esquema de búsqueda de superficie deslizante adecuado. Se pueden examinar superficies lineales, matrilineales o aleatorias en muchos programas comerciales de análisis de estabilidad de taludes.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74776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A475-CF47-4AC4-A79F-D30DF9BA1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F5D5FC15-B29F-34F8-17C0-31D56C8404D2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15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10415898-8361-2B88-DAE9-8F9AB062D479}"/>
              </a:ext>
            </a:extLst>
          </p:cNvPr>
          <p:cNvSpPr txBox="1">
            <a:spLocks/>
          </p:cNvSpPr>
          <p:nvPr/>
        </p:nvSpPr>
        <p:spPr>
          <a:xfrm>
            <a:off x="76552" y="221121"/>
            <a:ext cx="12115448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000" dirty="0">
                <a:solidFill>
                  <a:schemeClr val="tx1">
                    <a:lumMod val="50000"/>
                  </a:schemeClr>
                </a:solidFill>
              </a:rPr>
              <a:t>Método de equilibrio límite generalizado (GLE)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26B8A086-6736-31BF-02AB-AB93E0D6FA7A}"/>
              </a:ext>
            </a:extLst>
          </p:cNvPr>
          <p:cNvSpPr>
            <a:spLocks noGrp="1"/>
          </p:cNvSpPr>
          <p:nvPr/>
        </p:nvSpPr>
        <p:spPr bwMode="auto">
          <a:xfrm>
            <a:off x="408213" y="876432"/>
            <a:ext cx="11367020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Aplicar la presión del suelo como una fuerza limite en la cara del suelo retenido. Para casos sísmicos, la ubicación de la fuerza puede ser asumida inicialmente a 1/3 H del suelo retenido. Sin embargo, se pueden examinar diferentes puntos de aplicación entre H/3 y 0.6H de la base para determinar la fuerza sísmica máxima de presión de suelo. El ángulo de la fuerza de aplicación depende del supuesto ángulo de fricción entre el suelo y el muro (típicamente 2/3 para uros de gravedad rígidos) o el ángulo de fricción del relleno para muros de semigravedad. Si se necesitan fuerzas estáticas, la posición de la fuerza estática se asume en una tercera parte de la base.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Buscar la ubicación de la carga y superficie de falla dando la carga máxima para el equilibrio de limitación (FS=1). </a:t>
            </a:r>
          </a:p>
          <a:p>
            <a:pPr algn="just">
              <a:buFontTx/>
              <a:buChar char="-"/>
              <a:defRPr/>
            </a:pPr>
            <a:r>
              <a:rPr lang="es-PE" sz="2400" b="0" dirty="0">
                <a:solidFill>
                  <a:schemeClr val="tx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Comprobar las suposiciones de diseño y las propiedades del material examinando las cargas en rodajas individuales en la salidas cuando sea necesario.  </a:t>
            </a: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  <a:defRPr/>
            </a:pPr>
            <a:endParaRPr lang="es-PE" sz="2400" b="0" dirty="0">
              <a:solidFill>
                <a:schemeClr val="tx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67213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885FC-9CB5-483B-6269-2659DD38E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49AA80FC-F3AC-401E-2B5B-B8218215F3EE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16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B5F6EFF9-A57A-A26E-ECB3-F0D95EEADEB1}"/>
              </a:ext>
            </a:extLst>
          </p:cNvPr>
          <p:cNvSpPr txBox="1">
            <a:spLocks/>
          </p:cNvSpPr>
          <p:nvPr/>
        </p:nvSpPr>
        <p:spPr>
          <a:xfrm>
            <a:off x="76552" y="12649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1. Presión pasiva sísmica 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175850A-A08C-2CF3-3709-CCF187778C08}"/>
              </a:ext>
            </a:extLst>
          </p:cNvPr>
          <p:cNvSpPr>
            <a:spLocks noGrp="1"/>
          </p:cNvSpPr>
          <p:nvPr/>
        </p:nvSpPr>
        <p:spPr bwMode="auto">
          <a:xfrm>
            <a:off x="364277" y="1141794"/>
            <a:ext cx="11410956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dirty="0">
                <a:solidFill>
                  <a:schemeClr val="tx1">
                    <a:lumMod val="50000"/>
                  </a:schemeClr>
                </a:solidFill>
              </a:rPr>
              <a:t>Determinación de coeficientes de las presiones sísmicas pasivas del suelo basada en el método de la espiral logarítmica.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EABFFC6-BF08-4B7B-1CCD-008FDC30A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67" y="2464493"/>
            <a:ext cx="4944606" cy="311121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F0DFE49-5DD5-57D3-7966-44B03FCABA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35"/>
          <a:stretch/>
        </p:blipFill>
        <p:spPr>
          <a:xfrm>
            <a:off x="5888507" y="2238064"/>
            <a:ext cx="5958987" cy="40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0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4CA1-66B1-987A-0162-1D454AB1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3">
            <a:extLst>
              <a:ext uri="{FF2B5EF4-FFF2-40B4-BE49-F238E27FC236}">
                <a16:creationId xmlns:a16="http://schemas.microsoft.com/office/drawing/2014/main" id="{8B3D01B3-82AE-8476-2F47-D5255D8B919B}"/>
              </a:ext>
            </a:extLst>
          </p:cNvPr>
          <p:cNvSpPr txBox="1">
            <a:spLocks/>
          </p:cNvSpPr>
          <p:nvPr/>
        </p:nvSpPr>
        <p:spPr>
          <a:xfrm>
            <a:off x="11021009" y="223090"/>
            <a:ext cx="75422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497DF0-141A-4D87-A6D8-1C2A03B36738}" type="slidenum">
              <a:rPr lang="fr-FR" smtClean="0"/>
              <a:pPr/>
              <a:t>17</a:t>
            </a:fld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D144CBA-0048-0D87-FF31-3E788B1CA543}"/>
              </a:ext>
            </a:extLst>
          </p:cNvPr>
          <p:cNvSpPr txBox="1">
            <a:spLocks/>
          </p:cNvSpPr>
          <p:nvPr/>
        </p:nvSpPr>
        <p:spPr>
          <a:xfrm>
            <a:off x="76552" y="126491"/>
            <a:ext cx="11321569" cy="6553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sz="3600" dirty="0">
                <a:solidFill>
                  <a:schemeClr val="tx1">
                    <a:lumMod val="50000"/>
                  </a:schemeClr>
                </a:solidFill>
              </a:rPr>
              <a:t>1. Presión pasiva sísmica  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46B5C2C9-8FD9-EE54-1EF4-EF76D72BEBBD}"/>
              </a:ext>
            </a:extLst>
          </p:cNvPr>
          <p:cNvSpPr>
            <a:spLocks noGrp="1"/>
          </p:cNvSpPr>
          <p:nvPr/>
        </p:nvSpPr>
        <p:spPr bwMode="auto">
          <a:xfrm>
            <a:off x="364277" y="1141794"/>
            <a:ext cx="11410956" cy="1696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1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anose="02020603050405020304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004489"/>
              </a:buClr>
              <a:buFont typeface="Times" pitchFamily="18" charset="0"/>
              <a:buChar char="•"/>
              <a:defRPr sz="10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buFontTx/>
              <a:buChar char="-"/>
              <a:defRPr/>
            </a:pPr>
            <a:r>
              <a:rPr lang="es-PE" sz="2400" dirty="0">
                <a:solidFill>
                  <a:schemeClr val="tx1">
                    <a:lumMod val="50000"/>
                  </a:schemeClr>
                </a:solidFill>
              </a:rPr>
              <a:t>Determinación de coeficientes de las presiones sísmicas pasivas del suelo basada en el método de la espiral logarítmica.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B3DA19-09CA-3675-15C4-8F2C98602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42" y="2238065"/>
            <a:ext cx="5276939" cy="347814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49E2D0B-7E1A-29BB-92CA-EF9CE0E6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881" y="2619129"/>
            <a:ext cx="6387020" cy="34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99159"/>
      </p:ext>
    </p:extLst>
  </p:cSld>
  <p:clrMapOvr>
    <a:masterClrMapping/>
  </p:clrMapOvr>
</p:sld>
</file>

<file path=ppt/theme/theme1.xml><?xml version="1.0" encoding="utf-8"?>
<a:theme xmlns:a="http://schemas.openxmlformats.org/drawingml/2006/main" name="Soletanche Bachy">
  <a:themeElements>
    <a:clrScheme name="Soletanche Bachy">
      <a:dk1>
        <a:srgbClr val="828282"/>
      </a:dk1>
      <a:lt1>
        <a:srgbClr val="FFFFFF"/>
      </a:lt1>
      <a:dk2>
        <a:srgbClr val="C3C3C3"/>
      </a:dk2>
      <a:lt2>
        <a:srgbClr val="EBEBEB"/>
      </a:lt2>
      <a:accent1>
        <a:srgbClr val="E20025"/>
      </a:accent1>
      <a:accent2>
        <a:srgbClr val="828282"/>
      </a:accent2>
      <a:accent3>
        <a:srgbClr val="828282"/>
      </a:accent3>
      <a:accent4>
        <a:srgbClr val="828282"/>
      </a:accent4>
      <a:accent5>
        <a:srgbClr val="828282"/>
      </a:accent5>
      <a:accent6>
        <a:srgbClr val="828282"/>
      </a:accent6>
      <a:hlink>
        <a:srgbClr val="E20025"/>
      </a:hlink>
      <a:folHlink>
        <a:srgbClr val="E2002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10517</TotalTime>
  <Words>1003</Words>
  <Application>Microsoft Office PowerPoint</Application>
  <PresentationFormat>Panorámica</PresentationFormat>
  <Paragraphs>80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Soletanche Bachy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PUN Amelie</dc:creator>
  <cp:lastModifiedBy>Jhomayra Herrera Villa</cp:lastModifiedBy>
  <cp:revision>624</cp:revision>
  <dcterms:created xsi:type="dcterms:W3CDTF">2017-01-17T15:16:46Z</dcterms:created>
  <dcterms:modified xsi:type="dcterms:W3CDTF">2025-01-15T23:53:26Z</dcterms:modified>
</cp:coreProperties>
</file>