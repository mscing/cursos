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5" r:id="rId7"/>
    <p:sldId id="268" r:id="rId8"/>
    <p:sldId id="269" r:id="rId9"/>
    <p:sldId id="267" r:id="rId10"/>
    <p:sldId id="272" r:id="rId11"/>
    <p:sldId id="271" r:id="rId12"/>
    <p:sldId id="270" r:id="rId13"/>
    <p:sldId id="260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  <a:srgbClr val="007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84" autoAdjust="0"/>
    <p:restoredTop sz="94660"/>
  </p:normalViewPr>
  <p:slideViewPr>
    <p:cSldViewPr snapToGrid="0">
      <p:cViewPr varScale="1">
        <p:scale>
          <a:sx n="85" d="100"/>
          <a:sy n="85" d="100"/>
        </p:scale>
        <p:origin x="64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dy Ruth López Urbano" userId="41105800-cb23-4525-82ad-2a3f18e04a5f" providerId="ADAL" clId="{C5B024AB-BE8A-4AA5-A013-B53230DAFF9B}"/>
    <pc:docChg chg="addSld delSld modSld">
      <pc:chgData name="Lady Ruth López Urbano" userId="41105800-cb23-4525-82ad-2a3f18e04a5f" providerId="ADAL" clId="{C5B024AB-BE8A-4AA5-A013-B53230DAFF9B}" dt="2024-05-07T00:30:54.786" v="7" actId="22"/>
      <pc:docMkLst>
        <pc:docMk/>
      </pc:docMkLst>
      <pc:sldChg chg="del">
        <pc:chgData name="Lady Ruth López Urbano" userId="41105800-cb23-4525-82ad-2a3f18e04a5f" providerId="ADAL" clId="{C5B024AB-BE8A-4AA5-A013-B53230DAFF9B}" dt="2024-05-03T22:51:16.646" v="0" actId="47"/>
        <pc:sldMkLst>
          <pc:docMk/>
          <pc:sldMk cId="4008659143" sldId="259"/>
        </pc:sldMkLst>
      </pc:sldChg>
      <pc:sldChg chg="del">
        <pc:chgData name="Lady Ruth López Urbano" userId="41105800-cb23-4525-82ad-2a3f18e04a5f" providerId="ADAL" clId="{C5B024AB-BE8A-4AA5-A013-B53230DAFF9B}" dt="2024-05-03T22:51:27.205" v="5" actId="47"/>
        <pc:sldMkLst>
          <pc:docMk/>
          <pc:sldMk cId="3208884231" sldId="266"/>
        </pc:sldMkLst>
      </pc:sldChg>
      <pc:sldChg chg="del">
        <pc:chgData name="Lady Ruth López Urbano" userId="41105800-cb23-4525-82ad-2a3f18e04a5f" providerId="ADAL" clId="{C5B024AB-BE8A-4AA5-A013-B53230DAFF9B}" dt="2024-05-03T22:51:26.451" v="4" actId="47"/>
        <pc:sldMkLst>
          <pc:docMk/>
          <pc:sldMk cId="3227260035" sldId="274"/>
        </pc:sldMkLst>
      </pc:sldChg>
      <pc:sldChg chg="del">
        <pc:chgData name="Lady Ruth López Urbano" userId="41105800-cb23-4525-82ad-2a3f18e04a5f" providerId="ADAL" clId="{C5B024AB-BE8A-4AA5-A013-B53230DAFF9B}" dt="2024-05-03T22:51:25.777" v="3" actId="47"/>
        <pc:sldMkLst>
          <pc:docMk/>
          <pc:sldMk cId="1894616101" sldId="275"/>
        </pc:sldMkLst>
      </pc:sldChg>
      <pc:sldChg chg="del">
        <pc:chgData name="Lady Ruth López Urbano" userId="41105800-cb23-4525-82ad-2a3f18e04a5f" providerId="ADAL" clId="{C5B024AB-BE8A-4AA5-A013-B53230DAFF9B}" dt="2024-05-03T22:51:21.042" v="1" actId="47"/>
        <pc:sldMkLst>
          <pc:docMk/>
          <pc:sldMk cId="3980454997" sldId="276"/>
        </pc:sldMkLst>
      </pc:sldChg>
      <pc:sldChg chg="del">
        <pc:chgData name="Lady Ruth López Urbano" userId="41105800-cb23-4525-82ad-2a3f18e04a5f" providerId="ADAL" clId="{C5B024AB-BE8A-4AA5-A013-B53230DAFF9B}" dt="2024-05-03T22:51:24.884" v="2" actId="47"/>
        <pc:sldMkLst>
          <pc:docMk/>
          <pc:sldMk cId="1897293021" sldId="277"/>
        </pc:sldMkLst>
      </pc:sldChg>
      <pc:sldChg chg="addSp new mod">
        <pc:chgData name="Lady Ruth López Urbano" userId="41105800-cb23-4525-82ad-2a3f18e04a5f" providerId="ADAL" clId="{C5B024AB-BE8A-4AA5-A013-B53230DAFF9B}" dt="2024-05-07T00:30:54.786" v="7" actId="22"/>
        <pc:sldMkLst>
          <pc:docMk/>
          <pc:sldMk cId="3330585032" sldId="279"/>
        </pc:sldMkLst>
        <pc:picChg chg="add">
          <ac:chgData name="Lady Ruth López Urbano" userId="41105800-cb23-4525-82ad-2a3f18e04a5f" providerId="ADAL" clId="{C5B024AB-BE8A-4AA5-A013-B53230DAFF9B}" dt="2024-05-07T00:30:54.786" v="7" actId="22"/>
          <ac:picMkLst>
            <pc:docMk/>
            <pc:sldMk cId="3330585032" sldId="279"/>
            <ac:picMk id="3" creationId="{4210ADA1-7181-421D-B2FC-8E6BAC4AB383}"/>
          </ac:picMkLst>
        </pc:picChg>
      </pc:sldChg>
    </pc:docChg>
  </pc:docChgLst>
  <pc:docChgLst>
    <pc:chgData name="Lady Ruth López Urbano" userId="41105800-cb23-4525-82ad-2a3f18e04a5f" providerId="ADAL" clId="{8FA14C50-2051-43A8-A144-A2E6D8B80B1A}"/>
    <pc:docChg chg="undo custSel addSld delSld modSld">
      <pc:chgData name="Lady Ruth López Urbano" userId="41105800-cb23-4525-82ad-2a3f18e04a5f" providerId="ADAL" clId="{8FA14C50-2051-43A8-A144-A2E6D8B80B1A}" dt="2024-06-06T22:57:29.032" v="379" actId="20577"/>
      <pc:docMkLst>
        <pc:docMk/>
      </pc:docMkLst>
      <pc:sldChg chg="modSp mod">
        <pc:chgData name="Lady Ruth López Urbano" userId="41105800-cb23-4525-82ad-2a3f18e04a5f" providerId="ADAL" clId="{8FA14C50-2051-43A8-A144-A2E6D8B80B1A}" dt="2024-06-05T17:05:48.925" v="25" actId="1076"/>
        <pc:sldMkLst>
          <pc:docMk/>
          <pc:sldMk cId="1825619757" sldId="262"/>
        </pc:sldMkLst>
        <pc:spChg chg="mod">
          <ac:chgData name="Lady Ruth López Urbano" userId="41105800-cb23-4525-82ad-2a3f18e04a5f" providerId="ADAL" clId="{8FA14C50-2051-43A8-A144-A2E6D8B80B1A}" dt="2024-06-05T17:05:48.925" v="25" actId="1076"/>
          <ac:spMkLst>
            <pc:docMk/>
            <pc:sldMk cId="1825619757" sldId="262"/>
            <ac:spMk id="6" creationId="{00000000-0000-0000-0000-000000000000}"/>
          </ac:spMkLst>
        </pc:spChg>
      </pc:sldChg>
      <pc:sldChg chg="modSp mod">
        <pc:chgData name="Lady Ruth López Urbano" userId="41105800-cb23-4525-82ad-2a3f18e04a5f" providerId="ADAL" clId="{8FA14C50-2051-43A8-A144-A2E6D8B80B1A}" dt="2024-06-05T17:06:44.956" v="126" actId="1076"/>
        <pc:sldMkLst>
          <pc:docMk/>
          <pc:sldMk cId="1134691048" sldId="265"/>
        </pc:sldMkLst>
        <pc:spChg chg="mod">
          <ac:chgData name="Lady Ruth López Urbano" userId="41105800-cb23-4525-82ad-2a3f18e04a5f" providerId="ADAL" clId="{8FA14C50-2051-43A8-A144-A2E6D8B80B1A}" dt="2024-06-05T17:06:44.956" v="126" actId="1076"/>
          <ac:spMkLst>
            <pc:docMk/>
            <pc:sldMk cId="1134691048" sldId="265"/>
            <ac:spMk id="2" creationId="{00000000-0000-0000-0000-000000000000}"/>
          </ac:spMkLst>
        </pc:spChg>
      </pc:sldChg>
      <pc:sldChg chg="del">
        <pc:chgData name="Lady Ruth López Urbano" userId="41105800-cb23-4525-82ad-2a3f18e04a5f" providerId="ADAL" clId="{8FA14C50-2051-43A8-A144-A2E6D8B80B1A}" dt="2024-06-05T17:00:40.227" v="0" actId="47"/>
        <pc:sldMkLst>
          <pc:docMk/>
          <pc:sldMk cId="1507467510" sldId="278"/>
        </pc:sldMkLst>
      </pc:sldChg>
      <pc:sldChg chg="addSp delSp mod">
        <pc:chgData name="Lady Ruth López Urbano" userId="41105800-cb23-4525-82ad-2a3f18e04a5f" providerId="ADAL" clId="{8FA14C50-2051-43A8-A144-A2E6D8B80B1A}" dt="2024-06-06T20:07:03.533" v="127" actId="22"/>
        <pc:sldMkLst>
          <pc:docMk/>
          <pc:sldMk cId="3330585032" sldId="279"/>
        </pc:sldMkLst>
        <pc:picChg chg="add">
          <ac:chgData name="Lady Ruth López Urbano" userId="41105800-cb23-4525-82ad-2a3f18e04a5f" providerId="ADAL" clId="{8FA14C50-2051-43A8-A144-A2E6D8B80B1A}" dt="2024-06-06T20:07:03.533" v="127" actId="22"/>
          <ac:picMkLst>
            <pc:docMk/>
            <pc:sldMk cId="3330585032" sldId="279"/>
            <ac:picMk id="3" creationId="{1074DDDA-CB5D-4005-BDA0-27315D6F8D02}"/>
          </ac:picMkLst>
        </pc:picChg>
        <pc:picChg chg="del">
          <ac:chgData name="Lady Ruth López Urbano" userId="41105800-cb23-4525-82ad-2a3f18e04a5f" providerId="ADAL" clId="{8FA14C50-2051-43A8-A144-A2E6D8B80B1A}" dt="2024-06-05T17:00:43.936" v="1" actId="478"/>
          <ac:picMkLst>
            <pc:docMk/>
            <pc:sldMk cId="3330585032" sldId="279"/>
            <ac:picMk id="3" creationId="{4210ADA1-7181-421D-B2FC-8E6BAC4AB383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0:07:14.863" v="129" actId="22"/>
        <pc:sldMkLst>
          <pc:docMk/>
          <pc:sldMk cId="252052460" sldId="280"/>
        </pc:sldMkLst>
        <pc:picChg chg="add">
          <ac:chgData name="Lady Ruth López Urbano" userId="41105800-cb23-4525-82ad-2a3f18e04a5f" providerId="ADAL" clId="{8FA14C50-2051-43A8-A144-A2E6D8B80B1A}" dt="2024-06-06T20:07:14.863" v="129" actId="22"/>
          <ac:picMkLst>
            <pc:docMk/>
            <pc:sldMk cId="252052460" sldId="280"/>
            <ac:picMk id="3" creationId="{91A2FA1C-DC6A-46F7-9B51-BBD021F41A53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0:07:27.533" v="135" actId="22"/>
        <pc:sldMkLst>
          <pc:docMk/>
          <pc:sldMk cId="769483381" sldId="281"/>
        </pc:sldMkLst>
        <pc:picChg chg="add">
          <ac:chgData name="Lady Ruth López Urbano" userId="41105800-cb23-4525-82ad-2a3f18e04a5f" providerId="ADAL" clId="{8FA14C50-2051-43A8-A144-A2E6D8B80B1A}" dt="2024-06-06T20:07:27.533" v="135" actId="22"/>
          <ac:picMkLst>
            <pc:docMk/>
            <pc:sldMk cId="769483381" sldId="281"/>
            <ac:picMk id="3" creationId="{92DDE6B3-032E-4258-B42D-E9F29292C188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0:07:44.333" v="136" actId="22"/>
        <pc:sldMkLst>
          <pc:docMk/>
          <pc:sldMk cId="3616746326" sldId="282"/>
        </pc:sldMkLst>
        <pc:picChg chg="add">
          <ac:chgData name="Lady Ruth López Urbano" userId="41105800-cb23-4525-82ad-2a3f18e04a5f" providerId="ADAL" clId="{8FA14C50-2051-43A8-A144-A2E6D8B80B1A}" dt="2024-06-06T20:07:44.333" v="136" actId="22"/>
          <ac:picMkLst>
            <pc:docMk/>
            <pc:sldMk cId="3616746326" sldId="282"/>
            <ac:picMk id="3" creationId="{88C99A63-F891-4090-9633-E97B3D322FA1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0:08:01.856" v="137" actId="22"/>
        <pc:sldMkLst>
          <pc:docMk/>
          <pc:sldMk cId="2440710686" sldId="283"/>
        </pc:sldMkLst>
        <pc:picChg chg="add">
          <ac:chgData name="Lady Ruth López Urbano" userId="41105800-cb23-4525-82ad-2a3f18e04a5f" providerId="ADAL" clId="{8FA14C50-2051-43A8-A144-A2E6D8B80B1A}" dt="2024-06-06T20:08:01.856" v="137" actId="22"/>
          <ac:picMkLst>
            <pc:docMk/>
            <pc:sldMk cId="2440710686" sldId="283"/>
            <ac:picMk id="3" creationId="{54722975-930E-411A-9106-EBED77EA56D4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0:08:12.003" v="138" actId="22"/>
        <pc:sldMkLst>
          <pc:docMk/>
          <pc:sldMk cId="519749138" sldId="284"/>
        </pc:sldMkLst>
        <pc:picChg chg="add">
          <ac:chgData name="Lady Ruth López Urbano" userId="41105800-cb23-4525-82ad-2a3f18e04a5f" providerId="ADAL" clId="{8FA14C50-2051-43A8-A144-A2E6D8B80B1A}" dt="2024-06-06T20:08:12.003" v="138" actId="22"/>
          <ac:picMkLst>
            <pc:docMk/>
            <pc:sldMk cId="519749138" sldId="284"/>
            <ac:picMk id="3" creationId="{B5944AB5-28F3-4E2B-86C9-19BC0A357587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0:11:14.233" v="142" actId="1076"/>
        <pc:sldMkLst>
          <pc:docMk/>
          <pc:sldMk cId="2632924402" sldId="285"/>
        </pc:sldMkLst>
        <pc:picChg chg="add mod">
          <ac:chgData name="Lady Ruth López Urbano" userId="41105800-cb23-4525-82ad-2a3f18e04a5f" providerId="ADAL" clId="{8FA14C50-2051-43A8-A144-A2E6D8B80B1A}" dt="2024-06-06T20:09:13.393" v="140" actId="1076"/>
          <ac:picMkLst>
            <pc:docMk/>
            <pc:sldMk cId="2632924402" sldId="285"/>
            <ac:picMk id="3" creationId="{E7235A92-7FA4-4EE4-A7CF-7398B0D6752D}"/>
          </ac:picMkLst>
        </pc:picChg>
        <pc:picChg chg="add mod">
          <ac:chgData name="Lady Ruth López Urbano" userId="41105800-cb23-4525-82ad-2a3f18e04a5f" providerId="ADAL" clId="{8FA14C50-2051-43A8-A144-A2E6D8B80B1A}" dt="2024-06-06T20:11:14.233" v="142" actId="1076"/>
          <ac:picMkLst>
            <pc:docMk/>
            <pc:sldMk cId="2632924402" sldId="285"/>
            <ac:picMk id="5" creationId="{492E9C35-793F-476C-AEE7-177312CC0B6F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1:57:39.469" v="147" actId="22"/>
        <pc:sldMkLst>
          <pc:docMk/>
          <pc:sldMk cId="2014529719" sldId="286"/>
        </pc:sldMkLst>
        <pc:picChg chg="add mod">
          <ac:chgData name="Lady Ruth López Urbano" userId="41105800-cb23-4525-82ad-2a3f18e04a5f" providerId="ADAL" clId="{8FA14C50-2051-43A8-A144-A2E6D8B80B1A}" dt="2024-06-06T21:57:02.520" v="146" actId="1076"/>
          <ac:picMkLst>
            <pc:docMk/>
            <pc:sldMk cId="2014529719" sldId="286"/>
            <ac:picMk id="3" creationId="{0D9A9479-E980-444C-8BC7-FD07ADCA1A73}"/>
          </ac:picMkLst>
        </pc:picChg>
        <pc:picChg chg="add">
          <ac:chgData name="Lady Ruth López Urbano" userId="41105800-cb23-4525-82ad-2a3f18e04a5f" providerId="ADAL" clId="{8FA14C50-2051-43A8-A144-A2E6D8B80B1A}" dt="2024-06-06T21:57:39.469" v="147" actId="22"/>
          <ac:picMkLst>
            <pc:docMk/>
            <pc:sldMk cId="2014529719" sldId="286"/>
            <ac:picMk id="5" creationId="{9AFC6C02-F7D1-4EC8-B805-D15E34C07135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2:54:02.711" v="176" actId="1076"/>
        <pc:sldMkLst>
          <pc:docMk/>
          <pc:sldMk cId="2048070280" sldId="287"/>
        </pc:sldMkLst>
        <pc:picChg chg="add mod">
          <ac:chgData name="Lady Ruth López Urbano" userId="41105800-cb23-4525-82ad-2a3f18e04a5f" providerId="ADAL" clId="{8FA14C50-2051-43A8-A144-A2E6D8B80B1A}" dt="2024-06-06T22:53:48.287" v="171" actId="1076"/>
          <ac:picMkLst>
            <pc:docMk/>
            <pc:sldMk cId="2048070280" sldId="287"/>
            <ac:picMk id="3" creationId="{3AC5824D-E218-43D2-A22A-A0D2A4DD1D3C}"/>
          </ac:picMkLst>
        </pc:picChg>
        <pc:picChg chg="add mod">
          <ac:chgData name="Lady Ruth López Urbano" userId="41105800-cb23-4525-82ad-2a3f18e04a5f" providerId="ADAL" clId="{8FA14C50-2051-43A8-A144-A2E6D8B80B1A}" dt="2024-06-06T22:54:00.419" v="174" actId="1076"/>
          <ac:picMkLst>
            <pc:docMk/>
            <pc:sldMk cId="2048070280" sldId="287"/>
            <ac:picMk id="5" creationId="{30ECA1E4-F66A-4999-B9B1-3D37AE8C08B6}"/>
          </ac:picMkLst>
        </pc:picChg>
        <pc:picChg chg="add mod">
          <ac:chgData name="Lady Ruth López Urbano" userId="41105800-cb23-4525-82ad-2a3f18e04a5f" providerId="ADAL" clId="{8FA14C50-2051-43A8-A144-A2E6D8B80B1A}" dt="2024-06-06T22:54:02.711" v="176" actId="1076"/>
          <ac:picMkLst>
            <pc:docMk/>
            <pc:sldMk cId="2048070280" sldId="287"/>
            <ac:picMk id="7" creationId="{BDC58347-466C-4448-9275-99A20D33FFA9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1:58:23.070" v="151" actId="22"/>
        <pc:sldMkLst>
          <pc:docMk/>
          <pc:sldMk cId="4145382297" sldId="288"/>
        </pc:sldMkLst>
        <pc:picChg chg="add mod">
          <ac:chgData name="Lady Ruth López Urbano" userId="41105800-cb23-4525-82ad-2a3f18e04a5f" providerId="ADAL" clId="{8FA14C50-2051-43A8-A144-A2E6D8B80B1A}" dt="2024-06-06T21:57:59.059" v="150" actId="1076"/>
          <ac:picMkLst>
            <pc:docMk/>
            <pc:sldMk cId="4145382297" sldId="288"/>
            <ac:picMk id="3" creationId="{FA0D9E68-BE9C-431B-AAD6-20E4D94EA193}"/>
          </ac:picMkLst>
        </pc:picChg>
        <pc:picChg chg="add">
          <ac:chgData name="Lady Ruth López Urbano" userId="41105800-cb23-4525-82ad-2a3f18e04a5f" providerId="ADAL" clId="{8FA14C50-2051-43A8-A144-A2E6D8B80B1A}" dt="2024-06-06T21:58:23.070" v="151" actId="22"/>
          <ac:picMkLst>
            <pc:docMk/>
            <pc:sldMk cId="4145382297" sldId="288"/>
            <ac:picMk id="5" creationId="{6A09CD88-CDDA-4845-9AF7-24F5D78D9E2A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1:58:35.363" v="154" actId="1076"/>
        <pc:sldMkLst>
          <pc:docMk/>
          <pc:sldMk cId="4066483568" sldId="289"/>
        </pc:sldMkLst>
        <pc:picChg chg="add mod">
          <ac:chgData name="Lady Ruth López Urbano" userId="41105800-cb23-4525-82ad-2a3f18e04a5f" providerId="ADAL" clId="{8FA14C50-2051-43A8-A144-A2E6D8B80B1A}" dt="2024-06-06T21:58:35.363" v="154" actId="1076"/>
          <ac:picMkLst>
            <pc:docMk/>
            <pc:sldMk cId="4066483568" sldId="289"/>
            <ac:picMk id="3" creationId="{B35AC1BC-BF9D-46C8-A635-A687A9BE9717}"/>
          </ac:picMkLst>
        </pc:picChg>
      </pc:sldChg>
      <pc:sldChg chg="new">
        <pc:chgData name="Lady Ruth López Urbano" userId="41105800-cb23-4525-82ad-2a3f18e04a5f" providerId="ADAL" clId="{8FA14C50-2051-43A8-A144-A2E6D8B80B1A}" dt="2024-06-06T22:45:03.364" v="155" actId="680"/>
        <pc:sldMkLst>
          <pc:docMk/>
          <pc:sldMk cId="1893212833" sldId="290"/>
        </pc:sldMkLst>
      </pc:sldChg>
      <pc:sldChg chg="addSp new mod">
        <pc:chgData name="Lady Ruth López Urbano" userId="41105800-cb23-4525-82ad-2a3f18e04a5f" providerId="ADAL" clId="{8FA14C50-2051-43A8-A144-A2E6D8B80B1A}" dt="2024-06-06T22:46:49.524" v="157" actId="22"/>
        <pc:sldMkLst>
          <pc:docMk/>
          <pc:sldMk cId="3778940383" sldId="291"/>
        </pc:sldMkLst>
        <pc:picChg chg="add">
          <ac:chgData name="Lady Ruth López Urbano" userId="41105800-cb23-4525-82ad-2a3f18e04a5f" providerId="ADAL" clId="{8FA14C50-2051-43A8-A144-A2E6D8B80B1A}" dt="2024-06-06T22:46:49.524" v="157" actId="22"/>
          <ac:picMkLst>
            <pc:docMk/>
            <pc:sldMk cId="3778940383" sldId="291"/>
            <ac:picMk id="3" creationId="{ACB94680-E5C7-4EC0-A301-0C78476CEA9D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2:49:39.019" v="165" actId="1076"/>
        <pc:sldMkLst>
          <pc:docMk/>
          <pc:sldMk cId="2945161156" sldId="292"/>
        </pc:sldMkLst>
        <pc:picChg chg="add mod">
          <ac:chgData name="Lady Ruth López Urbano" userId="41105800-cb23-4525-82ad-2a3f18e04a5f" providerId="ADAL" clId="{8FA14C50-2051-43A8-A144-A2E6D8B80B1A}" dt="2024-06-06T22:49:36.993" v="163" actId="1076"/>
          <ac:picMkLst>
            <pc:docMk/>
            <pc:sldMk cId="2945161156" sldId="292"/>
            <ac:picMk id="3" creationId="{99DE2DD4-7BB4-4DA8-9094-EAA32CB04E19}"/>
          </ac:picMkLst>
        </pc:picChg>
        <pc:picChg chg="add mod">
          <ac:chgData name="Lady Ruth López Urbano" userId="41105800-cb23-4525-82ad-2a3f18e04a5f" providerId="ADAL" clId="{8FA14C50-2051-43A8-A144-A2E6D8B80B1A}" dt="2024-06-06T22:49:21.683" v="162" actId="1076"/>
          <ac:picMkLst>
            <pc:docMk/>
            <pc:sldMk cId="2945161156" sldId="292"/>
            <ac:picMk id="5" creationId="{91DB16A6-07A7-4A49-9472-B85B3A359370}"/>
          </ac:picMkLst>
        </pc:picChg>
        <pc:picChg chg="add mod">
          <ac:chgData name="Lady Ruth López Urbano" userId="41105800-cb23-4525-82ad-2a3f18e04a5f" providerId="ADAL" clId="{8FA14C50-2051-43A8-A144-A2E6D8B80B1A}" dt="2024-06-06T22:49:39.019" v="165" actId="1076"/>
          <ac:picMkLst>
            <pc:docMk/>
            <pc:sldMk cId="2945161156" sldId="292"/>
            <ac:picMk id="7" creationId="{0BA40BE8-1A06-4866-B22F-8EDDC9AB3181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2:50:29.146" v="167" actId="22"/>
        <pc:sldMkLst>
          <pc:docMk/>
          <pc:sldMk cId="2334245414" sldId="293"/>
        </pc:sldMkLst>
        <pc:picChg chg="add">
          <ac:chgData name="Lady Ruth López Urbano" userId="41105800-cb23-4525-82ad-2a3f18e04a5f" providerId="ADAL" clId="{8FA14C50-2051-43A8-A144-A2E6D8B80B1A}" dt="2024-06-06T22:50:29.146" v="167" actId="22"/>
          <ac:picMkLst>
            <pc:docMk/>
            <pc:sldMk cId="2334245414" sldId="293"/>
            <ac:picMk id="3" creationId="{DBEDB350-3071-4E59-ADB5-5B21B14F80BA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2:52:35.152" v="169" actId="22"/>
        <pc:sldMkLst>
          <pc:docMk/>
          <pc:sldMk cId="203632790" sldId="294"/>
        </pc:sldMkLst>
        <pc:picChg chg="add">
          <ac:chgData name="Lady Ruth López Urbano" userId="41105800-cb23-4525-82ad-2a3f18e04a5f" providerId="ADAL" clId="{8FA14C50-2051-43A8-A144-A2E6D8B80B1A}" dt="2024-06-06T22:52:35.152" v="169" actId="22"/>
          <ac:picMkLst>
            <pc:docMk/>
            <pc:sldMk cId="203632790" sldId="294"/>
            <ac:picMk id="3" creationId="{B8B6D671-602B-41E5-A6FE-76D7A21BAC4A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2:55:17.473" v="178" actId="22"/>
        <pc:sldMkLst>
          <pc:docMk/>
          <pc:sldMk cId="2529436694" sldId="295"/>
        </pc:sldMkLst>
        <pc:picChg chg="add">
          <ac:chgData name="Lady Ruth López Urbano" userId="41105800-cb23-4525-82ad-2a3f18e04a5f" providerId="ADAL" clId="{8FA14C50-2051-43A8-A144-A2E6D8B80B1A}" dt="2024-06-06T22:55:17.473" v="178" actId="22"/>
          <ac:picMkLst>
            <pc:docMk/>
            <pc:sldMk cId="2529436694" sldId="295"/>
            <ac:picMk id="3" creationId="{E52E9A54-6032-4545-811D-6A4280DE4527}"/>
          </ac:picMkLst>
        </pc:picChg>
      </pc:sldChg>
      <pc:sldChg chg="addSp new mod">
        <pc:chgData name="Lady Ruth López Urbano" userId="41105800-cb23-4525-82ad-2a3f18e04a5f" providerId="ADAL" clId="{8FA14C50-2051-43A8-A144-A2E6D8B80B1A}" dt="2024-06-06T22:55:31.245" v="180" actId="22"/>
        <pc:sldMkLst>
          <pc:docMk/>
          <pc:sldMk cId="3325463989" sldId="296"/>
        </pc:sldMkLst>
        <pc:picChg chg="add">
          <ac:chgData name="Lady Ruth López Urbano" userId="41105800-cb23-4525-82ad-2a3f18e04a5f" providerId="ADAL" clId="{8FA14C50-2051-43A8-A144-A2E6D8B80B1A}" dt="2024-06-06T22:55:31.245" v="180" actId="22"/>
          <ac:picMkLst>
            <pc:docMk/>
            <pc:sldMk cId="3325463989" sldId="296"/>
            <ac:picMk id="3" creationId="{8AEEB17D-78CE-4220-98FF-469C65E01BEC}"/>
          </ac:picMkLst>
        </pc:picChg>
      </pc:sldChg>
      <pc:sldChg chg="addSp modSp new mod">
        <pc:chgData name="Lady Ruth López Urbano" userId="41105800-cb23-4525-82ad-2a3f18e04a5f" providerId="ADAL" clId="{8FA14C50-2051-43A8-A144-A2E6D8B80B1A}" dt="2024-06-06T22:56:37.481" v="265" actId="1076"/>
        <pc:sldMkLst>
          <pc:docMk/>
          <pc:sldMk cId="1384818041" sldId="297"/>
        </pc:sldMkLst>
        <pc:spChg chg="add mod">
          <ac:chgData name="Lady Ruth López Urbano" userId="41105800-cb23-4525-82ad-2a3f18e04a5f" providerId="ADAL" clId="{8FA14C50-2051-43A8-A144-A2E6D8B80B1A}" dt="2024-06-06T22:56:37.481" v="265" actId="1076"/>
          <ac:spMkLst>
            <pc:docMk/>
            <pc:sldMk cId="1384818041" sldId="297"/>
            <ac:spMk id="2" creationId="{4879EAA8-8089-45BB-BCA9-A73DBADBFCA3}"/>
          </ac:spMkLst>
        </pc:spChg>
      </pc:sldChg>
      <pc:sldChg chg="addSp modSp new mod">
        <pc:chgData name="Lady Ruth López Urbano" userId="41105800-cb23-4525-82ad-2a3f18e04a5f" providerId="ADAL" clId="{8FA14C50-2051-43A8-A144-A2E6D8B80B1A}" dt="2024-06-06T22:57:29.032" v="379" actId="20577"/>
        <pc:sldMkLst>
          <pc:docMk/>
          <pc:sldMk cId="2151251391" sldId="298"/>
        </pc:sldMkLst>
        <pc:spChg chg="add mod">
          <ac:chgData name="Lady Ruth López Urbano" userId="41105800-cb23-4525-82ad-2a3f18e04a5f" providerId="ADAL" clId="{8FA14C50-2051-43A8-A144-A2E6D8B80B1A}" dt="2024-06-06T22:57:29.032" v="379" actId="20577"/>
          <ac:spMkLst>
            <pc:docMk/>
            <pc:sldMk cId="2151251391" sldId="298"/>
            <ac:spMk id="2" creationId="{558728DD-FFD3-4927-B610-6D324D6EAE13}"/>
          </ac:spMkLst>
        </pc:spChg>
      </pc:sldChg>
    </pc:docChg>
  </pc:docChgLst>
  <pc:docChgLst>
    <pc:chgData name="Lady Ruth López Urbano" userId="41105800-cb23-4525-82ad-2a3f18e04a5f" providerId="ADAL" clId="{23A5C2E3-AC4A-4A87-864C-688EEB3006FF}"/>
    <pc:docChg chg="undo custSel addSld delSld modSld">
      <pc:chgData name="Lady Ruth López Urbano" userId="41105800-cb23-4525-82ad-2a3f18e04a5f" providerId="ADAL" clId="{23A5C2E3-AC4A-4A87-864C-688EEB3006FF}" dt="2024-06-12T19:50:59.377" v="180" actId="313"/>
      <pc:docMkLst>
        <pc:docMk/>
      </pc:docMkLst>
      <pc:sldChg chg="modSp mod">
        <pc:chgData name="Lady Ruth López Urbano" userId="41105800-cb23-4525-82ad-2a3f18e04a5f" providerId="ADAL" clId="{23A5C2E3-AC4A-4A87-864C-688EEB3006FF}" dt="2024-06-12T16:22:01.156" v="29"/>
        <pc:sldMkLst>
          <pc:docMk/>
          <pc:sldMk cId="1825619757" sldId="262"/>
        </pc:sldMkLst>
        <pc:spChg chg="mod">
          <ac:chgData name="Lady Ruth López Urbano" userId="41105800-cb23-4525-82ad-2a3f18e04a5f" providerId="ADAL" clId="{23A5C2E3-AC4A-4A87-864C-688EEB3006FF}" dt="2024-06-12T16:22:01.156" v="29"/>
          <ac:spMkLst>
            <pc:docMk/>
            <pc:sldMk cId="1825619757" sldId="262"/>
            <ac:spMk id="6" creationId="{00000000-0000-0000-0000-000000000000}"/>
          </ac:spMkLst>
        </pc:spChg>
      </pc:sldChg>
      <pc:sldChg chg="modSp mod">
        <pc:chgData name="Lady Ruth López Urbano" userId="41105800-cb23-4525-82ad-2a3f18e04a5f" providerId="ADAL" clId="{23A5C2E3-AC4A-4A87-864C-688EEB3006FF}" dt="2024-06-12T16:22:10.606" v="34" actId="6549"/>
        <pc:sldMkLst>
          <pc:docMk/>
          <pc:sldMk cId="1134691048" sldId="265"/>
        </pc:sldMkLst>
        <pc:spChg chg="mod">
          <ac:chgData name="Lady Ruth López Urbano" userId="41105800-cb23-4525-82ad-2a3f18e04a5f" providerId="ADAL" clId="{23A5C2E3-AC4A-4A87-864C-688EEB3006FF}" dt="2024-06-12T16:22:10.606" v="34" actId="6549"/>
          <ac:spMkLst>
            <pc:docMk/>
            <pc:sldMk cId="1134691048" sldId="265"/>
            <ac:spMk id="2" creationId="{00000000-0000-0000-0000-000000000000}"/>
          </ac:spMkLst>
        </pc:spChg>
      </pc:sldChg>
      <pc:sldChg chg="addSp delSp modSp new mod">
        <pc:chgData name="Lady Ruth López Urbano" userId="41105800-cb23-4525-82ad-2a3f18e04a5f" providerId="ADAL" clId="{23A5C2E3-AC4A-4A87-864C-688EEB3006FF}" dt="2024-06-12T19:50:59.377" v="180" actId="313"/>
        <pc:sldMkLst>
          <pc:docMk/>
          <pc:sldMk cId="2038877112" sldId="266"/>
        </pc:sldMkLst>
        <pc:spChg chg="add mod">
          <ac:chgData name="Lady Ruth López Urbano" userId="41105800-cb23-4525-82ad-2a3f18e04a5f" providerId="ADAL" clId="{23A5C2E3-AC4A-4A87-864C-688EEB3006FF}" dt="2024-06-12T19:50:59.377" v="180" actId="313"/>
          <ac:spMkLst>
            <pc:docMk/>
            <pc:sldMk cId="2038877112" sldId="266"/>
            <ac:spMk id="2" creationId="{6C6CB2BA-ECD6-4696-A6A0-3324ED871035}"/>
          </ac:spMkLst>
        </pc:spChg>
        <pc:spChg chg="del">
          <ac:chgData name="Lady Ruth López Urbano" userId="41105800-cb23-4525-82ad-2a3f18e04a5f" providerId="ADAL" clId="{23A5C2E3-AC4A-4A87-864C-688EEB3006FF}" dt="2024-06-12T16:22:16.264" v="36"/>
          <ac:spMkLst>
            <pc:docMk/>
            <pc:sldMk cId="2038877112" sldId="266"/>
            <ac:spMk id="2" creationId="{D08BC6BB-7A60-47E7-B526-7ADD8924CD77}"/>
          </ac:spMkLst>
        </pc:spChg>
        <pc:spChg chg="del">
          <ac:chgData name="Lady Ruth López Urbano" userId="41105800-cb23-4525-82ad-2a3f18e04a5f" providerId="ADAL" clId="{23A5C2E3-AC4A-4A87-864C-688EEB3006FF}" dt="2024-06-12T16:22:16.264" v="36"/>
          <ac:spMkLst>
            <pc:docMk/>
            <pc:sldMk cId="2038877112" sldId="266"/>
            <ac:spMk id="3" creationId="{78AAAFFF-EDDF-4EF0-A80E-382E585EF7DD}"/>
          </ac:spMkLst>
        </pc:spChg>
      </pc:sldChg>
      <pc:sldChg chg="delSp new">
        <pc:chgData name="Lady Ruth López Urbano" userId="41105800-cb23-4525-82ad-2a3f18e04a5f" providerId="ADAL" clId="{23A5C2E3-AC4A-4A87-864C-688EEB3006FF}" dt="2024-06-12T16:22:18.400" v="37"/>
        <pc:sldMkLst>
          <pc:docMk/>
          <pc:sldMk cId="3132033402" sldId="267"/>
        </pc:sldMkLst>
        <pc:spChg chg="del">
          <ac:chgData name="Lady Ruth López Urbano" userId="41105800-cb23-4525-82ad-2a3f18e04a5f" providerId="ADAL" clId="{23A5C2E3-AC4A-4A87-864C-688EEB3006FF}" dt="2024-06-12T16:22:18.400" v="37"/>
          <ac:spMkLst>
            <pc:docMk/>
            <pc:sldMk cId="3132033402" sldId="267"/>
            <ac:spMk id="2" creationId="{09CD4AFB-74BB-4EE9-8AB9-2242CD8D9ED4}"/>
          </ac:spMkLst>
        </pc:spChg>
        <pc:spChg chg="del">
          <ac:chgData name="Lady Ruth López Urbano" userId="41105800-cb23-4525-82ad-2a3f18e04a5f" providerId="ADAL" clId="{23A5C2E3-AC4A-4A87-864C-688EEB3006FF}" dt="2024-06-12T16:22:18.400" v="37"/>
          <ac:spMkLst>
            <pc:docMk/>
            <pc:sldMk cId="3132033402" sldId="267"/>
            <ac:spMk id="3" creationId="{5ECACE7C-5B2F-4B3E-BC46-B836590D7574}"/>
          </ac:spMkLst>
        </pc:spChg>
      </pc:sldChg>
      <pc:sldChg chg="del">
        <pc:chgData name="Lady Ruth López Urbano" userId="41105800-cb23-4525-82ad-2a3f18e04a5f" providerId="ADAL" clId="{23A5C2E3-AC4A-4A87-864C-688EEB3006FF}" dt="2024-06-12T16:21:32.979" v="0" actId="47"/>
        <pc:sldMkLst>
          <pc:docMk/>
          <pc:sldMk cId="2151251391" sldId="298"/>
        </pc:sldMkLst>
      </pc:sldChg>
      <pc:sldChg chg="del">
        <pc:chgData name="Lady Ruth López Urbano" userId="41105800-cb23-4525-82ad-2a3f18e04a5f" providerId="ADAL" clId="{23A5C2E3-AC4A-4A87-864C-688EEB3006FF}" dt="2024-06-12T16:21:33.166" v="1" actId="47"/>
        <pc:sldMkLst>
          <pc:docMk/>
          <pc:sldMk cId="3419906043" sldId="299"/>
        </pc:sldMkLst>
      </pc:sldChg>
      <pc:sldChg chg="del">
        <pc:chgData name="Lady Ruth López Urbano" userId="41105800-cb23-4525-82ad-2a3f18e04a5f" providerId="ADAL" clId="{23A5C2E3-AC4A-4A87-864C-688EEB3006FF}" dt="2024-06-12T16:21:33.329" v="2" actId="47"/>
        <pc:sldMkLst>
          <pc:docMk/>
          <pc:sldMk cId="4229677035" sldId="300"/>
        </pc:sldMkLst>
      </pc:sldChg>
      <pc:sldChg chg="del">
        <pc:chgData name="Lady Ruth López Urbano" userId="41105800-cb23-4525-82ad-2a3f18e04a5f" providerId="ADAL" clId="{23A5C2E3-AC4A-4A87-864C-688EEB3006FF}" dt="2024-06-12T16:21:33.479" v="3" actId="47"/>
        <pc:sldMkLst>
          <pc:docMk/>
          <pc:sldMk cId="1807018682" sldId="301"/>
        </pc:sldMkLst>
      </pc:sldChg>
      <pc:sldChg chg="del">
        <pc:chgData name="Lady Ruth López Urbano" userId="41105800-cb23-4525-82ad-2a3f18e04a5f" providerId="ADAL" clId="{23A5C2E3-AC4A-4A87-864C-688EEB3006FF}" dt="2024-06-12T16:21:33.686" v="4" actId="47"/>
        <pc:sldMkLst>
          <pc:docMk/>
          <pc:sldMk cId="4227406977" sldId="302"/>
        </pc:sldMkLst>
      </pc:sldChg>
      <pc:sldChg chg="del">
        <pc:chgData name="Lady Ruth López Urbano" userId="41105800-cb23-4525-82ad-2a3f18e04a5f" providerId="ADAL" clId="{23A5C2E3-AC4A-4A87-864C-688EEB3006FF}" dt="2024-06-12T16:21:33.787" v="5" actId="47"/>
        <pc:sldMkLst>
          <pc:docMk/>
          <pc:sldMk cId="1638795462" sldId="303"/>
        </pc:sldMkLst>
      </pc:sldChg>
      <pc:sldChg chg="del">
        <pc:chgData name="Lady Ruth López Urbano" userId="41105800-cb23-4525-82ad-2a3f18e04a5f" providerId="ADAL" clId="{23A5C2E3-AC4A-4A87-864C-688EEB3006FF}" dt="2024-06-12T16:21:33.932" v="6" actId="47"/>
        <pc:sldMkLst>
          <pc:docMk/>
          <pc:sldMk cId="676326358" sldId="304"/>
        </pc:sldMkLst>
      </pc:sldChg>
      <pc:sldChg chg="del">
        <pc:chgData name="Lady Ruth López Urbano" userId="41105800-cb23-4525-82ad-2a3f18e04a5f" providerId="ADAL" clId="{23A5C2E3-AC4A-4A87-864C-688EEB3006FF}" dt="2024-06-12T16:21:34.085" v="7" actId="47"/>
        <pc:sldMkLst>
          <pc:docMk/>
          <pc:sldMk cId="994709253" sldId="305"/>
        </pc:sldMkLst>
      </pc:sldChg>
      <pc:sldChg chg="del">
        <pc:chgData name="Lady Ruth López Urbano" userId="41105800-cb23-4525-82ad-2a3f18e04a5f" providerId="ADAL" clId="{23A5C2E3-AC4A-4A87-864C-688EEB3006FF}" dt="2024-06-12T16:21:34.252" v="8" actId="47"/>
        <pc:sldMkLst>
          <pc:docMk/>
          <pc:sldMk cId="1677130428" sldId="306"/>
        </pc:sldMkLst>
      </pc:sldChg>
      <pc:sldChg chg="del">
        <pc:chgData name="Lady Ruth López Urbano" userId="41105800-cb23-4525-82ad-2a3f18e04a5f" providerId="ADAL" clId="{23A5C2E3-AC4A-4A87-864C-688EEB3006FF}" dt="2024-06-12T16:21:34.412" v="9" actId="47"/>
        <pc:sldMkLst>
          <pc:docMk/>
          <pc:sldMk cId="4228671106" sldId="307"/>
        </pc:sldMkLst>
      </pc:sldChg>
      <pc:sldChg chg="del">
        <pc:chgData name="Lady Ruth López Urbano" userId="41105800-cb23-4525-82ad-2a3f18e04a5f" providerId="ADAL" clId="{23A5C2E3-AC4A-4A87-864C-688EEB3006FF}" dt="2024-06-12T16:21:34.571" v="10" actId="47"/>
        <pc:sldMkLst>
          <pc:docMk/>
          <pc:sldMk cId="4027151682" sldId="308"/>
        </pc:sldMkLst>
      </pc:sldChg>
      <pc:sldChg chg="del">
        <pc:chgData name="Lady Ruth López Urbano" userId="41105800-cb23-4525-82ad-2a3f18e04a5f" providerId="ADAL" clId="{23A5C2E3-AC4A-4A87-864C-688EEB3006FF}" dt="2024-06-12T16:21:34.726" v="11" actId="47"/>
        <pc:sldMkLst>
          <pc:docMk/>
          <pc:sldMk cId="3661608550" sldId="309"/>
        </pc:sldMkLst>
      </pc:sldChg>
      <pc:sldChg chg="del">
        <pc:chgData name="Lady Ruth López Urbano" userId="41105800-cb23-4525-82ad-2a3f18e04a5f" providerId="ADAL" clId="{23A5C2E3-AC4A-4A87-864C-688EEB3006FF}" dt="2024-06-12T16:21:34.871" v="12" actId="47"/>
        <pc:sldMkLst>
          <pc:docMk/>
          <pc:sldMk cId="2455738932" sldId="310"/>
        </pc:sldMkLst>
      </pc:sldChg>
      <pc:sldChg chg="del">
        <pc:chgData name="Lady Ruth López Urbano" userId="41105800-cb23-4525-82ad-2a3f18e04a5f" providerId="ADAL" clId="{23A5C2E3-AC4A-4A87-864C-688EEB3006FF}" dt="2024-06-12T16:21:35.021" v="13" actId="47"/>
        <pc:sldMkLst>
          <pc:docMk/>
          <pc:sldMk cId="440089992" sldId="311"/>
        </pc:sldMkLst>
      </pc:sldChg>
      <pc:sldChg chg="del">
        <pc:chgData name="Lady Ruth López Urbano" userId="41105800-cb23-4525-82ad-2a3f18e04a5f" providerId="ADAL" clId="{23A5C2E3-AC4A-4A87-864C-688EEB3006FF}" dt="2024-06-12T16:21:35.181" v="14" actId="47"/>
        <pc:sldMkLst>
          <pc:docMk/>
          <pc:sldMk cId="2391309581" sldId="312"/>
        </pc:sldMkLst>
      </pc:sldChg>
      <pc:sldChg chg="del">
        <pc:chgData name="Lady Ruth López Urbano" userId="41105800-cb23-4525-82ad-2a3f18e04a5f" providerId="ADAL" clId="{23A5C2E3-AC4A-4A87-864C-688EEB3006FF}" dt="2024-06-12T16:21:35.796" v="18" actId="47"/>
        <pc:sldMkLst>
          <pc:docMk/>
          <pc:sldMk cId="1510718271" sldId="313"/>
        </pc:sldMkLst>
      </pc:sldChg>
      <pc:sldChg chg="del">
        <pc:chgData name="Lady Ruth López Urbano" userId="41105800-cb23-4525-82ad-2a3f18e04a5f" providerId="ADAL" clId="{23A5C2E3-AC4A-4A87-864C-688EEB3006FF}" dt="2024-06-12T16:21:35.331" v="15" actId="47"/>
        <pc:sldMkLst>
          <pc:docMk/>
          <pc:sldMk cId="227118368" sldId="314"/>
        </pc:sldMkLst>
      </pc:sldChg>
      <pc:sldChg chg="del">
        <pc:chgData name="Lady Ruth López Urbano" userId="41105800-cb23-4525-82ad-2a3f18e04a5f" providerId="ADAL" clId="{23A5C2E3-AC4A-4A87-864C-688EEB3006FF}" dt="2024-06-12T16:21:35.496" v="16" actId="47"/>
        <pc:sldMkLst>
          <pc:docMk/>
          <pc:sldMk cId="1304289916" sldId="315"/>
        </pc:sldMkLst>
      </pc:sldChg>
      <pc:sldChg chg="del">
        <pc:chgData name="Lady Ruth López Urbano" userId="41105800-cb23-4525-82ad-2a3f18e04a5f" providerId="ADAL" clId="{23A5C2E3-AC4A-4A87-864C-688EEB3006FF}" dt="2024-06-12T16:21:35.646" v="17" actId="47"/>
        <pc:sldMkLst>
          <pc:docMk/>
          <pc:sldMk cId="2131291006" sldId="316"/>
        </pc:sldMkLst>
      </pc:sldChg>
      <pc:sldChg chg="del">
        <pc:chgData name="Lady Ruth López Urbano" userId="41105800-cb23-4525-82ad-2a3f18e04a5f" providerId="ADAL" clId="{23A5C2E3-AC4A-4A87-864C-688EEB3006FF}" dt="2024-06-12T16:21:36.136" v="19" actId="47"/>
        <pc:sldMkLst>
          <pc:docMk/>
          <pc:sldMk cId="1497002408" sldId="317"/>
        </pc:sldMkLst>
      </pc:sldChg>
      <pc:sldChg chg="del">
        <pc:chgData name="Lady Ruth López Urbano" userId="41105800-cb23-4525-82ad-2a3f18e04a5f" providerId="ADAL" clId="{23A5C2E3-AC4A-4A87-864C-688EEB3006FF}" dt="2024-06-12T16:21:36.296" v="20" actId="47"/>
        <pc:sldMkLst>
          <pc:docMk/>
          <pc:sldMk cId="1185133476" sldId="318"/>
        </pc:sldMkLst>
      </pc:sldChg>
      <pc:sldChg chg="del">
        <pc:chgData name="Lady Ruth López Urbano" userId="41105800-cb23-4525-82ad-2a3f18e04a5f" providerId="ADAL" clId="{23A5C2E3-AC4A-4A87-864C-688EEB3006FF}" dt="2024-06-12T16:21:36.456" v="21" actId="47"/>
        <pc:sldMkLst>
          <pc:docMk/>
          <pc:sldMk cId="3064629695" sldId="319"/>
        </pc:sldMkLst>
      </pc:sldChg>
      <pc:sldChg chg="del">
        <pc:chgData name="Lady Ruth López Urbano" userId="41105800-cb23-4525-82ad-2a3f18e04a5f" providerId="ADAL" clId="{23A5C2E3-AC4A-4A87-864C-688EEB3006FF}" dt="2024-06-12T16:21:36.636" v="22" actId="47"/>
        <pc:sldMkLst>
          <pc:docMk/>
          <pc:sldMk cId="2645040897" sldId="320"/>
        </pc:sldMkLst>
      </pc:sldChg>
      <pc:sldChg chg="del">
        <pc:chgData name="Lady Ruth López Urbano" userId="41105800-cb23-4525-82ad-2a3f18e04a5f" providerId="ADAL" clId="{23A5C2E3-AC4A-4A87-864C-688EEB3006FF}" dt="2024-06-12T16:21:37.196" v="23" actId="47"/>
        <pc:sldMkLst>
          <pc:docMk/>
          <pc:sldMk cId="3566614210" sldId="321"/>
        </pc:sldMkLst>
      </pc:sldChg>
      <pc:sldChg chg="del">
        <pc:chgData name="Lady Ruth López Urbano" userId="41105800-cb23-4525-82ad-2a3f18e04a5f" providerId="ADAL" clId="{23A5C2E3-AC4A-4A87-864C-688EEB3006FF}" dt="2024-06-12T16:21:37.378" v="24" actId="47"/>
        <pc:sldMkLst>
          <pc:docMk/>
          <pc:sldMk cId="955548302" sldId="322"/>
        </pc:sldMkLst>
      </pc:sldChg>
      <pc:sldChg chg="del">
        <pc:chgData name="Lady Ruth López Urbano" userId="41105800-cb23-4525-82ad-2a3f18e04a5f" providerId="ADAL" clId="{23A5C2E3-AC4A-4A87-864C-688EEB3006FF}" dt="2024-06-12T16:21:37.706" v="26" actId="47"/>
        <pc:sldMkLst>
          <pc:docMk/>
          <pc:sldMk cId="238632365" sldId="323"/>
        </pc:sldMkLst>
      </pc:sldChg>
      <pc:sldChg chg="del">
        <pc:chgData name="Lady Ruth López Urbano" userId="41105800-cb23-4525-82ad-2a3f18e04a5f" providerId="ADAL" clId="{23A5C2E3-AC4A-4A87-864C-688EEB3006FF}" dt="2024-06-12T16:21:37.556" v="25" actId="47"/>
        <pc:sldMkLst>
          <pc:docMk/>
          <pc:sldMk cId="1431609606" sldId="324"/>
        </pc:sldMkLst>
      </pc:sldChg>
    </pc:docChg>
  </pc:docChgLst>
  <pc:docChgLst>
    <pc:chgData name="Lady Ruth López Urbano" userId="41105800-cb23-4525-82ad-2a3f18e04a5f" providerId="ADAL" clId="{5DA95EF9-65FC-41FC-A15F-D9EF1E3C76C4}"/>
    <pc:docChg chg="custSel addSld delSld modSld sldOrd">
      <pc:chgData name="Lady Ruth López Urbano" userId="41105800-cb23-4525-82ad-2a3f18e04a5f" providerId="ADAL" clId="{5DA95EF9-65FC-41FC-A15F-D9EF1E3C76C4}" dt="2024-07-18T17:03:40.357" v="260" actId="1076"/>
      <pc:docMkLst>
        <pc:docMk/>
      </pc:docMkLst>
      <pc:sldChg chg="modSp mod">
        <pc:chgData name="Lady Ruth López Urbano" userId="41105800-cb23-4525-82ad-2a3f18e04a5f" providerId="ADAL" clId="{5DA95EF9-65FC-41FC-A15F-D9EF1E3C76C4}" dt="2024-07-15T19:04:21.895" v="63"/>
        <pc:sldMkLst>
          <pc:docMk/>
          <pc:sldMk cId="1825619757" sldId="262"/>
        </pc:sldMkLst>
        <pc:spChg chg="mod">
          <ac:chgData name="Lady Ruth López Urbano" userId="41105800-cb23-4525-82ad-2a3f18e04a5f" providerId="ADAL" clId="{5DA95EF9-65FC-41FC-A15F-D9EF1E3C76C4}" dt="2024-07-15T19:04:21.895" v="63"/>
          <ac:spMkLst>
            <pc:docMk/>
            <pc:sldMk cId="1825619757" sldId="262"/>
            <ac:spMk id="6" creationId="{00000000-0000-0000-0000-000000000000}"/>
          </ac:spMkLst>
        </pc:spChg>
      </pc:sldChg>
      <pc:sldChg chg="modSp mod">
        <pc:chgData name="Lady Ruth López Urbano" userId="41105800-cb23-4525-82ad-2a3f18e04a5f" providerId="ADAL" clId="{5DA95EF9-65FC-41FC-A15F-D9EF1E3C76C4}" dt="2024-07-18T16:52:49.427" v="253" actId="20577"/>
        <pc:sldMkLst>
          <pc:docMk/>
          <pc:sldMk cId="1134691048" sldId="265"/>
        </pc:sldMkLst>
        <pc:spChg chg="mod">
          <ac:chgData name="Lady Ruth López Urbano" userId="41105800-cb23-4525-82ad-2a3f18e04a5f" providerId="ADAL" clId="{5DA95EF9-65FC-41FC-A15F-D9EF1E3C76C4}" dt="2024-07-18T16:52:49.427" v="253" actId="20577"/>
          <ac:spMkLst>
            <pc:docMk/>
            <pc:sldMk cId="1134691048" sldId="265"/>
            <ac:spMk id="2" creationId="{00000000-0000-0000-0000-000000000000}"/>
          </ac:spMkLst>
        </pc:spChg>
      </pc:sldChg>
      <pc:sldChg chg="addSp delSp modSp del mod">
        <pc:chgData name="Lady Ruth López Urbano" userId="41105800-cb23-4525-82ad-2a3f18e04a5f" providerId="ADAL" clId="{5DA95EF9-65FC-41FC-A15F-D9EF1E3C76C4}" dt="2024-07-16T21:50:42.723" v="64" actId="47"/>
        <pc:sldMkLst>
          <pc:docMk/>
          <pc:sldMk cId="2038877112" sldId="266"/>
        </pc:sldMkLst>
        <pc:spChg chg="del">
          <ac:chgData name="Lady Ruth López Urbano" userId="41105800-cb23-4525-82ad-2a3f18e04a5f" providerId="ADAL" clId="{5DA95EF9-65FC-41FC-A15F-D9EF1E3C76C4}" dt="2024-06-12T22:27:35.617" v="0" actId="478"/>
          <ac:spMkLst>
            <pc:docMk/>
            <pc:sldMk cId="2038877112" sldId="266"/>
            <ac:spMk id="2" creationId="{6C6CB2BA-ECD6-4696-A6A0-3324ED871035}"/>
          </ac:spMkLst>
        </pc:spChg>
        <pc:spChg chg="add mod">
          <ac:chgData name="Lady Ruth López Urbano" userId="41105800-cb23-4525-82ad-2a3f18e04a5f" providerId="ADAL" clId="{5DA95EF9-65FC-41FC-A15F-D9EF1E3C76C4}" dt="2024-06-12T22:29:09.109" v="51" actId="20577"/>
          <ac:spMkLst>
            <pc:docMk/>
            <pc:sldMk cId="2038877112" sldId="266"/>
            <ac:spMk id="3" creationId="{387E1D67-364C-451E-93A7-EBBFC5F6C734}"/>
          </ac:spMkLst>
        </pc:spChg>
      </pc:sldChg>
      <pc:sldChg chg="addSp delSp modSp mod ord">
        <pc:chgData name="Lady Ruth López Urbano" userId="41105800-cb23-4525-82ad-2a3f18e04a5f" providerId="ADAL" clId="{5DA95EF9-65FC-41FC-A15F-D9EF1E3C76C4}" dt="2024-07-17T02:15:40.570" v="236" actId="207"/>
        <pc:sldMkLst>
          <pc:docMk/>
          <pc:sldMk cId="3132033402" sldId="267"/>
        </pc:sldMkLst>
        <pc:spChg chg="mod">
          <ac:chgData name="Lady Ruth López Urbano" userId="41105800-cb23-4525-82ad-2a3f18e04a5f" providerId="ADAL" clId="{5DA95EF9-65FC-41FC-A15F-D9EF1E3C76C4}" dt="2024-07-17T02:15:40.570" v="236" actId="207"/>
          <ac:spMkLst>
            <pc:docMk/>
            <pc:sldMk cId="3132033402" sldId="267"/>
            <ac:spMk id="5" creationId="{DB0677D2-6ED9-4695-A8D6-4040C6EC7352}"/>
          </ac:spMkLst>
        </pc:spChg>
        <pc:spChg chg="mod">
          <ac:chgData name="Lady Ruth López Urbano" userId="41105800-cb23-4525-82ad-2a3f18e04a5f" providerId="ADAL" clId="{5DA95EF9-65FC-41FC-A15F-D9EF1E3C76C4}" dt="2024-07-17T02:15:27.246" v="234" actId="108"/>
          <ac:spMkLst>
            <pc:docMk/>
            <pc:sldMk cId="3132033402" sldId="267"/>
            <ac:spMk id="6" creationId="{E0BAD446-7F19-4811-9FB1-AFA6C37FC510}"/>
          </ac:spMkLst>
        </pc:spChg>
        <pc:grpChg chg="add mod">
          <ac:chgData name="Lady Ruth López Urbano" userId="41105800-cb23-4525-82ad-2a3f18e04a5f" providerId="ADAL" clId="{5DA95EF9-65FC-41FC-A15F-D9EF1E3C76C4}" dt="2024-07-16T23:15:15.312" v="142"/>
          <ac:grpSpMkLst>
            <pc:docMk/>
            <pc:sldMk cId="3132033402" sldId="267"/>
            <ac:grpSpMk id="4" creationId="{5F483B0C-3BE5-44CF-B452-3277633B97CB}"/>
          </ac:grpSpMkLst>
        </pc:grpChg>
        <pc:picChg chg="add mod">
          <ac:chgData name="Lady Ruth López Urbano" userId="41105800-cb23-4525-82ad-2a3f18e04a5f" providerId="ADAL" clId="{5DA95EF9-65FC-41FC-A15F-D9EF1E3C76C4}" dt="2024-07-16T23:19:08.629" v="214" actId="1440"/>
          <ac:picMkLst>
            <pc:docMk/>
            <pc:sldMk cId="3132033402" sldId="267"/>
            <ac:picMk id="3" creationId="{C72B19C5-6B21-41DF-A686-096E016A535A}"/>
          </ac:picMkLst>
        </pc:picChg>
        <pc:picChg chg="add del mod">
          <ac:chgData name="Lady Ruth López Urbano" userId="41105800-cb23-4525-82ad-2a3f18e04a5f" providerId="ADAL" clId="{5DA95EF9-65FC-41FC-A15F-D9EF1E3C76C4}" dt="2024-06-12T23:04:49.779" v="59" actId="21"/>
          <ac:picMkLst>
            <pc:docMk/>
            <pc:sldMk cId="3132033402" sldId="267"/>
            <ac:picMk id="5" creationId="{0AC3803A-CA25-4CEC-9760-5AD265F8AEA7}"/>
          </ac:picMkLst>
        </pc:picChg>
      </pc:sldChg>
      <pc:sldChg chg="addSp delSp modSp new mod">
        <pc:chgData name="Lady Ruth López Urbano" userId="41105800-cb23-4525-82ad-2a3f18e04a5f" providerId="ADAL" clId="{5DA95EF9-65FC-41FC-A15F-D9EF1E3C76C4}" dt="2024-07-17T02:16:02.086" v="241"/>
        <pc:sldMkLst>
          <pc:docMk/>
          <pc:sldMk cId="1592230850" sldId="268"/>
        </pc:sldMkLst>
        <pc:spChg chg="add mod">
          <ac:chgData name="Lady Ruth López Urbano" userId="41105800-cb23-4525-82ad-2a3f18e04a5f" providerId="ADAL" clId="{5DA95EF9-65FC-41FC-A15F-D9EF1E3C76C4}" dt="2024-07-16T23:14:57.893" v="139" actId="207"/>
          <ac:spMkLst>
            <pc:docMk/>
            <pc:sldMk cId="1592230850" sldId="268"/>
            <ac:spMk id="2" creationId="{8BB652D2-896F-45A3-91FC-420D6BC61E8C}"/>
          </ac:spMkLst>
        </pc:spChg>
        <pc:spChg chg="add mod">
          <ac:chgData name="Lady Ruth López Urbano" userId="41105800-cb23-4525-82ad-2a3f18e04a5f" providerId="ADAL" clId="{5DA95EF9-65FC-41FC-A15F-D9EF1E3C76C4}" dt="2024-07-16T23:14:41.982" v="138" actId="20577"/>
          <ac:spMkLst>
            <pc:docMk/>
            <pc:sldMk cId="1592230850" sldId="268"/>
            <ac:spMk id="4" creationId="{D5B866FD-49A7-4744-A6EB-D41F2E88D0E0}"/>
          </ac:spMkLst>
        </pc:spChg>
        <pc:spChg chg="mod">
          <ac:chgData name="Lady Ruth López Urbano" userId="41105800-cb23-4525-82ad-2a3f18e04a5f" providerId="ADAL" clId="{5DA95EF9-65FC-41FC-A15F-D9EF1E3C76C4}" dt="2024-07-17T02:16:02.086" v="241"/>
          <ac:spMkLst>
            <pc:docMk/>
            <pc:sldMk cId="1592230850" sldId="268"/>
            <ac:spMk id="7" creationId="{91226E20-DE80-48B6-8DB8-D396D9705508}"/>
          </ac:spMkLst>
        </pc:spChg>
        <pc:spChg chg="mod">
          <ac:chgData name="Lady Ruth López Urbano" userId="41105800-cb23-4525-82ad-2a3f18e04a5f" providerId="ADAL" clId="{5DA95EF9-65FC-41FC-A15F-D9EF1E3C76C4}" dt="2024-07-17T02:16:02.086" v="241"/>
          <ac:spMkLst>
            <pc:docMk/>
            <pc:sldMk cId="1592230850" sldId="268"/>
            <ac:spMk id="8" creationId="{2535D908-9F10-4CBD-B1C0-875C01B0AEDD}"/>
          </ac:spMkLst>
        </pc:spChg>
        <pc:grpChg chg="add del mod">
          <ac:chgData name="Lady Ruth López Urbano" userId="41105800-cb23-4525-82ad-2a3f18e04a5f" providerId="ADAL" clId="{5DA95EF9-65FC-41FC-A15F-D9EF1E3C76C4}" dt="2024-07-17T02:16:01.497" v="240" actId="478"/>
          <ac:grpSpMkLst>
            <pc:docMk/>
            <pc:sldMk cId="1592230850" sldId="268"/>
            <ac:grpSpMk id="5" creationId="{A552F3A2-E73C-4A5C-96E0-7B1A6AC8C371}"/>
          </ac:grpSpMkLst>
        </pc:grpChg>
        <pc:grpChg chg="add mod">
          <ac:chgData name="Lady Ruth López Urbano" userId="41105800-cb23-4525-82ad-2a3f18e04a5f" providerId="ADAL" clId="{5DA95EF9-65FC-41FC-A15F-D9EF1E3C76C4}" dt="2024-07-17T02:16:02.086" v="241"/>
          <ac:grpSpMkLst>
            <pc:docMk/>
            <pc:sldMk cId="1592230850" sldId="268"/>
            <ac:grpSpMk id="6" creationId="{F2913068-D7F2-485A-AB47-D1730AE7A1C7}"/>
          </ac:grpSpMkLst>
        </pc:grpChg>
        <pc:picChg chg="add mod">
          <ac:chgData name="Lady Ruth López Urbano" userId="41105800-cb23-4525-82ad-2a3f18e04a5f" providerId="ADAL" clId="{5DA95EF9-65FC-41FC-A15F-D9EF1E3C76C4}" dt="2024-07-16T23:19:06.105" v="213" actId="1440"/>
          <ac:picMkLst>
            <pc:docMk/>
            <pc:sldMk cId="1592230850" sldId="268"/>
            <ac:picMk id="3" creationId="{E5B1DD27-4259-4EB2-807C-8B7902C462E0}"/>
          </ac:picMkLst>
        </pc:picChg>
      </pc:sldChg>
      <pc:sldChg chg="addSp delSp modSp new mod">
        <pc:chgData name="Lady Ruth López Urbano" userId="41105800-cb23-4525-82ad-2a3f18e04a5f" providerId="ADAL" clId="{5DA95EF9-65FC-41FC-A15F-D9EF1E3C76C4}" dt="2024-07-17T02:15:58.785" v="239"/>
        <pc:sldMkLst>
          <pc:docMk/>
          <pc:sldMk cId="898081390" sldId="269"/>
        </pc:sldMkLst>
        <pc:spChg chg="mod">
          <ac:chgData name="Lady Ruth López Urbano" userId="41105800-cb23-4525-82ad-2a3f18e04a5f" providerId="ADAL" clId="{5DA95EF9-65FC-41FC-A15F-D9EF1E3C76C4}" dt="2024-07-17T02:15:43.456" v="237" actId="207"/>
          <ac:spMkLst>
            <pc:docMk/>
            <pc:sldMk cId="898081390" sldId="269"/>
            <ac:spMk id="4" creationId="{167A39C1-081B-4EC8-BB49-DF6E8A36F26A}"/>
          </ac:spMkLst>
        </pc:spChg>
        <pc:spChg chg="mod">
          <ac:chgData name="Lady Ruth López Urbano" userId="41105800-cb23-4525-82ad-2a3f18e04a5f" providerId="ADAL" clId="{5DA95EF9-65FC-41FC-A15F-D9EF1E3C76C4}" dt="2024-07-16T23:15:10.713" v="140"/>
          <ac:spMkLst>
            <pc:docMk/>
            <pc:sldMk cId="898081390" sldId="269"/>
            <ac:spMk id="5" creationId="{C9B4132D-0CA6-40B8-A5E0-212EA59C4D22}"/>
          </ac:spMkLst>
        </pc:spChg>
        <pc:spChg chg="mod">
          <ac:chgData name="Lady Ruth López Urbano" userId="41105800-cb23-4525-82ad-2a3f18e04a5f" providerId="ADAL" clId="{5DA95EF9-65FC-41FC-A15F-D9EF1E3C76C4}" dt="2024-07-17T02:15:58.785" v="239"/>
          <ac:spMkLst>
            <pc:docMk/>
            <pc:sldMk cId="898081390" sldId="269"/>
            <ac:spMk id="7" creationId="{B578BE07-6940-439A-9AA9-6804EF28B5F4}"/>
          </ac:spMkLst>
        </pc:spChg>
        <pc:spChg chg="mod">
          <ac:chgData name="Lady Ruth López Urbano" userId="41105800-cb23-4525-82ad-2a3f18e04a5f" providerId="ADAL" clId="{5DA95EF9-65FC-41FC-A15F-D9EF1E3C76C4}" dt="2024-07-17T02:15:58.785" v="239"/>
          <ac:spMkLst>
            <pc:docMk/>
            <pc:sldMk cId="898081390" sldId="269"/>
            <ac:spMk id="8" creationId="{3817323D-CF8F-4288-B576-CAA5F0381266}"/>
          </ac:spMkLst>
        </pc:spChg>
        <pc:grpChg chg="add del mod">
          <ac:chgData name="Lady Ruth López Urbano" userId="41105800-cb23-4525-82ad-2a3f18e04a5f" providerId="ADAL" clId="{5DA95EF9-65FC-41FC-A15F-D9EF1E3C76C4}" dt="2024-07-17T02:15:58.176" v="238" actId="478"/>
          <ac:grpSpMkLst>
            <pc:docMk/>
            <pc:sldMk cId="898081390" sldId="269"/>
            <ac:grpSpMk id="3" creationId="{AD19746A-1E04-47F2-9D0B-BA456D55AB65}"/>
          </ac:grpSpMkLst>
        </pc:grpChg>
        <pc:grpChg chg="add mod">
          <ac:chgData name="Lady Ruth López Urbano" userId="41105800-cb23-4525-82ad-2a3f18e04a5f" providerId="ADAL" clId="{5DA95EF9-65FC-41FC-A15F-D9EF1E3C76C4}" dt="2024-07-17T02:15:58.785" v="239"/>
          <ac:grpSpMkLst>
            <pc:docMk/>
            <pc:sldMk cId="898081390" sldId="269"/>
            <ac:grpSpMk id="6" creationId="{53FCC8EA-2D8A-4B5F-9EA1-848766403A35}"/>
          </ac:grpSpMkLst>
        </pc:grpChg>
        <pc:picChg chg="add mod">
          <ac:chgData name="Lady Ruth López Urbano" userId="41105800-cb23-4525-82ad-2a3f18e04a5f" providerId="ADAL" clId="{5DA95EF9-65FC-41FC-A15F-D9EF1E3C76C4}" dt="2024-07-16T23:19:01.879" v="212" actId="1440"/>
          <ac:picMkLst>
            <pc:docMk/>
            <pc:sldMk cId="898081390" sldId="269"/>
            <ac:picMk id="2" creationId="{1ACB1E59-7FD5-469B-8521-0D14EBC66372}"/>
          </ac:picMkLst>
        </pc:picChg>
      </pc:sldChg>
      <pc:sldChg chg="addSp modSp new mod">
        <pc:chgData name="Lady Ruth López Urbano" userId="41105800-cb23-4525-82ad-2a3f18e04a5f" providerId="ADAL" clId="{5DA95EF9-65FC-41FC-A15F-D9EF1E3C76C4}" dt="2024-07-17T02:15:37.756" v="235" actId="207"/>
        <pc:sldMkLst>
          <pc:docMk/>
          <pc:sldMk cId="4045048352" sldId="270"/>
        </pc:sldMkLst>
        <pc:spChg chg="mod">
          <ac:chgData name="Lady Ruth López Urbano" userId="41105800-cb23-4525-82ad-2a3f18e04a5f" providerId="ADAL" clId="{5DA95EF9-65FC-41FC-A15F-D9EF1E3C76C4}" dt="2024-07-17T02:15:37.756" v="235" actId="207"/>
          <ac:spMkLst>
            <pc:docMk/>
            <pc:sldMk cId="4045048352" sldId="270"/>
            <ac:spMk id="7" creationId="{2D01221E-5F7E-425F-B3AD-31D88F0CB4B6}"/>
          </ac:spMkLst>
        </pc:spChg>
        <pc:spChg chg="mod">
          <ac:chgData name="Lady Ruth López Urbano" userId="41105800-cb23-4525-82ad-2a3f18e04a5f" providerId="ADAL" clId="{5DA95EF9-65FC-41FC-A15F-D9EF1E3C76C4}" dt="2024-07-17T02:15:22.356" v="233" actId="108"/>
          <ac:spMkLst>
            <pc:docMk/>
            <pc:sldMk cId="4045048352" sldId="270"/>
            <ac:spMk id="8" creationId="{E3D4F605-B980-4149-B4B8-72B2DE4773E1}"/>
          </ac:spMkLst>
        </pc:spChg>
        <pc:grpChg chg="add mod">
          <ac:chgData name="Lady Ruth López Urbano" userId="41105800-cb23-4525-82ad-2a3f18e04a5f" providerId="ADAL" clId="{5DA95EF9-65FC-41FC-A15F-D9EF1E3C76C4}" dt="2024-07-16T23:15:19.373" v="144"/>
          <ac:grpSpMkLst>
            <pc:docMk/>
            <pc:sldMk cId="4045048352" sldId="270"/>
            <ac:grpSpMk id="6" creationId="{1AB3FFAF-7A06-4893-B8F3-547B4447247A}"/>
          </ac:grpSpMkLst>
        </pc:grpChg>
        <pc:picChg chg="add mod modCrop">
          <ac:chgData name="Lady Ruth López Urbano" userId="41105800-cb23-4525-82ad-2a3f18e04a5f" providerId="ADAL" clId="{5DA95EF9-65FC-41FC-A15F-D9EF1E3C76C4}" dt="2024-07-16T23:19:15.509" v="218" actId="1076"/>
          <ac:picMkLst>
            <pc:docMk/>
            <pc:sldMk cId="4045048352" sldId="270"/>
            <ac:picMk id="3" creationId="{BBE1EC79-0619-4070-8956-DB1C718A4F16}"/>
          </ac:picMkLst>
        </pc:picChg>
        <pc:picChg chg="add mod">
          <ac:chgData name="Lady Ruth López Urbano" userId="41105800-cb23-4525-82ad-2a3f18e04a5f" providerId="ADAL" clId="{5DA95EF9-65FC-41FC-A15F-D9EF1E3C76C4}" dt="2024-07-16T23:19:11.649" v="215" actId="1440"/>
          <ac:picMkLst>
            <pc:docMk/>
            <pc:sldMk cId="4045048352" sldId="270"/>
            <ac:picMk id="5" creationId="{0B40AF3C-8814-4DE2-8030-1D0F9652C5E1}"/>
          </ac:picMkLst>
        </pc:picChg>
      </pc:sldChg>
      <pc:sldChg chg="addSp modSp new mod ord">
        <pc:chgData name="Lady Ruth López Urbano" userId="41105800-cb23-4525-82ad-2a3f18e04a5f" providerId="ADAL" clId="{5DA95EF9-65FC-41FC-A15F-D9EF1E3C76C4}" dt="2024-07-18T17:01:29.127" v="257"/>
        <pc:sldMkLst>
          <pc:docMk/>
          <pc:sldMk cId="3665157659" sldId="271"/>
        </pc:sldMkLst>
        <pc:spChg chg="mod">
          <ac:chgData name="Lady Ruth López Urbano" userId="41105800-cb23-4525-82ad-2a3f18e04a5f" providerId="ADAL" clId="{5DA95EF9-65FC-41FC-A15F-D9EF1E3C76C4}" dt="2024-07-17T02:15:02.476" v="231" actId="207"/>
          <ac:spMkLst>
            <pc:docMk/>
            <pc:sldMk cId="3665157659" sldId="271"/>
            <ac:spMk id="5" creationId="{77170E66-7DBF-4CEA-ACF7-1C59D2851C3D}"/>
          </ac:spMkLst>
        </pc:spChg>
        <pc:spChg chg="mod">
          <ac:chgData name="Lady Ruth López Urbano" userId="41105800-cb23-4525-82ad-2a3f18e04a5f" providerId="ADAL" clId="{5DA95EF9-65FC-41FC-A15F-D9EF1E3C76C4}" dt="2024-07-17T02:14:46.776" v="230" actId="14100"/>
          <ac:spMkLst>
            <pc:docMk/>
            <pc:sldMk cId="3665157659" sldId="271"/>
            <ac:spMk id="6" creationId="{7E5E4492-4A1E-4980-B3EE-44C56BBC5F75}"/>
          </ac:spMkLst>
        </pc:spChg>
        <pc:grpChg chg="add mod">
          <ac:chgData name="Lady Ruth López Urbano" userId="41105800-cb23-4525-82ad-2a3f18e04a5f" providerId="ADAL" clId="{5DA95EF9-65FC-41FC-A15F-D9EF1E3C76C4}" dt="2024-07-16T23:16:31.442" v="176"/>
          <ac:grpSpMkLst>
            <pc:docMk/>
            <pc:sldMk cId="3665157659" sldId="271"/>
            <ac:grpSpMk id="4" creationId="{D8D6035B-7E69-4F99-8C36-BC4086A559C1}"/>
          </ac:grpSpMkLst>
        </pc:grpChg>
        <pc:picChg chg="add mod">
          <ac:chgData name="Lady Ruth López Urbano" userId="41105800-cb23-4525-82ad-2a3f18e04a5f" providerId="ADAL" clId="{5DA95EF9-65FC-41FC-A15F-D9EF1E3C76C4}" dt="2024-07-16T23:19:24.259" v="220" actId="1076"/>
          <ac:picMkLst>
            <pc:docMk/>
            <pc:sldMk cId="3665157659" sldId="271"/>
            <ac:picMk id="3" creationId="{9E08C1CF-FD37-4C90-875B-6289A064F121}"/>
          </ac:picMkLst>
        </pc:picChg>
      </pc:sldChg>
      <pc:sldChg chg="addSp delSp modSp new mod ord">
        <pc:chgData name="Lady Ruth López Urbano" userId="41105800-cb23-4525-82ad-2a3f18e04a5f" providerId="ADAL" clId="{5DA95EF9-65FC-41FC-A15F-D9EF1E3C76C4}" dt="2024-07-18T17:03:40.357" v="260" actId="1076"/>
        <pc:sldMkLst>
          <pc:docMk/>
          <pc:sldMk cId="4263253425" sldId="272"/>
        </pc:sldMkLst>
        <pc:picChg chg="add del">
          <ac:chgData name="Lady Ruth López Urbano" userId="41105800-cb23-4525-82ad-2a3f18e04a5f" providerId="ADAL" clId="{5DA95EF9-65FC-41FC-A15F-D9EF1E3C76C4}" dt="2024-07-17T02:13:31.926" v="222" actId="478"/>
          <ac:picMkLst>
            <pc:docMk/>
            <pc:sldMk cId="4263253425" sldId="272"/>
            <ac:picMk id="3" creationId="{61810C5F-B06E-46BF-8504-F557CCA2D297}"/>
          </ac:picMkLst>
        </pc:picChg>
        <pc:picChg chg="add del">
          <ac:chgData name="Lady Ruth López Urbano" userId="41105800-cb23-4525-82ad-2a3f18e04a5f" providerId="ADAL" clId="{5DA95EF9-65FC-41FC-A15F-D9EF1E3C76C4}" dt="2024-07-17T02:13:56.658" v="224" actId="478"/>
          <ac:picMkLst>
            <pc:docMk/>
            <pc:sldMk cId="4263253425" sldId="272"/>
            <ac:picMk id="5" creationId="{7F1F6BCD-3C46-4989-A3EB-67B88B997EE4}"/>
          </ac:picMkLst>
        </pc:picChg>
        <pc:picChg chg="add mod">
          <ac:chgData name="Lady Ruth López Urbano" userId="41105800-cb23-4525-82ad-2a3f18e04a5f" providerId="ADAL" clId="{5DA95EF9-65FC-41FC-A15F-D9EF1E3C76C4}" dt="2024-07-18T17:03:40.357" v="260" actId="1076"/>
          <ac:picMkLst>
            <pc:docMk/>
            <pc:sldMk cId="4263253425" sldId="272"/>
            <ac:picMk id="7" creationId="{6AFAACD9-5F6B-4ABD-A2A0-AAA765A1F3CF}"/>
          </ac:picMkLst>
        </pc:picChg>
      </pc:sldChg>
    </pc:docChg>
  </pc:docChgLst>
  <pc:docChgLst>
    <pc:chgData name="Lady Ruth López Urbano" userId="41105800-cb23-4525-82ad-2a3f18e04a5f" providerId="ADAL" clId="{1A92BA87-3571-4AD7-B2CC-6AAB57E06F25}"/>
    <pc:docChg chg="undo custSel addSld delSld modSld">
      <pc:chgData name="Lady Ruth López Urbano" userId="41105800-cb23-4525-82ad-2a3f18e04a5f" providerId="ADAL" clId="{1A92BA87-3571-4AD7-B2CC-6AAB57E06F25}" dt="2024-06-12T16:18:32.406" v="185" actId="22"/>
      <pc:docMkLst>
        <pc:docMk/>
      </pc:docMkLst>
      <pc:sldChg chg="modSp mod">
        <pc:chgData name="Lady Ruth López Urbano" userId="41105800-cb23-4525-82ad-2a3f18e04a5f" providerId="ADAL" clId="{1A92BA87-3571-4AD7-B2CC-6AAB57E06F25}" dt="2024-06-12T00:11:56.663" v="23" actId="20577"/>
        <pc:sldMkLst>
          <pc:docMk/>
          <pc:sldMk cId="1825619757" sldId="262"/>
        </pc:sldMkLst>
        <pc:spChg chg="mod">
          <ac:chgData name="Lady Ruth López Urbano" userId="41105800-cb23-4525-82ad-2a3f18e04a5f" providerId="ADAL" clId="{1A92BA87-3571-4AD7-B2CC-6AAB57E06F25}" dt="2024-06-12T00:11:56.663" v="23" actId="20577"/>
          <ac:spMkLst>
            <pc:docMk/>
            <pc:sldMk cId="1825619757" sldId="262"/>
            <ac:spMk id="6" creationId="{00000000-0000-0000-0000-000000000000}"/>
          </ac:spMkLst>
        </pc:spChg>
      </pc:sldChg>
      <pc:sldChg chg="modSp mod">
        <pc:chgData name="Lady Ruth López Urbano" userId="41105800-cb23-4525-82ad-2a3f18e04a5f" providerId="ADAL" clId="{1A92BA87-3571-4AD7-B2CC-6AAB57E06F25}" dt="2024-06-12T00:12:26.484" v="37" actId="2711"/>
        <pc:sldMkLst>
          <pc:docMk/>
          <pc:sldMk cId="1134691048" sldId="265"/>
        </pc:sldMkLst>
        <pc:spChg chg="mod">
          <ac:chgData name="Lady Ruth López Urbano" userId="41105800-cb23-4525-82ad-2a3f18e04a5f" providerId="ADAL" clId="{1A92BA87-3571-4AD7-B2CC-6AAB57E06F25}" dt="2024-06-12T00:12:22.113" v="36" actId="20577"/>
          <ac:spMkLst>
            <pc:docMk/>
            <pc:sldMk cId="1134691048" sldId="265"/>
            <ac:spMk id="2" creationId="{00000000-0000-0000-0000-000000000000}"/>
          </ac:spMkLst>
        </pc:spChg>
        <pc:spChg chg="mod">
          <ac:chgData name="Lady Ruth López Urbano" userId="41105800-cb23-4525-82ad-2a3f18e04a5f" providerId="ADAL" clId="{1A92BA87-3571-4AD7-B2CC-6AAB57E06F25}" dt="2024-06-12T00:12:26.484" v="37" actId="2711"/>
          <ac:spMkLst>
            <pc:docMk/>
            <pc:sldMk cId="1134691048" sldId="265"/>
            <ac:spMk id="3" creationId="{B3EC795A-4D99-4BA8-941C-13D92618B237}"/>
          </ac:spMkLst>
        </pc:spChg>
      </pc:sldChg>
      <pc:sldChg chg="del">
        <pc:chgData name="Lady Ruth López Urbano" userId="41105800-cb23-4525-82ad-2a3f18e04a5f" providerId="ADAL" clId="{1A92BA87-3571-4AD7-B2CC-6AAB57E06F25}" dt="2024-06-12T00:11:09.963" v="0" actId="47"/>
        <pc:sldMkLst>
          <pc:docMk/>
          <pc:sldMk cId="3330585032" sldId="279"/>
        </pc:sldMkLst>
      </pc:sldChg>
      <pc:sldChg chg="del">
        <pc:chgData name="Lady Ruth López Urbano" userId="41105800-cb23-4525-82ad-2a3f18e04a5f" providerId="ADAL" clId="{1A92BA87-3571-4AD7-B2CC-6AAB57E06F25}" dt="2024-06-12T00:11:10.177" v="1" actId="47"/>
        <pc:sldMkLst>
          <pc:docMk/>
          <pc:sldMk cId="252052460" sldId="280"/>
        </pc:sldMkLst>
      </pc:sldChg>
      <pc:sldChg chg="del">
        <pc:chgData name="Lady Ruth López Urbano" userId="41105800-cb23-4525-82ad-2a3f18e04a5f" providerId="ADAL" clId="{1A92BA87-3571-4AD7-B2CC-6AAB57E06F25}" dt="2024-06-12T00:11:10.363" v="2" actId="47"/>
        <pc:sldMkLst>
          <pc:docMk/>
          <pc:sldMk cId="769483381" sldId="281"/>
        </pc:sldMkLst>
      </pc:sldChg>
      <pc:sldChg chg="del">
        <pc:chgData name="Lady Ruth López Urbano" userId="41105800-cb23-4525-82ad-2a3f18e04a5f" providerId="ADAL" clId="{1A92BA87-3571-4AD7-B2CC-6AAB57E06F25}" dt="2024-06-12T00:11:10.527" v="3" actId="47"/>
        <pc:sldMkLst>
          <pc:docMk/>
          <pc:sldMk cId="3616746326" sldId="282"/>
        </pc:sldMkLst>
      </pc:sldChg>
      <pc:sldChg chg="del">
        <pc:chgData name="Lady Ruth López Urbano" userId="41105800-cb23-4525-82ad-2a3f18e04a5f" providerId="ADAL" clId="{1A92BA87-3571-4AD7-B2CC-6AAB57E06F25}" dt="2024-06-12T00:11:10.685" v="4" actId="47"/>
        <pc:sldMkLst>
          <pc:docMk/>
          <pc:sldMk cId="2440710686" sldId="283"/>
        </pc:sldMkLst>
      </pc:sldChg>
      <pc:sldChg chg="del">
        <pc:chgData name="Lady Ruth López Urbano" userId="41105800-cb23-4525-82ad-2a3f18e04a5f" providerId="ADAL" clId="{1A92BA87-3571-4AD7-B2CC-6AAB57E06F25}" dt="2024-06-12T00:11:10.853" v="5" actId="47"/>
        <pc:sldMkLst>
          <pc:docMk/>
          <pc:sldMk cId="519749138" sldId="284"/>
        </pc:sldMkLst>
      </pc:sldChg>
      <pc:sldChg chg="del">
        <pc:chgData name="Lady Ruth López Urbano" userId="41105800-cb23-4525-82ad-2a3f18e04a5f" providerId="ADAL" clId="{1A92BA87-3571-4AD7-B2CC-6AAB57E06F25}" dt="2024-06-12T00:11:11.003" v="6" actId="47"/>
        <pc:sldMkLst>
          <pc:docMk/>
          <pc:sldMk cId="2632924402" sldId="285"/>
        </pc:sldMkLst>
      </pc:sldChg>
      <pc:sldChg chg="del">
        <pc:chgData name="Lady Ruth López Urbano" userId="41105800-cb23-4525-82ad-2a3f18e04a5f" providerId="ADAL" clId="{1A92BA87-3571-4AD7-B2CC-6AAB57E06F25}" dt="2024-06-12T00:11:11.865" v="11" actId="47"/>
        <pc:sldMkLst>
          <pc:docMk/>
          <pc:sldMk cId="2014529719" sldId="286"/>
        </pc:sldMkLst>
      </pc:sldChg>
      <pc:sldChg chg="del">
        <pc:chgData name="Lady Ruth López Urbano" userId="41105800-cb23-4525-82ad-2a3f18e04a5f" providerId="ADAL" clId="{1A92BA87-3571-4AD7-B2CC-6AAB57E06F25}" dt="2024-06-12T00:11:12.993" v="15" actId="47"/>
        <pc:sldMkLst>
          <pc:docMk/>
          <pc:sldMk cId="2048070280" sldId="287"/>
        </pc:sldMkLst>
      </pc:sldChg>
      <pc:sldChg chg="del">
        <pc:chgData name="Lady Ruth López Urbano" userId="41105800-cb23-4525-82ad-2a3f18e04a5f" providerId="ADAL" clId="{1A92BA87-3571-4AD7-B2CC-6AAB57E06F25}" dt="2024-06-12T00:11:12.046" v="12" actId="47"/>
        <pc:sldMkLst>
          <pc:docMk/>
          <pc:sldMk cId="4145382297" sldId="288"/>
        </pc:sldMkLst>
      </pc:sldChg>
      <pc:sldChg chg="del">
        <pc:chgData name="Lady Ruth López Urbano" userId="41105800-cb23-4525-82ad-2a3f18e04a5f" providerId="ADAL" clId="{1A92BA87-3571-4AD7-B2CC-6AAB57E06F25}" dt="2024-06-12T00:11:12.253" v="13" actId="47"/>
        <pc:sldMkLst>
          <pc:docMk/>
          <pc:sldMk cId="4066483568" sldId="289"/>
        </pc:sldMkLst>
      </pc:sldChg>
      <pc:sldChg chg="del">
        <pc:chgData name="Lady Ruth López Urbano" userId="41105800-cb23-4525-82ad-2a3f18e04a5f" providerId="ADAL" clId="{1A92BA87-3571-4AD7-B2CC-6AAB57E06F25}" dt="2024-06-12T00:11:11.163" v="7" actId="47"/>
        <pc:sldMkLst>
          <pc:docMk/>
          <pc:sldMk cId="1893212833" sldId="290"/>
        </pc:sldMkLst>
      </pc:sldChg>
      <pc:sldChg chg="del">
        <pc:chgData name="Lady Ruth López Urbano" userId="41105800-cb23-4525-82ad-2a3f18e04a5f" providerId="ADAL" clId="{1A92BA87-3571-4AD7-B2CC-6AAB57E06F25}" dt="2024-06-12T00:11:11.503" v="9" actId="47"/>
        <pc:sldMkLst>
          <pc:docMk/>
          <pc:sldMk cId="3778940383" sldId="291"/>
        </pc:sldMkLst>
      </pc:sldChg>
      <pc:sldChg chg="del">
        <pc:chgData name="Lady Ruth López Urbano" userId="41105800-cb23-4525-82ad-2a3f18e04a5f" providerId="ADAL" clId="{1A92BA87-3571-4AD7-B2CC-6AAB57E06F25}" dt="2024-06-12T00:11:11.323" v="8" actId="47"/>
        <pc:sldMkLst>
          <pc:docMk/>
          <pc:sldMk cId="2945161156" sldId="292"/>
        </pc:sldMkLst>
      </pc:sldChg>
      <pc:sldChg chg="del">
        <pc:chgData name="Lady Ruth López Urbano" userId="41105800-cb23-4525-82ad-2a3f18e04a5f" providerId="ADAL" clId="{1A92BA87-3571-4AD7-B2CC-6AAB57E06F25}" dt="2024-06-12T00:11:11.683" v="10" actId="47"/>
        <pc:sldMkLst>
          <pc:docMk/>
          <pc:sldMk cId="2334245414" sldId="293"/>
        </pc:sldMkLst>
      </pc:sldChg>
      <pc:sldChg chg="del">
        <pc:chgData name="Lady Ruth López Urbano" userId="41105800-cb23-4525-82ad-2a3f18e04a5f" providerId="ADAL" clId="{1A92BA87-3571-4AD7-B2CC-6AAB57E06F25}" dt="2024-06-12T00:11:12.633" v="14" actId="47"/>
        <pc:sldMkLst>
          <pc:docMk/>
          <pc:sldMk cId="203632790" sldId="294"/>
        </pc:sldMkLst>
      </pc:sldChg>
      <pc:sldChg chg="del">
        <pc:chgData name="Lady Ruth López Urbano" userId="41105800-cb23-4525-82ad-2a3f18e04a5f" providerId="ADAL" clId="{1A92BA87-3571-4AD7-B2CC-6AAB57E06F25}" dt="2024-06-12T00:11:13.393" v="16" actId="47"/>
        <pc:sldMkLst>
          <pc:docMk/>
          <pc:sldMk cId="2529436694" sldId="295"/>
        </pc:sldMkLst>
      </pc:sldChg>
      <pc:sldChg chg="del">
        <pc:chgData name="Lady Ruth López Urbano" userId="41105800-cb23-4525-82ad-2a3f18e04a5f" providerId="ADAL" clId="{1A92BA87-3571-4AD7-B2CC-6AAB57E06F25}" dt="2024-06-12T00:11:13.781" v="17" actId="47"/>
        <pc:sldMkLst>
          <pc:docMk/>
          <pc:sldMk cId="3325463989" sldId="296"/>
        </pc:sldMkLst>
      </pc:sldChg>
      <pc:sldChg chg="del">
        <pc:chgData name="Lady Ruth López Urbano" userId="41105800-cb23-4525-82ad-2a3f18e04a5f" providerId="ADAL" clId="{1A92BA87-3571-4AD7-B2CC-6AAB57E06F25}" dt="2024-06-12T00:11:14.163" v="18" actId="47"/>
        <pc:sldMkLst>
          <pc:docMk/>
          <pc:sldMk cId="1384818041" sldId="297"/>
        </pc:sldMkLst>
      </pc:sldChg>
      <pc:sldChg chg="addSp delSp modSp mod">
        <pc:chgData name="Lady Ruth López Urbano" userId="41105800-cb23-4525-82ad-2a3f18e04a5f" providerId="ADAL" clId="{1A92BA87-3571-4AD7-B2CC-6AAB57E06F25}" dt="2024-06-12T00:14:32.883" v="48" actId="1076"/>
        <pc:sldMkLst>
          <pc:docMk/>
          <pc:sldMk cId="2151251391" sldId="298"/>
        </pc:sldMkLst>
        <pc:spChg chg="del">
          <ac:chgData name="Lady Ruth López Urbano" userId="41105800-cb23-4525-82ad-2a3f18e04a5f" providerId="ADAL" clId="{1A92BA87-3571-4AD7-B2CC-6AAB57E06F25}" dt="2024-06-12T00:11:18.523" v="19" actId="478"/>
          <ac:spMkLst>
            <pc:docMk/>
            <pc:sldMk cId="2151251391" sldId="298"/>
            <ac:spMk id="2" creationId="{558728DD-FFD3-4927-B610-6D324D6EAE13}"/>
          </ac:spMkLst>
        </pc:spChg>
        <pc:spChg chg="add mod">
          <ac:chgData name="Lady Ruth López Urbano" userId="41105800-cb23-4525-82ad-2a3f18e04a5f" providerId="ADAL" clId="{1A92BA87-3571-4AD7-B2CC-6AAB57E06F25}" dt="2024-06-12T00:13:38.605" v="39" actId="1076"/>
          <ac:spMkLst>
            <pc:docMk/>
            <pc:sldMk cId="2151251391" sldId="298"/>
            <ac:spMk id="4" creationId="{746FED42-9835-4693-9096-419F5F3A084A}"/>
          </ac:spMkLst>
        </pc:spChg>
        <pc:spChg chg="add mod">
          <ac:chgData name="Lady Ruth López Urbano" userId="41105800-cb23-4525-82ad-2a3f18e04a5f" providerId="ADAL" clId="{1A92BA87-3571-4AD7-B2CC-6AAB57E06F25}" dt="2024-06-12T00:14:32.883" v="48" actId="1076"/>
          <ac:spMkLst>
            <pc:docMk/>
            <pc:sldMk cId="2151251391" sldId="298"/>
            <ac:spMk id="6" creationId="{FA3DF3EE-0F40-4436-BECA-F4646DA9859D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17:12.955" v="57" actId="22"/>
        <pc:sldMkLst>
          <pc:docMk/>
          <pc:sldMk cId="3419906043" sldId="299"/>
        </pc:sldMkLst>
        <pc:spChg chg="add mod">
          <ac:chgData name="Lady Ruth López Urbano" userId="41105800-cb23-4525-82ad-2a3f18e04a5f" providerId="ADAL" clId="{1A92BA87-3571-4AD7-B2CC-6AAB57E06F25}" dt="2024-06-12T00:16:51.335" v="53" actId="14100"/>
          <ac:spMkLst>
            <pc:docMk/>
            <pc:sldMk cId="3419906043" sldId="299"/>
            <ac:spMk id="3" creationId="{4A515253-89CB-4A9F-A2A7-4269587B4862}"/>
          </ac:spMkLst>
        </pc:spChg>
        <pc:spChg chg="add">
          <ac:chgData name="Lady Ruth López Urbano" userId="41105800-cb23-4525-82ad-2a3f18e04a5f" providerId="ADAL" clId="{1A92BA87-3571-4AD7-B2CC-6AAB57E06F25}" dt="2024-06-12T00:17:12.955" v="57" actId="22"/>
          <ac:spMkLst>
            <pc:docMk/>
            <pc:sldMk cId="3419906043" sldId="299"/>
            <ac:spMk id="5" creationId="{007D0677-8B19-4C92-8A87-E325EA09E386}"/>
          </ac:spMkLst>
        </pc:spChg>
      </pc:sldChg>
      <pc:sldChg chg="addSp delSp modSp new mod">
        <pc:chgData name="Lady Ruth López Urbano" userId="41105800-cb23-4525-82ad-2a3f18e04a5f" providerId="ADAL" clId="{1A92BA87-3571-4AD7-B2CC-6AAB57E06F25}" dt="2024-06-12T00:19:18.241" v="64" actId="1076"/>
        <pc:sldMkLst>
          <pc:docMk/>
          <pc:sldMk cId="4229677035" sldId="300"/>
        </pc:sldMkLst>
        <pc:spChg chg="add mod">
          <ac:chgData name="Lady Ruth López Urbano" userId="41105800-cb23-4525-82ad-2a3f18e04a5f" providerId="ADAL" clId="{1A92BA87-3571-4AD7-B2CC-6AAB57E06F25}" dt="2024-06-12T00:17:16.389" v="58" actId="1076"/>
          <ac:spMkLst>
            <pc:docMk/>
            <pc:sldMk cId="4229677035" sldId="300"/>
            <ac:spMk id="3" creationId="{C60C6441-1DB5-4127-89D0-BE99F6209443}"/>
          </ac:spMkLst>
        </pc:spChg>
        <pc:spChg chg="add del">
          <ac:chgData name="Lady Ruth López Urbano" userId="41105800-cb23-4525-82ad-2a3f18e04a5f" providerId="ADAL" clId="{1A92BA87-3571-4AD7-B2CC-6AAB57E06F25}" dt="2024-06-12T00:17:45.853" v="60" actId="22"/>
          <ac:spMkLst>
            <pc:docMk/>
            <pc:sldMk cId="4229677035" sldId="300"/>
            <ac:spMk id="5" creationId="{810214A5-16BF-4BB2-96CF-778CBD0D1B95}"/>
          </ac:spMkLst>
        </pc:spChg>
        <pc:spChg chg="add mod">
          <ac:chgData name="Lady Ruth López Urbano" userId="41105800-cb23-4525-82ad-2a3f18e04a5f" providerId="ADAL" clId="{1A92BA87-3571-4AD7-B2CC-6AAB57E06F25}" dt="2024-06-12T00:19:18.241" v="64" actId="1076"/>
          <ac:spMkLst>
            <pc:docMk/>
            <pc:sldMk cId="4229677035" sldId="300"/>
            <ac:spMk id="7" creationId="{E331F1F2-4361-450E-9F72-24A05BF4C6D8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4:00.197" v="69" actId="22"/>
        <pc:sldMkLst>
          <pc:docMk/>
          <pc:sldMk cId="1807018682" sldId="301"/>
        </pc:sldMkLst>
        <pc:spChg chg="add mod">
          <ac:chgData name="Lady Ruth López Urbano" userId="41105800-cb23-4525-82ad-2a3f18e04a5f" providerId="ADAL" clId="{1A92BA87-3571-4AD7-B2CC-6AAB57E06F25}" dt="2024-06-12T00:23:57.767" v="68" actId="1076"/>
          <ac:spMkLst>
            <pc:docMk/>
            <pc:sldMk cId="1807018682" sldId="301"/>
            <ac:spMk id="3" creationId="{597ABDAD-08CD-4516-AF6C-B8C6DD46FA29}"/>
          </ac:spMkLst>
        </pc:spChg>
        <pc:spChg chg="add">
          <ac:chgData name="Lady Ruth López Urbano" userId="41105800-cb23-4525-82ad-2a3f18e04a5f" providerId="ADAL" clId="{1A92BA87-3571-4AD7-B2CC-6AAB57E06F25}" dt="2024-06-12T00:24:00.197" v="69" actId="22"/>
          <ac:spMkLst>
            <pc:docMk/>
            <pc:sldMk cId="1807018682" sldId="301"/>
            <ac:spMk id="5" creationId="{C1DFF9C1-910E-4006-A229-A7D3E511CEBE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5:26.900" v="77" actId="1076"/>
        <pc:sldMkLst>
          <pc:docMk/>
          <pc:sldMk cId="4227406977" sldId="302"/>
        </pc:sldMkLst>
        <pc:spChg chg="add mod">
          <ac:chgData name="Lady Ruth López Urbano" userId="41105800-cb23-4525-82ad-2a3f18e04a5f" providerId="ADAL" clId="{1A92BA87-3571-4AD7-B2CC-6AAB57E06F25}" dt="2024-06-12T00:24:20.138" v="72" actId="1076"/>
          <ac:spMkLst>
            <pc:docMk/>
            <pc:sldMk cId="4227406977" sldId="302"/>
            <ac:spMk id="3" creationId="{8024E0BE-AE9F-49A9-967E-C9F5A28B5EB4}"/>
          </ac:spMkLst>
        </pc:spChg>
        <pc:spChg chg="add mod">
          <ac:chgData name="Lady Ruth López Urbano" userId="41105800-cb23-4525-82ad-2a3f18e04a5f" providerId="ADAL" clId="{1A92BA87-3571-4AD7-B2CC-6AAB57E06F25}" dt="2024-06-12T00:25:26.900" v="77" actId="1076"/>
          <ac:spMkLst>
            <pc:docMk/>
            <pc:sldMk cId="4227406977" sldId="302"/>
            <ac:spMk id="5" creationId="{AF3DB008-DE8E-4073-85FB-5680642A19D0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5:57.957" v="80" actId="14100"/>
        <pc:sldMkLst>
          <pc:docMk/>
          <pc:sldMk cId="1638795462" sldId="303"/>
        </pc:sldMkLst>
        <pc:spChg chg="add mod">
          <ac:chgData name="Lady Ruth López Urbano" userId="41105800-cb23-4525-82ad-2a3f18e04a5f" providerId="ADAL" clId="{1A92BA87-3571-4AD7-B2CC-6AAB57E06F25}" dt="2024-06-12T00:25:57.957" v="80" actId="14100"/>
          <ac:spMkLst>
            <pc:docMk/>
            <pc:sldMk cId="1638795462" sldId="303"/>
            <ac:spMk id="3" creationId="{070419C2-F1DD-49AB-8023-2C7DFC9BA459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6:08.437" v="83" actId="14100"/>
        <pc:sldMkLst>
          <pc:docMk/>
          <pc:sldMk cId="676326358" sldId="304"/>
        </pc:sldMkLst>
        <pc:spChg chg="add mod">
          <ac:chgData name="Lady Ruth López Urbano" userId="41105800-cb23-4525-82ad-2a3f18e04a5f" providerId="ADAL" clId="{1A92BA87-3571-4AD7-B2CC-6AAB57E06F25}" dt="2024-06-12T00:26:08.437" v="83" actId="14100"/>
          <ac:spMkLst>
            <pc:docMk/>
            <pc:sldMk cId="676326358" sldId="304"/>
            <ac:spMk id="3" creationId="{D25CB29B-B7C7-462B-B254-A7623795CC83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6:25.248" v="89" actId="1076"/>
        <pc:sldMkLst>
          <pc:docMk/>
          <pc:sldMk cId="994709253" sldId="305"/>
        </pc:sldMkLst>
        <pc:spChg chg="add mod">
          <ac:chgData name="Lady Ruth López Urbano" userId="41105800-cb23-4525-82ad-2a3f18e04a5f" providerId="ADAL" clId="{1A92BA87-3571-4AD7-B2CC-6AAB57E06F25}" dt="2024-06-12T00:26:25.248" v="89" actId="1076"/>
          <ac:spMkLst>
            <pc:docMk/>
            <pc:sldMk cId="994709253" sldId="305"/>
            <ac:spMk id="3" creationId="{2E21B569-C9A9-41A3-B75B-19FFFC39E126}"/>
          </ac:spMkLst>
        </pc:spChg>
      </pc:sldChg>
      <pc:sldChg chg="addSp new mod">
        <pc:chgData name="Lady Ruth López Urbano" userId="41105800-cb23-4525-82ad-2a3f18e04a5f" providerId="ADAL" clId="{1A92BA87-3571-4AD7-B2CC-6AAB57E06F25}" dt="2024-06-12T00:26:35.889" v="94" actId="22"/>
        <pc:sldMkLst>
          <pc:docMk/>
          <pc:sldMk cId="1677130428" sldId="306"/>
        </pc:sldMkLst>
        <pc:spChg chg="add">
          <ac:chgData name="Lady Ruth López Urbano" userId="41105800-cb23-4525-82ad-2a3f18e04a5f" providerId="ADAL" clId="{1A92BA87-3571-4AD7-B2CC-6AAB57E06F25}" dt="2024-06-12T00:26:35.889" v="94" actId="22"/>
          <ac:spMkLst>
            <pc:docMk/>
            <pc:sldMk cId="1677130428" sldId="306"/>
            <ac:spMk id="3" creationId="{A9AA374D-E392-41D9-BB9A-F30604291B4C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8:21.423" v="102" actId="1076"/>
        <pc:sldMkLst>
          <pc:docMk/>
          <pc:sldMk cId="4228671106" sldId="307"/>
        </pc:sldMkLst>
        <pc:spChg chg="add mod">
          <ac:chgData name="Lady Ruth López Urbano" userId="41105800-cb23-4525-82ad-2a3f18e04a5f" providerId="ADAL" clId="{1A92BA87-3571-4AD7-B2CC-6AAB57E06F25}" dt="2024-06-12T00:28:21.423" v="102" actId="1076"/>
          <ac:spMkLst>
            <pc:docMk/>
            <pc:sldMk cId="4228671106" sldId="307"/>
            <ac:spMk id="3" creationId="{2CACA0E9-6D55-4397-83ED-B1993FA7E4E1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29:52.958" v="110" actId="1076"/>
        <pc:sldMkLst>
          <pc:docMk/>
          <pc:sldMk cId="4027151682" sldId="308"/>
        </pc:sldMkLst>
        <pc:spChg chg="add mod">
          <ac:chgData name="Lady Ruth López Urbano" userId="41105800-cb23-4525-82ad-2a3f18e04a5f" providerId="ADAL" clId="{1A92BA87-3571-4AD7-B2CC-6AAB57E06F25}" dt="2024-06-12T00:29:52.958" v="110" actId="1076"/>
          <ac:spMkLst>
            <pc:docMk/>
            <pc:sldMk cId="4027151682" sldId="308"/>
            <ac:spMk id="3" creationId="{6B0BCCA3-90DB-4581-ACA7-42CD93F17FFC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31:52.888" v="115" actId="1076"/>
        <pc:sldMkLst>
          <pc:docMk/>
          <pc:sldMk cId="3661608550" sldId="309"/>
        </pc:sldMkLst>
        <pc:spChg chg="add mod">
          <ac:chgData name="Lady Ruth López Urbano" userId="41105800-cb23-4525-82ad-2a3f18e04a5f" providerId="ADAL" clId="{1A92BA87-3571-4AD7-B2CC-6AAB57E06F25}" dt="2024-06-12T00:31:52.888" v="115" actId="1076"/>
          <ac:spMkLst>
            <pc:docMk/>
            <pc:sldMk cId="3661608550" sldId="309"/>
            <ac:spMk id="3" creationId="{895D6892-982D-4924-9258-01E27DC0BB4F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34:13.108" v="125" actId="1076"/>
        <pc:sldMkLst>
          <pc:docMk/>
          <pc:sldMk cId="2455738932" sldId="310"/>
        </pc:sldMkLst>
        <pc:spChg chg="add mod">
          <ac:chgData name="Lady Ruth López Urbano" userId="41105800-cb23-4525-82ad-2a3f18e04a5f" providerId="ADAL" clId="{1A92BA87-3571-4AD7-B2CC-6AAB57E06F25}" dt="2024-06-12T00:34:13.108" v="125" actId="1076"/>
          <ac:spMkLst>
            <pc:docMk/>
            <pc:sldMk cId="2455738932" sldId="310"/>
            <ac:spMk id="3" creationId="{54E358AD-775A-480D-90B9-50520775D849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35:20.968" v="131" actId="1076"/>
        <pc:sldMkLst>
          <pc:docMk/>
          <pc:sldMk cId="440089992" sldId="311"/>
        </pc:sldMkLst>
        <pc:spChg chg="add mod">
          <ac:chgData name="Lady Ruth López Urbano" userId="41105800-cb23-4525-82ad-2a3f18e04a5f" providerId="ADAL" clId="{1A92BA87-3571-4AD7-B2CC-6AAB57E06F25}" dt="2024-06-12T00:35:20.968" v="131" actId="1076"/>
          <ac:spMkLst>
            <pc:docMk/>
            <pc:sldMk cId="440089992" sldId="311"/>
            <ac:spMk id="3" creationId="{1415E61F-01FB-46C7-B335-D3C0370ED1D9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36:27.178" v="139" actId="1076"/>
        <pc:sldMkLst>
          <pc:docMk/>
          <pc:sldMk cId="2391309581" sldId="312"/>
        </pc:sldMkLst>
        <pc:spChg chg="add mod">
          <ac:chgData name="Lady Ruth López Urbano" userId="41105800-cb23-4525-82ad-2a3f18e04a5f" providerId="ADAL" clId="{1A92BA87-3571-4AD7-B2CC-6AAB57E06F25}" dt="2024-06-12T00:35:39.448" v="133" actId="1076"/>
          <ac:spMkLst>
            <pc:docMk/>
            <pc:sldMk cId="2391309581" sldId="312"/>
            <ac:spMk id="3" creationId="{2147F3C8-0F16-4F33-A1CC-E636046255F3}"/>
          </ac:spMkLst>
        </pc:spChg>
        <pc:spChg chg="add mod">
          <ac:chgData name="Lady Ruth López Urbano" userId="41105800-cb23-4525-82ad-2a3f18e04a5f" providerId="ADAL" clId="{1A92BA87-3571-4AD7-B2CC-6AAB57E06F25}" dt="2024-06-12T00:36:27.178" v="139" actId="1076"/>
          <ac:spMkLst>
            <pc:docMk/>
            <pc:sldMk cId="2391309581" sldId="312"/>
            <ac:spMk id="5" creationId="{D7259253-C9D5-4592-8389-54F37D2A1FBC}"/>
          </ac:spMkLst>
        </pc:spChg>
      </pc:sldChg>
      <pc:sldChg chg="addSp new mod">
        <pc:chgData name="Lady Ruth López Urbano" userId="41105800-cb23-4525-82ad-2a3f18e04a5f" providerId="ADAL" clId="{1A92BA87-3571-4AD7-B2CC-6AAB57E06F25}" dt="2024-06-12T16:13:48.546" v="158" actId="22"/>
        <pc:sldMkLst>
          <pc:docMk/>
          <pc:sldMk cId="1510718271" sldId="313"/>
        </pc:sldMkLst>
        <pc:picChg chg="add">
          <ac:chgData name="Lady Ruth López Urbano" userId="41105800-cb23-4525-82ad-2a3f18e04a5f" providerId="ADAL" clId="{1A92BA87-3571-4AD7-B2CC-6AAB57E06F25}" dt="2024-06-12T16:13:48.546" v="158" actId="22"/>
          <ac:picMkLst>
            <pc:docMk/>
            <pc:sldMk cId="1510718271" sldId="313"/>
            <ac:picMk id="3" creationId="{FA7656F0-DAC8-4981-AA00-080732655E1F}"/>
          </ac:picMkLst>
        </pc:picChg>
      </pc:sldChg>
      <pc:sldChg chg="addSp modSp new mod">
        <pc:chgData name="Lady Ruth López Urbano" userId="41105800-cb23-4525-82ad-2a3f18e04a5f" providerId="ADAL" clId="{1A92BA87-3571-4AD7-B2CC-6AAB57E06F25}" dt="2024-06-12T00:41:12.091" v="145" actId="1076"/>
        <pc:sldMkLst>
          <pc:docMk/>
          <pc:sldMk cId="227118368" sldId="314"/>
        </pc:sldMkLst>
        <pc:spChg chg="add mod">
          <ac:chgData name="Lady Ruth López Urbano" userId="41105800-cb23-4525-82ad-2a3f18e04a5f" providerId="ADAL" clId="{1A92BA87-3571-4AD7-B2CC-6AAB57E06F25}" dt="2024-06-12T00:41:12.091" v="145" actId="1076"/>
          <ac:spMkLst>
            <pc:docMk/>
            <pc:sldMk cId="227118368" sldId="314"/>
            <ac:spMk id="3" creationId="{119AE9F5-F73E-4D53-97F5-A0F27854DE98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42:36.431" v="151" actId="1076"/>
        <pc:sldMkLst>
          <pc:docMk/>
          <pc:sldMk cId="1304289916" sldId="315"/>
        </pc:sldMkLst>
        <pc:spChg chg="add mod">
          <ac:chgData name="Lady Ruth López Urbano" userId="41105800-cb23-4525-82ad-2a3f18e04a5f" providerId="ADAL" clId="{1A92BA87-3571-4AD7-B2CC-6AAB57E06F25}" dt="2024-06-12T00:42:36.431" v="151" actId="1076"/>
          <ac:spMkLst>
            <pc:docMk/>
            <pc:sldMk cId="1304289916" sldId="315"/>
            <ac:spMk id="3" creationId="{8B9B3943-31F7-4CF4-9C1D-DFA2C9FE41D6}"/>
          </ac:spMkLst>
        </pc:spChg>
      </pc:sldChg>
      <pc:sldChg chg="addSp modSp new mod">
        <pc:chgData name="Lady Ruth López Urbano" userId="41105800-cb23-4525-82ad-2a3f18e04a5f" providerId="ADAL" clId="{1A92BA87-3571-4AD7-B2CC-6AAB57E06F25}" dt="2024-06-12T00:42:55.938" v="155" actId="1076"/>
        <pc:sldMkLst>
          <pc:docMk/>
          <pc:sldMk cId="2131291006" sldId="316"/>
        </pc:sldMkLst>
        <pc:spChg chg="add mod">
          <ac:chgData name="Lady Ruth López Urbano" userId="41105800-cb23-4525-82ad-2a3f18e04a5f" providerId="ADAL" clId="{1A92BA87-3571-4AD7-B2CC-6AAB57E06F25}" dt="2024-06-12T00:42:55.938" v="155" actId="1076"/>
          <ac:spMkLst>
            <pc:docMk/>
            <pc:sldMk cId="2131291006" sldId="316"/>
            <ac:spMk id="3" creationId="{393AA782-423E-4C73-B3E1-20173ADA8612}"/>
          </ac:spMkLst>
        </pc:spChg>
      </pc:sldChg>
      <pc:sldChg chg="addSp new mod">
        <pc:chgData name="Lady Ruth López Urbano" userId="41105800-cb23-4525-82ad-2a3f18e04a5f" providerId="ADAL" clId="{1A92BA87-3571-4AD7-B2CC-6AAB57E06F25}" dt="2024-06-12T16:14:01.426" v="159" actId="22"/>
        <pc:sldMkLst>
          <pc:docMk/>
          <pc:sldMk cId="1497002408" sldId="317"/>
        </pc:sldMkLst>
        <pc:picChg chg="add">
          <ac:chgData name="Lady Ruth López Urbano" userId="41105800-cb23-4525-82ad-2a3f18e04a5f" providerId="ADAL" clId="{1A92BA87-3571-4AD7-B2CC-6AAB57E06F25}" dt="2024-06-12T16:14:01.426" v="159" actId="22"/>
          <ac:picMkLst>
            <pc:docMk/>
            <pc:sldMk cId="1497002408" sldId="317"/>
            <ac:picMk id="3" creationId="{F2C7E85B-0C74-48B5-9C8C-F68A56EB729D}"/>
          </ac:picMkLst>
        </pc:picChg>
      </pc:sldChg>
      <pc:sldChg chg="addSp new mod">
        <pc:chgData name="Lady Ruth López Urbano" userId="41105800-cb23-4525-82ad-2a3f18e04a5f" providerId="ADAL" clId="{1A92BA87-3571-4AD7-B2CC-6AAB57E06F25}" dt="2024-06-12T16:14:13.916" v="160" actId="22"/>
        <pc:sldMkLst>
          <pc:docMk/>
          <pc:sldMk cId="1185133476" sldId="318"/>
        </pc:sldMkLst>
        <pc:picChg chg="add">
          <ac:chgData name="Lady Ruth López Urbano" userId="41105800-cb23-4525-82ad-2a3f18e04a5f" providerId="ADAL" clId="{1A92BA87-3571-4AD7-B2CC-6AAB57E06F25}" dt="2024-06-12T16:14:13.916" v="160" actId="22"/>
          <ac:picMkLst>
            <pc:docMk/>
            <pc:sldMk cId="1185133476" sldId="318"/>
            <ac:picMk id="3" creationId="{1100E319-9260-4C65-8DCF-3FC166F0586E}"/>
          </ac:picMkLst>
        </pc:picChg>
      </pc:sldChg>
      <pc:sldChg chg="addSp delSp modSp new mod">
        <pc:chgData name="Lady Ruth López Urbano" userId="41105800-cb23-4525-82ad-2a3f18e04a5f" providerId="ADAL" clId="{1A92BA87-3571-4AD7-B2CC-6AAB57E06F25}" dt="2024-06-12T16:16:57.216" v="172" actId="22"/>
        <pc:sldMkLst>
          <pc:docMk/>
          <pc:sldMk cId="3064629695" sldId="319"/>
        </pc:sldMkLst>
        <pc:picChg chg="add mod">
          <ac:chgData name="Lady Ruth López Urbano" userId="41105800-cb23-4525-82ad-2a3f18e04a5f" providerId="ADAL" clId="{1A92BA87-3571-4AD7-B2CC-6AAB57E06F25}" dt="2024-06-12T16:15:21.736" v="164" actId="1076"/>
          <ac:picMkLst>
            <pc:docMk/>
            <pc:sldMk cId="3064629695" sldId="319"/>
            <ac:picMk id="3" creationId="{ED957000-3C74-44B1-A6AC-AB0DD953A8EA}"/>
          </ac:picMkLst>
        </pc:picChg>
        <pc:picChg chg="add">
          <ac:chgData name="Lady Ruth López Urbano" userId="41105800-cb23-4525-82ad-2a3f18e04a5f" providerId="ADAL" clId="{1A92BA87-3571-4AD7-B2CC-6AAB57E06F25}" dt="2024-06-12T16:16:57.216" v="172" actId="22"/>
          <ac:picMkLst>
            <pc:docMk/>
            <pc:sldMk cId="3064629695" sldId="319"/>
            <ac:picMk id="5" creationId="{CA308C29-7587-4F5B-94FF-254945A49691}"/>
          </ac:picMkLst>
        </pc:picChg>
        <pc:picChg chg="add del mod">
          <ac:chgData name="Lady Ruth López Urbano" userId="41105800-cb23-4525-82ad-2a3f18e04a5f" providerId="ADAL" clId="{1A92BA87-3571-4AD7-B2CC-6AAB57E06F25}" dt="2024-06-12T16:15:35.686" v="168" actId="478"/>
          <ac:picMkLst>
            <pc:docMk/>
            <pc:sldMk cId="3064629695" sldId="319"/>
            <ac:picMk id="1026" creationId="{2034C18C-861A-449B-9272-B7EA8E39BD48}"/>
          </ac:picMkLst>
        </pc:picChg>
        <pc:picChg chg="add del mod">
          <ac:chgData name="Lady Ruth López Urbano" userId="41105800-cb23-4525-82ad-2a3f18e04a5f" providerId="ADAL" clId="{1A92BA87-3571-4AD7-B2CC-6AAB57E06F25}" dt="2024-06-12T16:15:49.476" v="171" actId="478"/>
          <ac:picMkLst>
            <pc:docMk/>
            <pc:sldMk cId="3064629695" sldId="319"/>
            <ac:picMk id="1028" creationId="{C2B58281-4903-4AB1-A6A7-A9EA38306C82}"/>
          </ac:picMkLst>
        </pc:picChg>
      </pc:sldChg>
      <pc:sldChg chg="addSp new mod">
        <pc:chgData name="Lady Ruth López Urbano" userId="41105800-cb23-4525-82ad-2a3f18e04a5f" providerId="ADAL" clId="{1A92BA87-3571-4AD7-B2CC-6AAB57E06F25}" dt="2024-06-12T16:17:14.238" v="173" actId="22"/>
        <pc:sldMkLst>
          <pc:docMk/>
          <pc:sldMk cId="2645040897" sldId="320"/>
        </pc:sldMkLst>
        <pc:picChg chg="add">
          <ac:chgData name="Lady Ruth López Urbano" userId="41105800-cb23-4525-82ad-2a3f18e04a5f" providerId="ADAL" clId="{1A92BA87-3571-4AD7-B2CC-6AAB57E06F25}" dt="2024-06-12T16:17:14.238" v="173" actId="22"/>
          <ac:picMkLst>
            <pc:docMk/>
            <pc:sldMk cId="2645040897" sldId="320"/>
            <ac:picMk id="3" creationId="{9AEA06D5-ADFE-4960-8D7D-8C955A447BC8}"/>
          </ac:picMkLst>
        </pc:picChg>
      </pc:sldChg>
      <pc:sldChg chg="addSp modSp new mod">
        <pc:chgData name="Lady Ruth López Urbano" userId="41105800-cb23-4525-82ad-2a3f18e04a5f" providerId="ADAL" clId="{1A92BA87-3571-4AD7-B2CC-6AAB57E06F25}" dt="2024-06-12T16:18:02.660" v="181" actId="1076"/>
        <pc:sldMkLst>
          <pc:docMk/>
          <pc:sldMk cId="3566614210" sldId="321"/>
        </pc:sldMkLst>
        <pc:picChg chg="add">
          <ac:chgData name="Lady Ruth López Urbano" userId="41105800-cb23-4525-82ad-2a3f18e04a5f" providerId="ADAL" clId="{1A92BA87-3571-4AD7-B2CC-6AAB57E06F25}" dt="2024-06-12T16:17:30.078" v="175" actId="22"/>
          <ac:picMkLst>
            <pc:docMk/>
            <pc:sldMk cId="3566614210" sldId="321"/>
            <ac:picMk id="3" creationId="{2E84EECE-0C8E-4DD0-9523-A180438E1ADB}"/>
          </ac:picMkLst>
        </pc:picChg>
        <pc:picChg chg="add mod">
          <ac:chgData name="Lady Ruth López Urbano" userId="41105800-cb23-4525-82ad-2a3f18e04a5f" providerId="ADAL" clId="{1A92BA87-3571-4AD7-B2CC-6AAB57E06F25}" dt="2024-06-12T16:18:02.660" v="181" actId="1076"/>
          <ac:picMkLst>
            <pc:docMk/>
            <pc:sldMk cId="3566614210" sldId="321"/>
            <ac:picMk id="5" creationId="{4741839D-F554-48AF-BCC3-321867EE3BDD}"/>
          </ac:picMkLst>
        </pc:picChg>
        <pc:picChg chg="add mod">
          <ac:chgData name="Lady Ruth López Urbano" userId="41105800-cb23-4525-82ad-2a3f18e04a5f" providerId="ADAL" clId="{1A92BA87-3571-4AD7-B2CC-6AAB57E06F25}" dt="2024-06-12T16:18:01.288" v="180" actId="1076"/>
          <ac:picMkLst>
            <pc:docMk/>
            <pc:sldMk cId="3566614210" sldId="321"/>
            <ac:picMk id="7" creationId="{A78D8242-FBF7-4EF4-8579-FC875D0C6E6B}"/>
          </ac:picMkLst>
        </pc:picChg>
      </pc:sldChg>
      <pc:sldChg chg="addSp modSp new mod">
        <pc:chgData name="Lady Ruth López Urbano" userId="41105800-cb23-4525-82ad-2a3f18e04a5f" providerId="ADAL" clId="{1A92BA87-3571-4AD7-B2CC-6AAB57E06F25}" dt="2024-06-12T16:18:21.426" v="183" actId="1076"/>
        <pc:sldMkLst>
          <pc:docMk/>
          <pc:sldMk cId="955548302" sldId="322"/>
        </pc:sldMkLst>
        <pc:picChg chg="add mod">
          <ac:chgData name="Lady Ruth López Urbano" userId="41105800-cb23-4525-82ad-2a3f18e04a5f" providerId="ADAL" clId="{1A92BA87-3571-4AD7-B2CC-6AAB57E06F25}" dt="2024-06-12T16:18:21.426" v="183" actId="1076"/>
          <ac:picMkLst>
            <pc:docMk/>
            <pc:sldMk cId="955548302" sldId="322"/>
            <ac:picMk id="3" creationId="{68D23942-4B27-4CD1-8AF8-D2C6C8ECB545}"/>
          </ac:picMkLst>
        </pc:picChg>
      </pc:sldChg>
      <pc:sldChg chg="new">
        <pc:chgData name="Lady Ruth López Urbano" userId="41105800-cb23-4525-82ad-2a3f18e04a5f" providerId="ADAL" clId="{1A92BA87-3571-4AD7-B2CC-6AAB57E06F25}" dt="2024-06-12T16:17:40.539" v="178" actId="680"/>
        <pc:sldMkLst>
          <pc:docMk/>
          <pc:sldMk cId="238632365" sldId="323"/>
        </pc:sldMkLst>
      </pc:sldChg>
      <pc:sldChg chg="addSp new mod">
        <pc:chgData name="Lady Ruth López Urbano" userId="41105800-cb23-4525-82ad-2a3f18e04a5f" providerId="ADAL" clId="{1A92BA87-3571-4AD7-B2CC-6AAB57E06F25}" dt="2024-06-12T16:18:32.406" v="185" actId="22"/>
        <pc:sldMkLst>
          <pc:docMk/>
          <pc:sldMk cId="1431609606" sldId="324"/>
        </pc:sldMkLst>
        <pc:picChg chg="add">
          <ac:chgData name="Lady Ruth López Urbano" userId="41105800-cb23-4525-82ad-2a3f18e04a5f" providerId="ADAL" clId="{1A92BA87-3571-4AD7-B2CC-6AAB57E06F25}" dt="2024-06-12T16:18:32.406" v="185" actId="22"/>
          <ac:picMkLst>
            <pc:docMk/>
            <pc:sldMk cId="1431609606" sldId="324"/>
            <ac:picMk id="3" creationId="{303C2F8F-C6C0-4E04-9DED-D19CDC39BBA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18/07/2024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785091" y="2459504"/>
            <a:ext cx="1041068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0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Aptos"/>
              </a:rPr>
              <a:t>MÓDULO 6: </a:t>
            </a:r>
          </a:p>
          <a:p>
            <a:pPr algn="ctr"/>
            <a:r>
              <a:rPr lang="es-MX" sz="400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</a:rPr>
              <a:t>Documentación y Verificación</a:t>
            </a:r>
            <a:endParaRPr lang="es-ES" sz="4000" b="1" dirty="0">
              <a:solidFill>
                <a:srgbClr val="00F3B5"/>
              </a:solidFill>
              <a:latin typeface="Prompt" panose="00000800000000000000" pitchFamily="2" charset="-34"/>
              <a:cs typeface="Prompt" panose="000008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603670" y="2833070"/>
            <a:ext cx="6667500" cy="1191860"/>
          </a:xfrm>
        </p:spPr>
        <p:txBody>
          <a:bodyPr>
            <a:normAutofit/>
          </a:bodyPr>
          <a:lstStyle/>
          <a:p>
            <a:pPr lvl="0"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s-MX" sz="2000" kern="100" dirty="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rPr>
              <a:t>Elaboración del manual HACCP</a:t>
            </a:r>
            <a:br>
              <a:rPr lang="es-MX" sz="2000" kern="100" dirty="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rPr>
            </a:br>
            <a:r>
              <a:rPr lang="es-MX" sz="2000" kern="100" dirty="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rPr>
              <a:t>Verificación y validación del sistema HACCP</a:t>
            </a:r>
            <a:br>
              <a:rPr lang="es-MX" sz="2000" kern="100" dirty="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rPr>
            </a:br>
            <a:r>
              <a:rPr lang="es-MX" sz="2000" kern="100" dirty="0">
                <a:solidFill>
                  <a:srgbClr val="00F3B5"/>
                </a:solidFill>
                <a:effectLst/>
                <a:latin typeface="Calibri" panose="020F0502020204030204" pitchFamily="34" charset="0"/>
                <a:ea typeface="Aptos"/>
                <a:cs typeface="Times New Roman" panose="02020603050405020304" pitchFamily="18" charset="0"/>
              </a:rPr>
              <a:t>Registro de datos y evidencias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B3EC795A-4D99-4BA8-941C-13D92618B237}"/>
              </a:ext>
            </a:extLst>
          </p:cNvPr>
          <p:cNvSpPr txBox="1">
            <a:spLocks/>
          </p:cNvSpPr>
          <p:nvPr/>
        </p:nvSpPr>
        <p:spPr>
          <a:xfrm>
            <a:off x="953248" y="2114549"/>
            <a:ext cx="6667500" cy="5715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5000"/>
              </a:lnSpc>
              <a:spcAft>
                <a:spcPts val="800"/>
              </a:spcAft>
              <a:buSzPts val="1000"/>
            </a:pPr>
            <a:r>
              <a:rPr lang="es-PE" sz="4000" kern="100" dirty="0">
                <a:solidFill>
                  <a:schemeClr val="bg1"/>
                </a:solidFill>
                <a:ea typeface="Aptos"/>
                <a:cs typeface="Times New Roman" panose="02020603050405020304" pitchFamily="18" charset="0"/>
              </a:rPr>
              <a:t>TEMARIO</a:t>
            </a:r>
            <a:endParaRPr lang="es-ES" sz="4000" b="1" dirty="0">
              <a:solidFill>
                <a:schemeClr val="bg1"/>
              </a:solidFill>
              <a:cs typeface="Prompt" panose="000008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34691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5B1DD27-4259-4EB2-807C-8B7902C46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100" y="1449671"/>
            <a:ext cx="7525800" cy="40867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F2913068-D7F2-485A-AB47-D1730AE7A1C7}"/>
              </a:ext>
            </a:extLst>
          </p:cNvPr>
          <p:cNvGrpSpPr/>
          <p:nvPr/>
        </p:nvGrpSpPr>
        <p:grpSpPr>
          <a:xfrm>
            <a:off x="499819" y="403353"/>
            <a:ext cx="8706935" cy="684524"/>
            <a:chOff x="517748" y="340600"/>
            <a:chExt cx="8706935" cy="684524"/>
          </a:xfrm>
        </p:grpSpPr>
        <p:sp>
          <p:nvSpPr>
            <p:cNvPr id="7" name="Signo menos 6">
              <a:extLst>
                <a:ext uri="{FF2B5EF4-FFF2-40B4-BE49-F238E27FC236}">
                  <a16:creationId xmlns:a16="http://schemas.microsoft.com/office/drawing/2014/main" id="{91226E20-DE80-48B6-8DB8-D396D9705508}"/>
                </a:ext>
              </a:extLst>
            </p:cNvPr>
            <p:cNvSpPr/>
            <p:nvPr/>
          </p:nvSpPr>
          <p:spPr>
            <a:xfrm>
              <a:off x="517748" y="702394"/>
              <a:ext cx="8706935" cy="322730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535D908-9F10-4CBD-B1C0-875C01B0AEDD}"/>
                </a:ext>
              </a:extLst>
            </p:cNvPr>
            <p:cNvSpPr txBox="1"/>
            <p:nvPr/>
          </p:nvSpPr>
          <p:spPr>
            <a:xfrm>
              <a:off x="2703997" y="340600"/>
              <a:ext cx="4334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PERÚ   RM 449-2006 MINSA</a:t>
              </a:r>
              <a:endParaRPr lang="es-PE" sz="2400" b="1" dirty="0">
                <a:solidFill>
                  <a:srgbClr val="007A5A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223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ACB1E59-7FD5-469B-8521-0D14EBC66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345" y="1449671"/>
            <a:ext cx="7525800" cy="50108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53FCC8EA-2D8A-4B5F-9EA1-848766403A35}"/>
              </a:ext>
            </a:extLst>
          </p:cNvPr>
          <p:cNvGrpSpPr/>
          <p:nvPr/>
        </p:nvGrpSpPr>
        <p:grpSpPr>
          <a:xfrm>
            <a:off x="499819" y="403353"/>
            <a:ext cx="8706935" cy="684524"/>
            <a:chOff x="517748" y="340600"/>
            <a:chExt cx="8706935" cy="684524"/>
          </a:xfrm>
        </p:grpSpPr>
        <p:sp>
          <p:nvSpPr>
            <p:cNvPr id="7" name="Signo menos 6">
              <a:extLst>
                <a:ext uri="{FF2B5EF4-FFF2-40B4-BE49-F238E27FC236}">
                  <a16:creationId xmlns:a16="http://schemas.microsoft.com/office/drawing/2014/main" id="{B578BE07-6940-439A-9AA9-6804EF28B5F4}"/>
                </a:ext>
              </a:extLst>
            </p:cNvPr>
            <p:cNvSpPr/>
            <p:nvPr/>
          </p:nvSpPr>
          <p:spPr>
            <a:xfrm>
              <a:off x="517748" y="702394"/>
              <a:ext cx="8706935" cy="322730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817323D-CF8F-4288-B576-CAA5F0381266}"/>
                </a:ext>
              </a:extLst>
            </p:cNvPr>
            <p:cNvSpPr txBox="1"/>
            <p:nvPr/>
          </p:nvSpPr>
          <p:spPr>
            <a:xfrm>
              <a:off x="2703997" y="340600"/>
              <a:ext cx="4334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PERÚ   RM 449-2006 MINSA</a:t>
              </a:r>
              <a:endParaRPr lang="es-PE" sz="2400" b="1" dirty="0">
                <a:solidFill>
                  <a:srgbClr val="007A5A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8081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72B19C5-6B21-41DF-A686-096E016A5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721" y="1226812"/>
            <a:ext cx="7440063" cy="5363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5F483B0C-3BE5-44CF-B452-3277633B97CB}"/>
              </a:ext>
            </a:extLst>
          </p:cNvPr>
          <p:cNvGrpSpPr/>
          <p:nvPr/>
        </p:nvGrpSpPr>
        <p:grpSpPr>
          <a:xfrm>
            <a:off x="499819" y="403353"/>
            <a:ext cx="8706935" cy="684524"/>
            <a:chOff x="517748" y="340600"/>
            <a:chExt cx="8706935" cy="684524"/>
          </a:xfrm>
        </p:grpSpPr>
        <p:sp>
          <p:nvSpPr>
            <p:cNvPr id="5" name="Signo menos 4">
              <a:extLst>
                <a:ext uri="{FF2B5EF4-FFF2-40B4-BE49-F238E27FC236}">
                  <a16:creationId xmlns:a16="http://schemas.microsoft.com/office/drawing/2014/main" id="{DB0677D2-6ED9-4695-A8D6-4040C6EC7352}"/>
                </a:ext>
              </a:extLst>
            </p:cNvPr>
            <p:cNvSpPr/>
            <p:nvPr/>
          </p:nvSpPr>
          <p:spPr>
            <a:xfrm>
              <a:off x="517748" y="702394"/>
              <a:ext cx="8706935" cy="322730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 dirty="0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E0BAD446-7F19-4811-9FB1-AFA6C37FC510}"/>
                </a:ext>
              </a:extLst>
            </p:cNvPr>
            <p:cNvSpPr txBox="1"/>
            <p:nvPr/>
          </p:nvSpPr>
          <p:spPr>
            <a:xfrm>
              <a:off x="2703997" y="340600"/>
              <a:ext cx="4334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PERÚ   RM 449-2006 MINSA</a:t>
              </a:r>
              <a:endParaRPr lang="es-PE" sz="2400" b="1" dirty="0">
                <a:solidFill>
                  <a:srgbClr val="007A5A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20334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6AFAACD9-5F6B-4ABD-A2A0-AAA765A1F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902" y="2468256"/>
            <a:ext cx="8345065" cy="1724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6325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08C1CF-FD37-4C90-875B-6289A064F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125" y="1087877"/>
            <a:ext cx="7316221" cy="56014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D8D6035B-7E69-4F99-8C36-BC4086A559C1}"/>
              </a:ext>
            </a:extLst>
          </p:cNvPr>
          <p:cNvGrpSpPr/>
          <p:nvPr/>
        </p:nvGrpSpPr>
        <p:grpSpPr>
          <a:xfrm>
            <a:off x="499819" y="403353"/>
            <a:ext cx="8706935" cy="684524"/>
            <a:chOff x="517748" y="340600"/>
            <a:chExt cx="8706935" cy="684524"/>
          </a:xfrm>
        </p:grpSpPr>
        <p:sp>
          <p:nvSpPr>
            <p:cNvPr id="5" name="Signo menos 4">
              <a:extLst>
                <a:ext uri="{FF2B5EF4-FFF2-40B4-BE49-F238E27FC236}">
                  <a16:creationId xmlns:a16="http://schemas.microsoft.com/office/drawing/2014/main" id="{77170E66-7DBF-4CEA-ACF7-1C59D2851C3D}"/>
                </a:ext>
              </a:extLst>
            </p:cNvPr>
            <p:cNvSpPr/>
            <p:nvPr/>
          </p:nvSpPr>
          <p:spPr>
            <a:xfrm>
              <a:off x="517748" y="702394"/>
              <a:ext cx="8706935" cy="322730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E5E4492-4A1E-4980-B3EE-44C56BBC5F75}"/>
                </a:ext>
              </a:extLst>
            </p:cNvPr>
            <p:cNvSpPr txBox="1"/>
            <p:nvPr/>
          </p:nvSpPr>
          <p:spPr>
            <a:xfrm>
              <a:off x="2554941" y="340600"/>
              <a:ext cx="49036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BOLIVIA  RA 109-2006 (SENASAG)</a:t>
              </a:r>
              <a:endParaRPr lang="es-PE" sz="2400" b="1" dirty="0">
                <a:solidFill>
                  <a:srgbClr val="007A5A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5157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BE1EC79-0619-4070-8956-DB1C718A4F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6" t="6277" b="33647"/>
          <a:stretch/>
        </p:blipFill>
        <p:spPr>
          <a:xfrm>
            <a:off x="1193187" y="1099511"/>
            <a:ext cx="7716327" cy="12819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B40AF3C-8814-4DE2-8030-1D0F9652C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3188" y="2381464"/>
            <a:ext cx="7716327" cy="4382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1AB3FFAF-7A06-4893-B8F3-547B4447247A}"/>
              </a:ext>
            </a:extLst>
          </p:cNvPr>
          <p:cNvGrpSpPr/>
          <p:nvPr/>
        </p:nvGrpSpPr>
        <p:grpSpPr>
          <a:xfrm>
            <a:off x="499819" y="403353"/>
            <a:ext cx="8706935" cy="684524"/>
            <a:chOff x="517748" y="340600"/>
            <a:chExt cx="8706935" cy="684524"/>
          </a:xfrm>
        </p:grpSpPr>
        <p:sp>
          <p:nvSpPr>
            <p:cNvPr id="7" name="Signo menos 6">
              <a:extLst>
                <a:ext uri="{FF2B5EF4-FFF2-40B4-BE49-F238E27FC236}">
                  <a16:creationId xmlns:a16="http://schemas.microsoft.com/office/drawing/2014/main" id="{2D01221E-5F7E-425F-B3AD-31D88F0CB4B6}"/>
                </a:ext>
              </a:extLst>
            </p:cNvPr>
            <p:cNvSpPr/>
            <p:nvPr/>
          </p:nvSpPr>
          <p:spPr>
            <a:xfrm>
              <a:off x="517748" y="702394"/>
              <a:ext cx="8706935" cy="322730"/>
            </a:xfrm>
            <a:prstGeom prst="mathMinus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E3D4F605-B980-4149-B4B8-72B2DE4773E1}"/>
                </a:ext>
              </a:extLst>
            </p:cNvPr>
            <p:cNvSpPr txBox="1"/>
            <p:nvPr/>
          </p:nvSpPr>
          <p:spPr>
            <a:xfrm>
              <a:off x="2703997" y="340600"/>
              <a:ext cx="4334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CHILE</a:t>
              </a:r>
              <a:r>
                <a:rPr lang="es-MX" sz="2400" b="1" dirty="0">
                  <a:solidFill>
                    <a:srgbClr val="007A5A"/>
                  </a:solidFill>
                  <a:latin typeface="+mj-lt"/>
                </a:rPr>
                <a:t>  </a:t>
              </a:r>
              <a:r>
                <a:rPr lang="es-MX" sz="2400" b="1" dirty="0" err="1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NCh</a:t>
              </a:r>
              <a:r>
                <a:rPr lang="es-MX" sz="2400" b="1" dirty="0">
                  <a:solidFill>
                    <a:srgbClr val="007A5A"/>
                  </a:solidFill>
                  <a:latin typeface="Aharoni" panose="02010803020104030203" pitchFamily="2" charset="-79"/>
                  <a:cs typeface="Aharoni" panose="02010803020104030203" pitchFamily="2" charset="-79"/>
                </a:rPr>
                <a:t> 2861 (CODEX 1997)</a:t>
              </a:r>
              <a:endParaRPr lang="es-PE" sz="2400" b="1" dirty="0">
                <a:solidFill>
                  <a:srgbClr val="007A5A"/>
                </a:solidFill>
                <a:latin typeface="Aharoni" panose="02010803020104030203" pitchFamily="2" charset="-79"/>
                <a:cs typeface="Aharoni" panose="02010803020104030203" pitchFamily="2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5048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20d9579-0eb1-4286-9e93-5de1cbc84d2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B0A797C42AC148A5C85D543C12167E" ma:contentTypeVersion="13" ma:contentTypeDescription="Create a new document." ma:contentTypeScope="" ma:versionID="8e20221abffdc0743d03d50c3e392904">
  <xsd:schema xmlns:xsd="http://www.w3.org/2001/XMLSchema" xmlns:xs="http://www.w3.org/2001/XMLSchema" xmlns:p="http://schemas.microsoft.com/office/2006/metadata/properties" xmlns:ns3="520d9579-0eb1-4286-9e93-5de1cbc84d21" targetNamespace="http://schemas.microsoft.com/office/2006/metadata/properties" ma:root="true" ma:fieldsID="cc105d56af8ce3c66bd18ca8ef53c2a0" ns3:_="">
    <xsd:import namespace="520d9579-0eb1-4286-9e93-5de1cbc84d2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ystemTags" minOccurs="0"/>
                <xsd:element ref="ns3:MediaLengthInSeconds" minOccurs="0"/>
                <xsd:element ref="ns3:MediaServiceOCR" minOccurs="0"/>
                <xsd:element ref="ns3:_activity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0d9579-0eb1-4286-9e93-5de1cbc84d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4A8BDF-0144-4F48-B474-297B76A98B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2C7226-253D-40A1-AA71-BCD9F170E0E0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520d9579-0eb1-4286-9e93-5de1cbc84d21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D7433DCF-FAD5-4A96-B0F3-2BB959CD97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20d9579-0eb1-4286-9e93-5de1cbc84d2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3408</TotalTime>
  <Words>49</Words>
  <Application>Microsoft Office PowerPoint</Application>
  <PresentationFormat>Panorámica</PresentationFormat>
  <Paragraphs>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Aharoni</vt:lpstr>
      <vt:lpstr>Arial</vt:lpstr>
      <vt:lpstr>Calibri</vt:lpstr>
      <vt:lpstr>Calibri Light</vt:lpstr>
      <vt:lpstr>Prompt</vt:lpstr>
      <vt:lpstr>Tema de Office</vt:lpstr>
      <vt:lpstr>Presentación de PowerPoint</vt:lpstr>
      <vt:lpstr>Presentación de PowerPoint</vt:lpstr>
      <vt:lpstr>Elaboración del manual HACCP Verificación y validación del sistema HACCP Registro de datos y evidencias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Lady Ruth López Urbano</cp:lastModifiedBy>
  <cp:revision>66</cp:revision>
  <dcterms:created xsi:type="dcterms:W3CDTF">2022-04-19T18:02:09Z</dcterms:created>
  <dcterms:modified xsi:type="dcterms:W3CDTF">2024-07-18T18:33:41Z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0x0101002EB0A797C42AC148A5C85D543C12167E</vt:lpwstr>
  </property>
</Properties>
</file>